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8"/>
        </a:solidFill>
      </p:bgPr>
    </p:bg>
    <p:spTree>
      <p:nvGrpSpPr>
        <p:cNvPr id="1" name=""/>
        <p:cNvGrpSpPr/>
        <p:nvPr/>
      </p:nvGrpSpPr>
      <p:grpSpPr>
        <a:xfrm>
          <a:off x="0" y="0"/>
          <a:ext cx="0" cy="0"/>
          <a:chOff x="0" y="0"/>
          <a:chExt cx="0" cy="0"/>
        </a:xfrm>
      </p:grpSpPr>
      <p:sp>
        <p:nvSpPr>
          <p:cNvPr id="2" name="Shape 0"/>
          <p:cNvSpPr/>
          <p:nvPr/>
        </p:nvSpPr>
        <p:spPr>
          <a:xfrm>
            <a:off x="0" y="0"/>
            <a:ext cx="3657600" cy="5143500"/>
          </a:xfrm>
          <a:prstGeom prst="rect">
            <a:avLst/>
          </a:prstGeom>
          <a:solidFill>
            <a:srgbClr val="0A1420"/>
          </a:solidFill>
          <a:ln/>
        </p:spPr>
      </p:sp>
      <p:sp>
        <p:nvSpPr>
          <p:cNvPr id="3" name="Shape 1"/>
          <p:cNvSpPr/>
          <p:nvPr/>
        </p:nvSpPr>
        <p:spPr>
          <a:xfrm rot="2700000">
            <a:off x="18288" y="-45720"/>
            <a:ext cx="228600" cy="228600"/>
          </a:xfrm>
          <a:prstGeom prst="rect">
            <a:avLst/>
          </a:prstGeom>
          <a:solidFill>
            <a:srgbClr val="1A5FA8">
              <a:alpha val="52000"/>
            </a:srgbClr>
          </a:solidFill>
          <a:ln w="12700">
            <a:solidFill>
              <a:srgbClr val="0A1420"/>
            </a:solidFill>
            <a:prstDash val="solid"/>
          </a:ln>
        </p:spPr>
      </p:sp>
      <p:sp>
        <p:nvSpPr>
          <p:cNvPr id="4" name="Shape 2"/>
          <p:cNvSpPr/>
          <p:nvPr/>
        </p:nvSpPr>
        <p:spPr>
          <a:xfrm rot="2700000">
            <a:off x="438912" y="-45720"/>
            <a:ext cx="146304" cy="146304"/>
          </a:xfrm>
          <a:prstGeom prst="rect">
            <a:avLst/>
          </a:prstGeom>
          <a:solidFill>
            <a:srgbClr val="D4951A">
              <a:alpha val="52000"/>
            </a:srgbClr>
          </a:solidFill>
          <a:ln w="12700">
            <a:solidFill>
              <a:srgbClr val="0A1420"/>
            </a:solidFill>
            <a:prstDash val="solid"/>
          </a:ln>
        </p:spPr>
      </p:sp>
      <p:sp>
        <p:nvSpPr>
          <p:cNvPr id="5" name="Shape 3"/>
          <p:cNvSpPr/>
          <p:nvPr/>
        </p:nvSpPr>
        <p:spPr>
          <a:xfrm rot="2700000">
            <a:off x="859536" y="-45720"/>
            <a:ext cx="146304" cy="146304"/>
          </a:xfrm>
          <a:prstGeom prst="rect">
            <a:avLst/>
          </a:prstGeom>
          <a:solidFill>
            <a:srgbClr val="1B9A8A">
              <a:alpha val="52000"/>
            </a:srgbClr>
          </a:solidFill>
          <a:ln w="12700">
            <a:solidFill>
              <a:srgbClr val="0A1420"/>
            </a:solidFill>
            <a:prstDash val="solid"/>
          </a:ln>
        </p:spPr>
      </p:sp>
      <p:sp>
        <p:nvSpPr>
          <p:cNvPr id="6" name="Shape 4"/>
          <p:cNvSpPr/>
          <p:nvPr/>
        </p:nvSpPr>
        <p:spPr>
          <a:xfrm rot="2700000">
            <a:off x="1280160" y="-45720"/>
            <a:ext cx="146304" cy="146304"/>
          </a:xfrm>
          <a:prstGeom prst="rect">
            <a:avLst/>
          </a:prstGeom>
          <a:solidFill>
            <a:srgbClr val="C0622B">
              <a:alpha val="52000"/>
            </a:srgbClr>
          </a:solidFill>
          <a:ln w="12700">
            <a:solidFill>
              <a:srgbClr val="0A1420"/>
            </a:solidFill>
            <a:prstDash val="solid"/>
          </a:ln>
        </p:spPr>
      </p:sp>
      <p:sp>
        <p:nvSpPr>
          <p:cNvPr id="7" name="Shape 5"/>
          <p:cNvSpPr/>
          <p:nvPr/>
        </p:nvSpPr>
        <p:spPr>
          <a:xfrm rot="2700000">
            <a:off x="1700784" y="-45720"/>
            <a:ext cx="228600" cy="228600"/>
          </a:xfrm>
          <a:prstGeom prst="rect">
            <a:avLst/>
          </a:prstGeom>
          <a:solidFill>
            <a:srgbClr val="C8B89A">
              <a:alpha val="52000"/>
            </a:srgbClr>
          </a:solidFill>
          <a:ln w="12700">
            <a:solidFill>
              <a:srgbClr val="0A1420"/>
            </a:solidFill>
            <a:prstDash val="solid"/>
          </a:ln>
        </p:spPr>
      </p:sp>
      <p:sp>
        <p:nvSpPr>
          <p:cNvPr id="8" name="Shape 6"/>
          <p:cNvSpPr/>
          <p:nvPr/>
        </p:nvSpPr>
        <p:spPr>
          <a:xfrm rot="2700000">
            <a:off x="2121408" y="-45720"/>
            <a:ext cx="146304" cy="146304"/>
          </a:xfrm>
          <a:prstGeom prst="rect">
            <a:avLst/>
          </a:prstGeom>
          <a:solidFill>
            <a:srgbClr val="1A5FA8">
              <a:alpha val="52000"/>
            </a:srgbClr>
          </a:solidFill>
          <a:ln w="12700">
            <a:solidFill>
              <a:srgbClr val="0A1420"/>
            </a:solidFill>
            <a:prstDash val="solid"/>
          </a:ln>
        </p:spPr>
      </p:sp>
      <p:sp>
        <p:nvSpPr>
          <p:cNvPr id="9" name="Shape 7"/>
          <p:cNvSpPr/>
          <p:nvPr/>
        </p:nvSpPr>
        <p:spPr>
          <a:xfrm rot="2700000">
            <a:off x="2542032" y="-45720"/>
            <a:ext cx="146304" cy="146304"/>
          </a:xfrm>
          <a:prstGeom prst="rect">
            <a:avLst/>
          </a:prstGeom>
          <a:solidFill>
            <a:srgbClr val="D4951A">
              <a:alpha val="52000"/>
            </a:srgbClr>
          </a:solidFill>
          <a:ln w="12700">
            <a:solidFill>
              <a:srgbClr val="0A1420"/>
            </a:solidFill>
            <a:prstDash val="solid"/>
          </a:ln>
        </p:spPr>
      </p:sp>
      <p:sp>
        <p:nvSpPr>
          <p:cNvPr id="10" name="Shape 8"/>
          <p:cNvSpPr/>
          <p:nvPr/>
        </p:nvSpPr>
        <p:spPr>
          <a:xfrm rot="2700000">
            <a:off x="2962656" y="-45720"/>
            <a:ext cx="146304" cy="146304"/>
          </a:xfrm>
          <a:prstGeom prst="rect">
            <a:avLst/>
          </a:prstGeom>
          <a:solidFill>
            <a:srgbClr val="1B9A8A">
              <a:alpha val="52000"/>
            </a:srgbClr>
          </a:solidFill>
          <a:ln w="12700">
            <a:solidFill>
              <a:srgbClr val="0A1420"/>
            </a:solidFill>
            <a:prstDash val="solid"/>
          </a:ln>
        </p:spPr>
      </p:sp>
      <p:sp>
        <p:nvSpPr>
          <p:cNvPr id="11" name="Shape 9"/>
          <p:cNvSpPr/>
          <p:nvPr/>
        </p:nvSpPr>
        <p:spPr>
          <a:xfrm rot="2700000">
            <a:off x="3383280" y="-45720"/>
            <a:ext cx="228600" cy="228600"/>
          </a:xfrm>
          <a:prstGeom prst="rect">
            <a:avLst/>
          </a:prstGeom>
          <a:solidFill>
            <a:srgbClr val="C0622B">
              <a:alpha val="52000"/>
            </a:srgbClr>
          </a:solidFill>
          <a:ln w="12700">
            <a:solidFill>
              <a:srgbClr val="0A1420"/>
            </a:solidFill>
            <a:prstDash val="solid"/>
          </a:ln>
        </p:spPr>
      </p:sp>
      <p:sp>
        <p:nvSpPr>
          <p:cNvPr id="12" name="Shape 10"/>
          <p:cNvSpPr/>
          <p:nvPr/>
        </p:nvSpPr>
        <p:spPr>
          <a:xfrm rot="2700000">
            <a:off x="18288" y="256032"/>
            <a:ext cx="146304" cy="146304"/>
          </a:xfrm>
          <a:prstGeom prst="rect">
            <a:avLst/>
          </a:prstGeom>
          <a:solidFill>
            <a:srgbClr val="D4951A">
              <a:alpha val="44000"/>
            </a:srgbClr>
          </a:solidFill>
          <a:ln w="12700">
            <a:solidFill>
              <a:srgbClr val="0A1420"/>
            </a:solidFill>
            <a:prstDash val="solid"/>
          </a:ln>
        </p:spPr>
      </p:sp>
      <p:sp>
        <p:nvSpPr>
          <p:cNvPr id="13" name="Shape 11"/>
          <p:cNvSpPr/>
          <p:nvPr/>
        </p:nvSpPr>
        <p:spPr>
          <a:xfrm rot="2700000">
            <a:off x="438912" y="256032"/>
            <a:ext cx="146304" cy="146304"/>
          </a:xfrm>
          <a:prstGeom prst="rect">
            <a:avLst/>
          </a:prstGeom>
          <a:solidFill>
            <a:srgbClr val="1B9A8A">
              <a:alpha val="44000"/>
            </a:srgbClr>
          </a:solidFill>
          <a:ln w="12700">
            <a:solidFill>
              <a:srgbClr val="0A1420"/>
            </a:solidFill>
            <a:prstDash val="solid"/>
          </a:ln>
        </p:spPr>
      </p:sp>
      <p:sp>
        <p:nvSpPr>
          <p:cNvPr id="14" name="Shape 12"/>
          <p:cNvSpPr/>
          <p:nvPr/>
        </p:nvSpPr>
        <p:spPr>
          <a:xfrm rot="2700000">
            <a:off x="859536" y="256032"/>
            <a:ext cx="146304" cy="146304"/>
          </a:xfrm>
          <a:prstGeom prst="rect">
            <a:avLst/>
          </a:prstGeom>
          <a:solidFill>
            <a:srgbClr val="C0622B">
              <a:alpha val="44000"/>
            </a:srgbClr>
          </a:solidFill>
          <a:ln w="12700">
            <a:solidFill>
              <a:srgbClr val="0A1420"/>
            </a:solidFill>
            <a:prstDash val="solid"/>
          </a:ln>
        </p:spPr>
      </p:sp>
      <p:sp>
        <p:nvSpPr>
          <p:cNvPr id="15" name="Shape 13"/>
          <p:cNvSpPr/>
          <p:nvPr/>
        </p:nvSpPr>
        <p:spPr>
          <a:xfrm rot="2700000">
            <a:off x="1280160" y="256032"/>
            <a:ext cx="228600" cy="228600"/>
          </a:xfrm>
          <a:prstGeom prst="rect">
            <a:avLst/>
          </a:prstGeom>
          <a:solidFill>
            <a:srgbClr val="C8B89A">
              <a:alpha val="44000"/>
            </a:srgbClr>
          </a:solidFill>
          <a:ln w="12700">
            <a:solidFill>
              <a:srgbClr val="0A1420"/>
            </a:solidFill>
            <a:prstDash val="solid"/>
          </a:ln>
        </p:spPr>
      </p:sp>
      <p:sp>
        <p:nvSpPr>
          <p:cNvPr id="16" name="Shape 14"/>
          <p:cNvSpPr/>
          <p:nvPr/>
        </p:nvSpPr>
        <p:spPr>
          <a:xfrm rot="2700000">
            <a:off x="1700784" y="256032"/>
            <a:ext cx="146304" cy="146304"/>
          </a:xfrm>
          <a:prstGeom prst="rect">
            <a:avLst/>
          </a:prstGeom>
          <a:solidFill>
            <a:srgbClr val="1A5FA8">
              <a:alpha val="44000"/>
            </a:srgbClr>
          </a:solidFill>
          <a:ln w="12700">
            <a:solidFill>
              <a:srgbClr val="0A1420"/>
            </a:solidFill>
            <a:prstDash val="solid"/>
          </a:ln>
        </p:spPr>
      </p:sp>
      <p:sp>
        <p:nvSpPr>
          <p:cNvPr id="17" name="Shape 15"/>
          <p:cNvSpPr/>
          <p:nvPr/>
        </p:nvSpPr>
        <p:spPr>
          <a:xfrm rot="2700000">
            <a:off x="2121408" y="256032"/>
            <a:ext cx="146304" cy="146304"/>
          </a:xfrm>
          <a:prstGeom prst="rect">
            <a:avLst/>
          </a:prstGeom>
          <a:solidFill>
            <a:srgbClr val="D4951A">
              <a:alpha val="44000"/>
            </a:srgbClr>
          </a:solidFill>
          <a:ln w="12700">
            <a:solidFill>
              <a:srgbClr val="0A1420"/>
            </a:solidFill>
            <a:prstDash val="solid"/>
          </a:ln>
        </p:spPr>
      </p:sp>
      <p:sp>
        <p:nvSpPr>
          <p:cNvPr id="18" name="Shape 16"/>
          <p:cNvSpPr/>
          <p:nvPr/>
        </p:nvSpPr>
        <p:spPr>
          <a:xfrm rot="2700000">
            <a:off x="2542032" y="256032"/>
            <a:ext cx="146304" cy="146304"/>
          </a:xfrm>
          <a:prstGeom prst="rect">
            <a:avLst/>
          </a:prstGeom>
          <a:solidFill>
            <a:srgbClr val="1B9A8A">
              <a:alpha val="44000"/>
            </a:srgbClr>
          </a:solidFill>
          <a:ln w="12700">
            <a:solidFill>
              <a:srgbClr val="0A1420"/>
            </a:solidFill>
            <a:prstDash val="solid"/>
          </a:ln>
        </p:spPr>
      </p:sp>
      <p:sp>
        <p:nvSpPr>
          <p:cNvPr id="19" name="Shape 17"/>
          <p:cNvSpPr/>
          <p:nvPr/>
        </p:nvSpPr>
        <p:spPr>
          <a:xfrm rot="2700000">
            <a:off x="2962656" y="256032"/>
            <a:ext cx="228600" cy="228600"/>
          </a:xfrm>
          <a:prstGeom prst="rect">
            <a:avLst/>
          </a:prstGeom>
          <a:solidFill>
            <a:srgbClr val="C0622B">
              <a:alpha val="44000"/>
            </a:srgbClr>
          </a:solidFill>
          <a:ln w="12700">
            <a:solidFill>
              <a:srgbClr val="0A1420"/>
            </a:solidFill>
            <a:prstDash val="solid"/>
          </a:ln>
        </p:spPr>
      </p:sp>
      <p:sp>
        <p:nvSpPr>
          <p:cNvPr id="20" name="Shape 18"/>
          <p:cNvSpPr/>
          <p:nvPr/>
        </p:nvSpPr>
        <p:spPr>
          <a:xfrm rot="2700000">
            <a:off x="3383280" y="256032"/>
            <a:ext cx="146304" cy="146304"/>
          </a:xfrm>
          <a:prstGeom prst="rect">
            <a:avLst/>
          </a:prstGeom>
          <a:solidFill>
            <a:srgbClr val="C8B89A">
              <a:alpha val="44000"/>
            </a:srgbClr>
          </a:solidFill>
          <a:ln w="12700">
            <a:solidFill>
              <a:srgbClr val="0A1420"/>
            </a:solidFill>
            <a:prstDash val="solid"/>
          </a:ln>
        </p:spPr>
      </p:sp>
      <p:sp>
        <p:nvSpPr>
          <p:cNvPr id="21" name="Shape 19"/>
          <p:cNvSpPr/>
          <p:nvPr/>
        </p:nvSpPr>
        <p:spPr>
          <a:xfrm rot="2700000">
            <a:off x="18288" y="557784"/>
            <a:ext cx="146304" cy="146304"/>
          </a:xfrm>
          <a:prstGeom prst="rect">
            <a:avLst/>
          </a:prstGeom>
          <a:solidFill>
            <a:srgbClr val="1B9A8A">
              <a:alpha val="36000"/>
            </a:srgbClr>
          </a:solidFill>
          <a:ln w="12700">
            <a:solidFill>
              <a:srgbClr val="0A1420"/>
            </a:solidFill>
            <a:prstDash val="solid"/>
          </a:ln>
        </p:spPr>
      </p:sp>
      <p:sp>
        <p:nvSpPr>
          <p:cNvPr id="22" name="Shape 20"/>
          <p:cNvSpPr/>
          <p:nvPr/>
        </p:nvSpPr>
        <p:spPr>
          <a:xfrm rot="2700000">
            <a:off x="438912" y="557784"/>
            <a:ext cx="146304" cy="146304"/>
          </a:xfrm>
          <a:prstGeom prst="rect">
            <a:avLst/>
          </a:prstGeom>
          <a:solidFill>
            <a:srgbClr val="C0622B">
              <a:alpha val="36000"/>
            </a:srgbClr>
          </a:solidFill>
          <a:ln w="12700">
            <a:solidFill>
              <a:srgbClr val="0A1420"/>
            </a:solidFill>
            <a:prstDash val="solid"/>
          </a:ln>
        </p:spPr>
      </p:sp>
      <p:sp>
        <p:nvSpPr>
          <p:cNvPr id="23" name="Shape 21"/>
          <p:cNvSpPr/>
          <p:nvPr/>
        </p:nvSpPr>
        <p:spPr>
          <a:xfrm rot="2700000">
            <a:off x="859536" y="557784"/>
            <a:ext cx="228600" cy="228600"/>
          </a:xfrm>
          <a:prstGeom prst="rect">
            <a:avLst/>
          </a:prstGeom>
          <a:solidFill>
            <a:srgbClr val="C8B89A">
              <a:alpha val="36000"/>
            </a:srgbClr>
          </a:solidFill>
          <a:ln w="12700">
            <a:solidFill>
              <a:srgbClr val="0A1420"/>
            </a:solidFill>
            <a:prstDash val="solid"/>
          </a:ln>
        </p:spPr>
      </p:sp>
      <p:sp>
        <p:nvSpPr>
          <p:cNvPr id="24" name="Shape 22"/>
          <p:cNvSpPr/>
          <p:nvPr/>
        </p:nvSpPr>
        <p:spPr>
          <a:xfrm rot="2700000">
            <a:off x="1280160" y="557784"/>
            <a:ext cx="146304" cy="146304"/>
          </a:xfrm>
          <a:prstGeom prst="rect">
            <a:avLst/>
          </a:prstGeom>
          <a:solidFill>
            <a:srgbClr val="1A5FA8">
              <a:alpha val="36000"/>
            </a:srgbClr>
          </a:solidFill>
          <a:ln w="12700">
            <a:solidFill>
              <a:srgbClr val="0A1420"/>
            </a:solidFill>
            <a:prstDash val="solid"/>
          </a:ln>
        </p:spPr>
      </p:sp>
      <p:sp>
        <p:nvSpPr>
          <p:cNvPr id="25" name="Shape 23"/>
          <p:cNvSpPr/>
          <p:nvPr/>
        </p:nvSpPr>
        <p:spPr>
          <a:xfrm rot="2700000">
            <a:off x="1700784" y="557784"/>
            <a:ext cx="146304" cy="146304"/>
          </a:xfrm>
          <a:prstGeom prst="rect">
            <a:avLst/>
          </a:prstGeom>
          <a:solidFill>
            <a:srgbClr val="D4951A">
              <a:alpha val="36000"/>
            </a:srgbClr>
          </a:solidFill>
          <a:ln w="12700">
            <a:solidFill>
              <a:srgbClr val="0A1420"/>
            </a:solidFill>
            <a:prstDash val="solid"/>
          </a:ln>
        </p:spPr>
      </p:sp>
      <p:sp>
        <p:nvSpPr>
          <p:cNvPr id="26" name="Shape 24"/>
          <p:cNvSpPr/>
          <p:nvPr/>
        </p:nvSpPr>
        <p:spPr>
          <a:xfrm rot="2700000">
            <a:off x="2121408" y="557784"/>
            <a:ext cx="146304" cy="146304"/>
          </a:xfrm>
          <a:prstGeom prst="rect">
            <a:avLst/>
          </a:prstGeom>
          <a:solidFill>
            <a:srgbClr val="1B9A8A">
              <a:alpha val="36000"/>
            </a:srgbClr>
          </a:solidFill>
          <a:ln w="12700">
            <a:solidFill>
              <a:srgbClr val="0A1420"/>
            </a:solidFill>
            <a:prstDash val="solid"/>
          </a:ln>
        </p:spPr>
      </p:sp>
      <p:sp>
        <p:nvSpPr>
          <p:cNvPr id="27" name="Shape 25"/>
          <p:cNvSpPr/>
          <p:nvPr/>
        </p:nvSpPr>
        <p:spPr>
          <a:xfrm rot="2700000">
            <a:off x="2542032" y="557784"/>
            <a:ext cx="228600" cy="228600"/>
          </a:xfrm>
          <a:prstGeom prst="rect">
            <a:avLst/>
          </a:prstGeom>
          <a:solidFill>
            <a:srgbClr val="C0622B">
              <a:alpha val="36000"/>
            </a:srgbClr>
          </a:solidFill>
          <a:ln w="12700">
            <a:solidFill>
              <a:srgbClr val="0A1420"/>
            </a:solidFill>
            <a:prstDash val="solid"/>
          </a:ln>
        </p:spPr>
      </p:sp>
      <p:sp>
        <p:nvSpPr>
          <p:cNvPr id="28" name="Shape 26"/>
          <p:cNvSpPr/>
          <p:nvPr/>
        </p:nvSpPr>
        <p:spPr>
          <a:xfrm rot="2700000">
            <a:off x="2962656" y="557784"/>
            <a:ext cx="146304" cy="146304"/>
          </a:xfrm>
          <a:prstGeom prst="rect">
            <a:avLst/>
          </a:prstGeom>
          <a:solidFill>
            <a:srgbClr val="C8B89A">
              <a:alpha val="36000"/>
            </a:srgbClr>
          </a:solidFill>
          <a:ln w="12700">
            <a:solidFill>
              <a:srgbClr val="0A1420"/>
            </a:solidFill>
            <a:prstDash val="solid"/>
          </a:ln>
        </p:spPr>
      </p:sp>
      <p:sp>
        <p:nvSpPr>
          <p:cNvPr id="29" name="Shape 27"/>
          <p:cNvSpPr/>
          <p:nvPr/>
        </p:nvSpPr>
        <p:spPr>
          <a:xfrm rot="2700000">
            <a:off x="3383280" y="557784"/>
            <a:ext cx="146304" cy="146304"/>
          </a:xfrm>
          <a:prstGeom prst="rect">
            <a:avLst/>
          </a:prstGeom>
          <a:solidFill>
            <a:srgbClr val="1A5FA8">
              <a:alpha val="36000"/>
            </a:srgbClr>
          </a:solidFill>
          <a:ln w="12700">
            <a:solidFill>
              <a:srgbClr val="0A1420"/>
            </a:solidFill>
            <a:prstDash val="solid"/>
          </a:ln>
        </p:spPr>
      </p:sp>
      <p:sp>
        <p:nvSpPr>
          <p:cNvPr id="30" name="Shape 28"/>
          <p:cNvSpPr/>
          <p:nvPr/>
        </p:nvSpPr>
        <p:spPr>
          <a:xfrm rot="2700000">
            <a:off x="18288" y="859536"/>
            <a:ext cx="146304" cy="146304"/>
          </a:xfrm>
          <a:prstGeom prst="rect">
            <a:avLst/>
          </a:prstGeom>
          <a:solidFill>
            <a:srgbClr val="C0622B">
              <a:alpha val="28000"/>
            </a:srgbClr>
          </a:solidFill>
          <a:ln w="12700">
            <a:solidFill>
              <a:srgbClr val="0A1420"/>
            </a:solidFill>
            <a:prstDash val="solid"/>
          </a:ln>
        </p:spPr>
      </p:sp>
      <p:sp>
        <p:nvSpPr>
          <p:cNvPr id="31" name="Shape 29"/>
          <p:cNvSpPr/>
          <p:nvPr/>
        </p:nvSpPr>
        <p:spPr>
          <a:xfrm rot="2700000">
            <a:off x="438912" y="859536"/>
            <a:ext cx="228600" cy="228600"/>
          </a:xfrm>
          <a:prstGeom prst="rect">
            <a:avLst/>
          </a:prstGeom>
          <a:solidFill>
            <a:srgbClr val="C8B89A">
              <a:alpha val="28000"/>
            </a:srgbClr>
          </a:solidFill>
          <a:ln w="12700">
            <a:solidFill>
              <a:srgbClr val="0A1420"/>
            </a:solidFill>
            <a:prstDash val="solid"/>
          </a:ln>
        </p:spPr>
      </p:sp>
      <p:sp>
        <p:nvSpPr>
          <p:cNvPr id="32" name="Shape 30"/>
          <p:cNvSpPr/>
          <p:nvPr/>
        </p:nvSpPr>
        <p:spPr>
          <a:xfrm rot="2700000">
            <a:off x="859536" y="859536"/>
            <a:ext cx="146304" cy="146304"/>
          </a:xfrm>
          <a:prstGeom prst="rect">
            <a:avLst/>
          </a:prstGeom>
          <a:solidFill>
            <a:srgbClr val="1A5FA8">
              <a:alpha val="28000"/>
            </a:srgbClr>
          </a:solidFill>
          <a:ln w="12700">
            <a:solidFill>
              <a:srgbClr val="0A1420"/>
            </a:solidFill>
            <a:prstDash val="solid"/>
          </a:ln>
        </p:spPr>
      </p:sp>
      <p:sp>
        <p:nvSpPr>
          <p:cNvPr id="33" name="Shape 31"/>
          <p:cNvSpPr/>
          <p:nvPr/>
        </p:nvSpPr>
        <p:spPr>
          <a:xfrm rot="2700000">
            <a:off x="1280160" y="859536"/>
            <a:ext cx="146304" cy="146304"/>
          </a:xfrm>
          <a:prstGeom prst="rect">
            <a:avLst/>
          </a:prstGeom>
          <a:solidFill>
            <a:srgbClr val="D4951A">
              <a:alpha val="28000"/>
            </a:srgbClr>
          </a:solidFill>
          <a:ln w="12700">
            <a:solidFill>
              <a:srgbClr val="0A1420"/>
            </a:solidFill>
            <a:prstDash val="solid"/>
          </a:ln>
        </p:spPr>
      </p:sp>
      <p:sp>
        <p:nvSpPr>
          <p:cNvPr id="34" name="Shape 32"/>
          <p:cNvSpPr/>
          <p:nvPr/>
        </p:nvSpPr>
        <p:spPr>
          <a:xfrm rot="2700000">
            <a:off x="1700784" y="859536"/>
            <a:ext cx="146304" cy="146304"/>
          </a:xfrm>
          <a:prstGeom prst="rect">
            <a:avLst/>
          </a:prstGeom>
          <a:solidFill>
            <a:srgbClr val="1B9A8A">
              <a:alpha val="28000"/>
            </a:srgbClr>
          </a:solidFill>
          <a:ln w="12700">
            <a:solidFill>
              <a:srgbClr val="0A1420"/>
            </a:solidFill>
            <a:prstDash val="solid"/>
          </a:ln>
        </p:spPr>
      </p:sp>
      <p:sp>
        <p:nvSpPr>
          <p:cNvPr id="35" name="Shape 33"/>
          <p:cNvSpPr/>
          <p:nvPr/>
        </p:nvSpPr>
        <p:spPr>
          <a:xfrm rot="2700000">
            <a:off x="2121408" y="859536"/>
            <a:ext cx="228600" cy="228600"/>
          </a:xfrm>
          <a:prstGeom prst="rect">
            <a:avLst/>
          </a:prstGeom>
          <a:solidFill>
            <a:srgbClr val="C0622B">
              <a:alpha val="28000"/>
            </a:srgbClr>
          </a:solidFill>
          <a:ln w="12700">
            <a:solidFill>
              <a:srgbClr val="0A1420"/>
            </a:solidFill>
            <a:prstDash val="solid"/>
          </a:ln>
        </p:spPr>
      </p:sp>
      <p:sp>
        <p:nvSpPr>
          <p:cNvPr id="36" name="Shape 34"/>
          <p:cNvSpPr/>
          <p:nvPr/>
        </p:nvSpPr>
        <p:spPr>
          <a:xfrm rot="2700000">
            <a:off x="2542032" y="859536"/>
            <a:ext cx="146304" cy="146304"/>
          </a:xfrm>
          <a:prstGeom prst="rect">
            <a:avLst/>
          </a:prstGeom>
          <a:solidFill>
            <a:srgbClr val="C8B89A">
              <a:alpha val="28000"/>
            </a:srgbClr>
          </a:solidFill>
          <a:ln w="12700">
            <a:solidFill>
              <a:srgbClr val="0A1420"/>
            </a:solidFill>
            <a:prstDash val="solid"/>
          </a:ln>
        </p:spPr>
      </p:sp>
      <p:sp>
        <p:nvSpPr>
          <p:cNvPr id="37" name="Shape 35"/>
          <p:cNvSpPr/>
          <p:nvPr/>
        </p:nvSpPr>
        <p:spPr>
          <a:xfrm rot="2700000">
            <a:off x="2962656" y="859536"/>
            <a:ext cx="146304" cy="146304"/>
          </a:xfrm>
          <a:prstGeom prst="rect">
            <a:avLst/>
          </a:prstGeom>
          <a:solidFill>
            <a:srgbClr val="1A5FA8">
              <a:alpha val="28000"/>
            </a:srgbClr>
          </a:solidFill>
          <a:ln w="12700">
            <a:solidFill>
              <a:srgbClr val="0A1420"/>
            </a:solidFill>
            <a:prstDash val="solid"/>
          </a:ln>
        </p:spPr>
      </p:sp>
      <p:sp>
        <p:nvSpPr>
          <p:cNvPr id="38" name="Shape 36"/>
          <p:cNvSpPr/>
          <p:nvPr/>
        </p:nvSpPr>
        <p:spPr>
          <a:xfrm rot="2700000">
            <a:off x="3383280" y="859536"/>
            <a:ext cx="146304" cy="146304"/>
          </a:xfrm>
          <a:prstGeom prst="rect">
            <a:avLst/>
          </a:prstGeom>
          <a:solidFill>
            <a:srgbClr val="D4951A">
              <a:alpha val="28000"/>
            </a:srgbClr>
          </a:solidFill>
          <a:ln w="12700">
            <a:solidFill>
              <a:srgbClr val="0A1420"/>
            </a:solidFill>
            <a:prstDash val="solid"/>
          </a:ln>
        </p:spPr>
      </p:sp>
      <p:sp>
        <p:nvSpPr>
          <p:cNvPr id="39" name="Shape 37"/>
          <p:cNvSpPr/>
          <p:nvPr/>
        </p:nvSpPr>
        <p:spPr>
          <a:xfrm rot="2700000">
            <a:off x="18288" y="1161288"/>
            <a:ext cx="228600" cy="228600"/>
          </a:xfrm>
          <a:prstGeom prst="rect">
            <a:avLst/>
          </a:prstGeom>
          <a:solidFill>
            <a:srgbClr val="C8B89A">
              <a:alpha val="52000"/>
            </a:srgbClr>
          </a:solidFill>
          <a:ln w="12700">
            <a:solidFill>
              <a:srgbClr val="0A1420"/>
            </a:solidFill>
            <a:prstDash val="solid"/>
          </a:ln>
        </p:spPr>
      </p:sp>
      <p:sp>
        <p:nvSpPr>
          <p:cNvPr id="40" name="Shape 38"/>
          <p:cNvSpPr/>
          <p:nvPr/>
        </p:nvSpPr>
        <p:spPr>
          <a:xfrm rot="2700000">
            <a:off x="438912" y="1161288"/>
            <a:ext cx="146304" cy="146304"/>
          </a:xfrm>
          <a:prstGeom prst="rect">
            <a:avLst/>
          </a:prstGeom>
          <a:solidFill>
            <a:srgbClr val="1A5FA8">
              <a:alpha val="52000"/>
            </a:srgbClr>
          </a:solidFill>
          <a:ln w="12700">
            <a:solidFill>
              <a:srgbClr val="0A1420"/>
            </a:solidFill>
            <a:prstDash val="solid"/>
          </a:ln>
        </p:spPr>
      </p:sp>
      <p:sp>
        <p:nvSpPr>
          <p:cNvPr id="41" name="Shape 39"/>
          <p:cNvSpPr/>
          <p:nvPr/>
        </p:nvSpPr>
        <p:spPr>
          <a:xfrm rot="2700000">
            <a:off x="859536" y="1161288"/>
            <a:ext cx="146304" cy="146304"/>
          </a:xfrm>
          <a:prstGeom prst="rect">
            <a:avLst/>
          </a:prstGeom>
          <a:solidFill>
            <a:srgbClr val="D4951A">
              <a:alpha val="52000"/>
            </a:srgbClr>
          </a:solidFill>
          <a:ln w="12700">
            <a:solidFill>
              <a:srgbClr val="0A1420"/>
            </a:solidFill>
            <a:prstDash val="solid"/>
          </a:ln>
        </p:spPr>
      </p:sp>
      <p:sp>
        <p:nvSpPr>
          <p:cNvPr id="42" name="Shape 40"/>
          <p:cNvSpPr/>
          <p:nvPr/>
        </p:nvSpPr>
        <p:spPr>
          <a:xfrm rot="2700000">
            <a:off x="1280160" y="1161288"/>
            <a:ext cx="146304" cy="146304"/>
          </a:xfrm>
          <a:prstGeom prst="rect">
            <a:avLst/>
          </a:prstGeom>
          <a:solidFill>
            <a:srgbClr val="1B9A8A">
              <a:alpha val="52000"/>
            </a:srgbClr>
          </a:solidFill>
          <a:ln w="12700">
            <a:solidFill>
              <a:srgbClr val="0A1420"/>
            </a:solidFill>
            <a:prstDash val="solid"/>
          </a:ln>
        </p:spPr>
      </p:sp>
      <p:sp>
        <p:nvSpPr>
          <p:cNvPr id="43" name="Shape 41"/>
          <p:cNvSpPr/>
          <p:nvPr/>
        </p:nvSpPr>
        <p:spPr>
          <a:xfrm rot="2700000">
            <a:off x="1700784" y="1161288"/>
            <a:ext cx="228600" cy="228600"/>
          </a:xfrm>
          <a:prstGeom prst="rect">
            <a:avLst/>
          </a:prstGeom>
          <a:solidFill>
            <a:srgbClr val="C0622B">
              <a:alpha val="52000"/>
            </a:srgbClr>
          </a:solidFill>
          <a:ln w="12700">
            <a:solidFill>
              <a:srgbClr val="0A1420"/>
            </a:solidFill>
            <a:prstDash val="solid"/>
          </a:ln>
        </p:spPr>
      </p:sp>
      <p:sp>
        <p:nvSpPr>
          <p:cNvPr id="44" name="Shape 42"/>
          <p:cNvSpPr/>
          <p:nvPr/>
        </p:nvSpPr>
        <p:spPr>
          <a:xfrm rot="2700000">
            <a:off x="2121408" y="1161288"/>
            <a:ext cx="146304" cy="146304"/>
          </a:xfrm>
          <a:prstGeom prst="rect">
            <a:avLst/>
          </a:prstGeom>
          <a:solidFill>
            <a:srgbClr val="C8B89A">
              <a:alpha val="52000"/>
            </a:srgbClr>
          </a:solidFill>
          <a:ln w="12700">
            <a:solidFill>
              <a:srgbClr val="0A1420"/>
            </a:solidFill>
            <a:prstDash val="solid"/>
          </a:ln>
        </p:spPr>
      </p:sp>
      <p:sp>
        <p:nvSpPr>
          <p:cNvPr id="45" name="Shape 43"/>
          <p:cNvSpPr/>
          <p:nvPr/>
        </p:nvSpPr>
        <p:spPr>
          <a:xfrm rot="2700000">
            <a:off x="2542032" y="1161288"/>
            <a:ext cx="146304" cy="146304"/>
          </a:xfrm>
          <a:prstGeom prst="rect">
            <a:avLst/>
          </a:prstGeom>
          <a:solidFill>
            <a:srgbClr val="1A5FA8">
              <a:alpha val="52000"/>
            </a:srgbClr>
          </a:solidFill>
          <a:ln w="12700">
            <a:solidFill>
              <a:srgbClr val="0A1420"/>
            </a:solidFill>
            <a:prstDash val="solid"/>
          </a:ln>
        </p:spPr>
      </p:sp>
      <p:sp>
        <p:nvSpPr>
          <p:cNvPr id="46" name="Shape 44"/>
          <p:cNvSpPr/>
          <p:nvPr/>
        </p:nvSpPr>
        <p:spPr>
          <a:xfrm rot="2700000">
            <a:off x="2962656" y="1161288"/>
            <a:ext cx="146304" cy="146304"/>
          </a:xfrm>
          <a:prstGeom prst="rect">
            <a:avLst/>
          </a:prstGeom>
          <a:solidFill>
            <a:srgbClr val="D4951A">
              <a:alpha val="52000"/>
            </a:srgbClr>
          </a:solidFill>
          <a:ln w="12700">
            <a:solidFill>
              <a:srgbClr val="0A1420"/>
            </a:solidFill>
            <a:prstDash val="solid"/>
          </a:ln>
        </p:spPr>
      </p:sp>
      <p:sp>
        <p:nvSpPr>
          <p:cNvPr id="47" name="Shape 45"/>
          <p:cNvSpPr/>
          <p:nvPr/>
        </p:nvSpPr>
        <p:spPr>
          <a:xfrm rot="2700000">
            <a:off x="3383280" y="1161288"/>
            <a:ext cx="228600" cy="228600"/>
          </a:xfrm>
          <a:prstGeom prst="rect">
            <a:avLst/>
          </a:prstGeom>
          <a:solidFill>
            <a:srgbClr val="1B9A8A">
              <a:alpha val="52000"/>
            </a:srgbClr>
          </a:solidFill>
          <a:ln w="12700">
            <a:solidFill>
              <a:srgbClr val="0A1420"/>
            </a:solidFill>
            <a:prstDash val="solid"/>
          </a:ln>
        </p:spPr>
      </p:sp>
      <p:sp>
        <p:nvSpPr>
          <p:cNvPr id="48" name="Shape 46"/>
          <p:cNvSpPr/>
          <p:nvPr/>
        </p:nvSpPr>
        <p:spPr>
          <a:xfrm rot="2700000">
            <a:off x="18288" y="1463040"/>
            <a:ext cx="146304" cy="146304"/>
          </a:xfrm>
          <a:prstGeom prst="rect">
            <a:avLst/>
          </a:prstGeom>
          <a:solidFill>
            <a:srgbClr val="1A5FA8">
              <a:alpha val="44000"/>
            </a:srgbClr>
          </a:solidFill>
          <a:ln w="12700">
            <a:solidFill>
              <a:srgbClr val="0A1420"/>
            </a:solidFill>
            <a:prstDash val="solid"/>
          </a:ln>
        </p:spPr>
      </p:sp>
      <p:sp>
        <p:nvSpPr>
          <p:cNvPr id="49" name="Shape 47"/>
          <p:cNvSpPr/>
          <p:nvPr/>
        </p:nvSpPr>
        <p:spPr>
          <a:xfrm rot="2700000">
            <a:off x="438912" y="1463040"/>
            <a:ext cx="146304" cy="146304"/>
          </a:xfrm>
          <a:prstGeom prst="rect">
            <a:avLst/>
          </a:prstGeom>
          <a:solidFill>
            <a:srgbClr val="D4951A">
              <a:alpha val="44000"/>
            </a:srgbClr>
          </a:solidFill>
          <a:ln w="12700">
            <a:solidFill>
              <a:srgbClr val="0A1420"/>
            </a:solidFill>
            <a:prstDash val="solid"/>
          </a:ln>
        </p:spPr>
      </p:sp>
      <p:sp>
        <p:nvSpPr>
          <p:cNvPr id="50" name="Shape 48"/>
          <p:cNvSpPr/>
          <p:nvPr/>
        </p:nvSpPr>
        <p:spPr>
          <a:xfrm rot="2700000">
            <a:off x="859536" y="1463040"/>
            <a:ext cx="146304" cy="146304"/>
          </a:xfrm>
          <a:prstGeom prst="rect">
            <a:avLst/>
          </a:prstGeom>
          <a:solidFill>
            <a:srgbClr val="1B9A8A">
              <a:alpha val="44000"/>
            </a:srgbClr>
          </a:solidFill>
          <a:ln w="12700">
            <a:solidFill>
              <a:srgbClr val="0A1420"/>
            </a:solidFill>
            <a:prstDash val="solid"/>
          </a:ln>
        </p:spPr>
      </p:sp>
      <p:sp>
        <p:nvSpPr>
          <p:cNvPr id="51" name="Shape 49"/>
          <p:cNvSpPr/>
          <p:nvPr/>
        </p:nvSpPr>
        <p:spPr>
          <a:xfrm rot="2700000">
            <a:off x="1280160" y="1463040"/>
            <a:ext cx="228600" cy="228600"/>
          </a:xfrm>
          <a:prstGeom prst="rect">
            <a:avLst/>
          </a:prstGeom>
          <a:solidFill>
            <a:srgbClr val="C0622B">
              <a:alpha val="44000"/>
            </a:srgbClr>
          </a:solidFill>
          <a:ln w="12700">
            <a:solidFill>
              <a:srgbClr val="0A1420"/>
            </a:solidFill>
            <a:prstDash val="solid"/>
          </a:ln>
        </p:spPr>
      </p:sp>
      <p:sp>
        <p:nvSpPr>
          <p:cNvPr id="52" name="Shape 50"/>
          <p:cNvSpPr/>
          <p:nvPr/>
        </p:nvSpPr>
        <p:spPr>
          <a:xfrm rot="2700000">
            <a:off x="1700784" y="1463040"/>
            <a:ext cx="146304" cy="146304"/>
          </a:xfrm>
          <a:prstGeom prst="rect">
            <a:avLst/>
          </a:prstGeom>
          <a:solidFill>
            <a:srgbClr val="C8B89A">
              <a:alpha val="44000"/>
            </a:srgbClr>
          </a:solidFill>
          <a:ln w="12700">
            <a:solidFill>
              <a:srgbClr val="0A1420"/>
            </a:solidFill>
            <a:prstDash val="solid"/>
          </a:ln>
        </p:spPr>
      </p:sp>
      <p:sp>
        <p:nvSpPr>
          <p:cNvPr id="53" name="Shape 51"/>
          <p:cNvSpPr/>
          <p:nvPr/>
        </p:nvSpPr>
        <p:spPr>
          <a:xfrm rot="2700000">
            <a:off x="2121408" y="1463040"/>
            <a:ext cx="146304" cy="146304"/>
          </a:xfrm>
          <a:prstGeom prst="rect">
            <a:avLst/>
          </a:prstGeom>
          <a:solidFill>
            <a:srgbClr val="1A5FA8">
              <a:alpha val="44000"/>
            </a:srgbClr>
          </a:solidFill>
          <a:ln w="12700">
            <a:solidFill>
              <a:srgbClr val="0A1420"/>
            </a:solidFill>
            <a:prstDash val="solid"/>
          </a:ln>
        </p:spPr>
      </p:sp>
      <p:sp>
        <p:nvSpPr>
          <p:cNvPr id="54" name="Shape 52"/>
          <p:cNvSpPr/>
          <p:nvPr/>
        </p:nvSpPr>
        <p:spPr>
          <a:xfrm rot="2700000">
            <a:off x="2542032" y="1463040"/>
            <a:ext cx="146304" cy="146304"/>
          </a:xfrm>
          <a:prstGeom prst="rect">
            <a:avLst/>
          </a:prstGeom>
          <a:solidFill>
            <a:srgbClr val="D4951A">
              <a:alpha val="44000"/>
            </a:srgbClr>
          </a:solidFill>
          <a:ln w="12700">
            <a:solidFill>
              <a:srgbClr val="0A1420"/>
            </a:solidFill>
            <a:prstDash val="solid"/>
          </a:ln>
        </p:spPr>
      </p:sp>
      <p:sp>
        <p:nvSpPr>
          <p:cNvPr id="55" name="Shape 53"/>
          <p:cNvSpPr/>
          <p:nvPr/>
        </p:nvSpPr>
        <p:spPr>
          <a:xfrm rot="2700000">
            <a:off x="2962656" y="1463040"/>
            <a:ext cx="228600" cy="228600"/>
          </a:xfrm>
          <a:prstGeom prst="rect">
            <a:avLst/>
          </a:prstGeom>
          <a:solidFill>
            <a:srgbClr val="1B9A8A">
              <a:alpha val="44000"/>
            </a:srgbClr>
          </a:solidFill>
          <a:ln w="12700">
            <a:solidFill>
              <a:srgbClr val="0A1420"/>
            </a:solidFill>
            <a:prstDash val="solid"/>
          </a:ln>
        </p:spPr>
      </p:sp>
      <p:sp>
        <p:nvSpPr>
          <p:cNvPr id="56" name="Shape 54"/>
          <p:cNvSpPr/>
          <p:nvPr/>
        </p:nvSpPr>
        <p:spPr>
          <a:xfrm rot="2700000">
            <a:off x="3383280" y="1463040"/>
            <a:ext cx="146304" cy="146304"/>
          </a:xfrm>
          <a:prstGeom prst="rect">
            <a:avLst/>
          </a:prstGeom>
          <a:solidFill>
            <a:srgbClr val="C0622B">
              <a:alpha val="44000"/>
            </a:srgbClr>
          </a:solidFill>
          <a:ln w="12700">
            <a:solidFill>
              <a:srgbClr val="0A1420"/>
            </a:solidFill>
            <a:prstDash val="solid"/>
          </a:ln>
        </p:spPr>
      </p:sp>
      <p:sp>
        <p:nvSpPr>
          <p:cNvPr id="57" name="Shape 55"/>
          <p:cNvSpPr/>
          <p:nvPr/>
        </p:nvSpPr>
        <p:spPr>
          <a:xfrm rot="2700000">
            <a:off x="18288" y="1764792"/>
            <a:ext cx="146304" cy="146304"/>
          </a:xfrm>
          <a:prstGeom prst="rect">
            <a:avLst/>
          </a:prstGeom>
          <a:solidFill>
            <a:srgbClr val="D4951A">
              <a:alpha val="36000"/>
            </a:srgbClr>
          </a:solidFill>
          <a:ln w="12700">
            <a:solidFill>
              <a:srgbClr val="0A1420"/>
            </a:solidFill>
            <a:prstDash val="solid"/>
          </a:ln>
        </p:spPr>
      </p:sp>
      <p:sp>
        <p:nvSpPr>
          <p:cNvPr id="58" name="Shape 56"/>
          <p:cNvSpPr/>
          <p:nvPr/>
        </p:nvSpPr>
        <p:spPr>
          <a:xfrm rot="2700000">
            <a:off x="438912" y="1764792"/>
            <a:ext cx="146304" cy="146304"/>
          </a:xfrm>
          <a:prstGeom prst="rect">
            <a:avLst/>
          </a:prstGeom>
          <a:solidFill>
            <a:srgbClr val="1B9A8A">
              <a:alpha val="36000"/>
            </a:srgbClr>
          </a:solidFill>
          <a:ln w="12700">
            <a:solidFill>
              <a:srgbClr val="0A1420"/>
            </a:solidFill>
            <a:prstDash val="solid"/>
          </a:ln>
        </p:spPr>
      </p:sp>
      <p:sp>
        <p:nvSpPr>
          <p:cNvPr id="59" name="Shape 57"/>
          <p:cNvSpPr/>
          <p:nvPr/>
        </p:nvSpPr>
        <p:spPr>
          <a:xfrm rot="2700000">
            <a:off x="859536" y="1764792"/>
            <a:ext cx="228600" cy="228600"/>
          </a:xfrm>
          <a:prstGeom prst="rect">
            <a:avLst/>
          </a:prstGeom>
          <a:solidFill>
            <a:srgbClr val="C0622B">
              <a:alpha val="36000"/>
            </a:srgbClr>
          </a:solidFill>
          <a:ln w="12700">
            <a:solidFill>
              <a:srgbClr val="0A1420"/>
            </a:solidFill>
            <a:prstDash val="solid"/>
          </a:ln>
        </p:spPr>
      </p:sp>
      <p:sp>
        <p:nvSpPr>
          <p:cNvPr id="60" name="Shape 58"/>
          <p:cNvSpPr/>
          <p:nvPr/>
        </p:nvSpPr>
        <p:spPr>
          <a:xfrm rot="2700000">
            <a:off x="1280160" y="1764792"/>
            <a:ext cx="146304" cy="146304"/>
          </a:xfrm>
          <a:prstGeom prst="rect">
            <a:avLst/>
          </a:prstGeom>
          <a:solidFill>
            <a:srgbClr val="C8B89A">
              <a:alpha val="36000"/>
            </a:srgbClr>
          </a:solidFill>
          <a:ln w="12700">
            <a:solidFill>
              <a:srgbClr val="0A1420"/>
            </a:solidFill>
            <a:prstDash val="solid"/>
          </a:ln>
        </p:spPr>
      </p:sp>
      <p:sp>
        <p:nvSpPr>
          <p:cNvPr id="61" name="Shape 59"/>
          <p:cNvSpPr/>
          <p:nvPr/>
        </p:nvSpPr>
        <p:spPr>
          <a:xfrm rot="2700000">
            <a:off x="1700784" y="1764792"/>
            <a:ext cx="146304" cy="146304"/>
          </a:xfrm>
          <a:prstGeom prst="rect">
            <a:avLst/>
          </a:prstGeom>
          <a:solidFill>
            <a:srgbClr val="1A5FA8">
              <a:alpha val="36000"/>
            </a:srgbClr>
          </a:solidFill>
          <a:ln w="12700">
            <a:solidFill>
              <a:srgbClr val="0A1420"/>
            </a:solidFill>
            <a:prstDash val="solid"/>
          </a:ln>
        </p:spPr>
      </p:sp>
      <p:sp>
        <p:nvSpPr>
          <p:cNvPr id="62" name="Shape 60"/>
          <p:cNvSpPr/>
          <p:nvPr/>
        </p:nvSpPr>
        <p:spPr>
          <a:xfrm rot="2700000">
            <a:off x="2121408" y="1764792"/>
            <a:ext cx="146304" cy="146304"/>
          </a:xfrm>
          <a:prstGeom prst="rect">
            <a:avLst/>
          </a:prstGeom>
          <a:solidFill>
            <a:srgbClr val="D4951A">
              <a:alpha val="36000"/>
            </a:srgbClr>
          </a:solidFill>
          <a:ln w="12700">
            <a:solidFill>
              <a:srgbClr val="0A1420"/>
            </a:solidFill>
            <a:prstDash val="solid"/>
          </a:ln>
        </p:spPr>
      </p:sp>
      <p:sp>
        <p:nvSpPr>
          <p:cNvPr id="63" name="Shape 61"/>
          <p:cNvSpPr/>
          <p:nvPr/>
        </p:nvSpPr>
        <p:spPr>
          <a:xfrm rot="2700000">
            <a:off x="2542032" y="1764792"/>
            <a:ext cx="228600" cy="228600"/>
          </a:xfrm>
          <a:prstGeom prst="rect">
            <a:avLst/>
          </a:prstGeom>
          <a:solidFill>
            <a:srgbClr val="1B9A8A">
              <a:alpha val="36000"/>
            </a:srgbClr>
          </a:solidFill>
          <a:ln w="12700">
            <a:solidFill>
              <a:srgbClr val="0A1420"/>
            </a:solidFill>
            <a:prstDash val="solid"/>
          </a:ln>
        </p:spPr>
      </p:sp>
      <p:sp>
        <p:nvSpPr>
          <p:cNvPr id="64" name="Shape 62"/>
          <p:cNvSpPr/>
          <p:nvPr/>
        </p:nvSpPr>
        <p:spPr>
          <a:xfrm rot="2700000">
            <a:off x="2962656" y="1764792"/>
            <a:ext cx="146304" cy="146304"/>
          </a:xfrm>
          <a:prstGeom prst="rect">
            <a:avLst/>
          </a:prstGeom>
          <a:solidFill>
            <a:srgbClr val="C0622B">
              <a:alpha val="36000"/>
            </a:srgbClr>
          </a:solidFill>
          <a:ln w="12700">
            <a:solidFill>
              <a:srgbClr val="0A1420"/>
            </a:solidFill>
            <a:prstDash val="solid"/>
          </a:ln>
        </p:spPr>
      </p:sp>
      <p:sp>
        <p:nvSpPr>
          <p:cNvPr id="65" name="Shape 63"/>
          <p:cNvSpPr/>
          <p:nvPr/>
        </p:nvSpPr>
        <p:spPr>
          <a:xfrm rot="2700000">
            <a:off x="3383280" y="1764792"/>
            <a:ext cx="146304" cy="146304"/>
          </a:xfrm>
          <a:prstGeom prst="rect">
            <a:avLst/>
          </a:prstGeom>
          <a:solidFill>
            <a:srgbClr val="C8B89A">
              <a:alpha val="36000"/>
            </a:srgbClr>
          </a:solidFill>
          <a:ln w="12700">
            <a:solidFill>
              <a:srgbClr val="0A1420"/>
            </a:solidFill>
            <a:prstDash val="solid"/>
          </a:ln>
        </p:spPr>
      </p:sp>
      <p:sp>
        <p:nvSpPr>
          <p:cNvPr id="66" name="Shape 64"/>
          <p:cNvSpPr/>
          <p:nvPr/>
        </p:nvSpPr>
        <p:spPr>
          <a:xfrm rot="2700000">
            <a:off x="18288" y="2066544"/>
            <a:ext cx="146304" cy="146304"/>
          </a:xfrm>
          <a:prstGeom prst="rect">
            <a:avLst/>
          </a:prstGeom>
          <a:solidFill>
            <a:srgbClr val="1B9A8A">
              <a:alpha val="28000"/>
            </a:srgbClr>
          </a:solidFill>
          <a:ln w="12700">
            <a:solidFill>
              <a:srgbClr val="0A1420"/>
            </a:solidFill>
            <a:prstDash val="solid"/>
          </a:ln>
        </p:spPr>
      </p:sp>
      <p:sp>
        <p:nvSpPr>
          <p:cNvPr id="67" name="Shape 65"/>
          <p:cNvSpPr/>
          <p:nvPr/>
        </p:nvSpPr>
        <p:spPr>
          <a:xfrm rot="2700000">
            <a:off x="438912" y="2066544"/>
            <a:ext cx="228600" cy="228600"/>
          </a:xfrm>
          <a:prstGeom prst="rect">
            <a:avLst/>
          </a:prstGeom>
          <a:solidFill>
            <a:srgbClr val="C0622B">
              <a:alpha val="28000"/>
            </a:srgbClr>
          </a:solidFill>
          <a:ln w="12700">
            <a:solidFill>
              <a:srgbClr val="0A1420"/>
            </a:solidFill>
            <a:prstDash val="solid"/>
          </a:ln>
        </p:spPr>
      </p:sp>
      <p:sp>
        <p:nvSpPr>
          <p:cNvPr id="68" name="Shape 66"/>
          <p:cNvSpPr/>
          <p:nvPr/>
        </p:nvSpPr>
        <p:spPr>
          <a:xfrm rot="2700000">
            <a:off x="859536" y="2066544"/>
            <a:ext cx="146304" cy="146304"/>
          </a:xfrm>
          <a:prstGeom prst="rect">
            <a:avLst/>
          </a:prstGeom>
          <a:solidFill>
            <a:srgbClr val="C8B89A">
              <a:alpha val="28000"/>
            </a:srgbClr>
          </a:solidFill>
          <a:ln w="12700">
            <a:solidFill>
              <a:srgbClr val="0A1420"/>
            </a:solidFill>
            <a:prstDash val="solid"/>
          </a:ln>
        </p:spPr>
      </p:sp>
      <p:sp>
        <p:nvSpPr>
          <p:cNvPr id="69" name="Shape 67"/>
          <p:cNvSpPr/>
          <p:nvPr/>
        </p:nvSpPr>
        <p:spPr>
          <a:xfrm rot="2700000">
            <a:off x="1280160" y="2066544"/>
            <a:ext cx="146304" cy="146304"/>
          </a:xfrm>
          <a:prstGeom prst="rect">
            <a:avLst/>
          </a:prstGeom>
          <a:solidFill>
            <a:srgbClr val="1A5FA8">
              <a:alpha val="28000"/>
            </a:srgbClr>
          </a:solidFill>
          <a:ln w="12700">
            <a:solidFill>
              <a:srgbClr val="0A1420"/>
            </a:solidFill>
            <a:prstDash val="solid"/>
          </a:ln>
        </p:spPr>
      </p:sp>
      <p:sp>
        <p:nvSpPr>
          <p:cNvPr id="70" name="Shape 68"/>
          <p:cNvSpPr/>
          <p:nvPr/>
        </p:nvSpPr>
        <p:spPr>
          <a:xfrm rot="2700000">
            <a:off x="1700784" y="2066544"/>
            <a:ext cx="146304" cy="146304"/>
          </a:xfrm>
          <a:prstGeom prst="rect">
            <a:avLst/>
          </a:prstGeom>
          <a:solidFill>
            <a:srgbClr val="D4951A">
              <a:alpha val="28000"/>
            </a:srgbClr>
          </a:solidFill>
          <a:ln w="12700">
            <a:solidFill>
              <a:srgbClr val="0A1420"/>
            </a:solidFill>
            <a:prstDash val="solid"/>
          </a:ln>
        </p:spPr>
      </p:sp>
      <p:sp>
        <p:nvSpPr>
          <p:cNvPr id="71" name="Shape 69"/>
          <p:cNvSpPr/>
          <p:nvPr/>
        </p:nvSpPr>
        <p:spPr>
          <a:xfrm rot="2700000">
            <a:off x="2121408" y="2066544"/>
            <a:ext cx="228600" cy="228600"/>
          </a:xfrm>
          <a:prstGeom prst="rect">
            <a:avLst/>
          </a:prstGeom>
          <a:solidFill>
            <a:srgbClr val="1B9A8A">
              <a:alpha val="28000"/>
            </a:srgbClr>
          </a:solidFill>
          <a:ln w="12700">
            <a:solidFill>
              <a:srgbClr val="0A1420"/>
            </a:solidFill>
            <a:prstDash val="solid"/>
          </a:ln>
        </p:spPr>
      </p:sp>
      <p:sp>
        <p:nvSpPr>
          <p:cNvPr id="72" name="Shape 70"/>
          <p:cNvSpPr/>
          <p:nvPr/>
        </p:nvSpPr>
        <p:spPr>
          <a:xfrm rot="2700000">
            <a:off x="2542032" y="2066544"/>
            <a:ext cx="146304" cy="146304"/>
          </a:xfrm>
          <a:prstGeom prst="rect">
            <a:avLst/>
          </a:prstGeom>
          <a:solidFill>
            <a:srgbClr val="C0622B">
              <a:alpha val="28000"/>
            </a:srgbClr>
          </a:solidFill>
          <a:ln w="12700">
            <a:solidFill>
              <a:srgbClr val="0A1420"/>
            </a:solidFill>
            <a:prstDash val="solid"/>
          </a:ln>
        </p:spPr>
      </p:sp>
      <p:sp>
        <p:nvSpPr>
          <p:cNvPr id="73" name="Shape 71"/>
          <p:cNvSpPr/>
          <p:nvPr/>
        </p:nvSpPr>
        <p:spPr>
          <a:xfrm rot="2700000">
            <a:off x="2962656" y="2066544"/>
            <a:ext cx="146304" cy="146304"/>
          </a:xfrm>
          <a:prstGeom prst="rect">
            <a:avLst/>
          </a:prstGeom>
          <a:solidFill>
            <a:srgbClr val="C8B89A">
              <a:alpha val="28000"/>
            </a:srgbClr>
          </a:solidFill>
          <a:ln w="12700">
            <a:solidFill>
              <a:srgbClr val="0A1420"/>
            </a:solidFill>
            <a:prstDash val="solid"/>
          </a:ln>
        </p:spPr>
      </p:sp>
      <p:sp>
        <p:nvSpPr>
          <p:cNvPr id="74" name="Shape 72"/>
          <p:cNvSpPr/>
          <p:nvPr/>
        </p:nvSpPr>
        <p:spPr>
          <a:xfrm rot="2700000">
            <a:off x="3383280" y="2066544"/>
            <a:ext cx="146304" cy="146304"/>
          </a:xfrm>
          <a:prstGeom prst="rect">
            <a:avLst/>
          </a:prstGeom>
          <a:solidFill>
            <a:srgbClr val="1A5FA8">
              <a:alpha val="28000"/>
            </a:srgbClr>
          </a:solidFill>
          <a:ln w="12700">
            <a:solidFill>
              <a:srgbClr val="0A1420"/>
            </a:solidFill>
            <a:prstDash val="solid"/>
          </a:ln>
        </p:spPr>
      </p:sp>
      <p:sp>
        <p:nvSpPr>
          <p:cNvPr id="75" name="Shape 73"/>
          <p:cNvSpPr/>
          <p:nvPr/>
        </p:nvSpPr>
        <p:spPr>
          <a:xfrm rot="2700000">
            <a:off x="18288" y="2368296"/>
            <a:ext cx="228600" cy="228600"/>
          </a:xfrm>
          <a:prstGeom prst="rect">
            <a:avLst/>
          </a:prstGeom>
          <a:solidFill>
            <a:srgbClr val="C0622B">
              <a:alpha val="52000"/>
            </a:srgbClr>
          </a:solidFill>
          <a:ln w="12700">
            <a:solidFill>
              <a:srgbClr val="0A1420"/>
            </a:solidFill>
            <a:prstDash val="solid"/>
          </a:ln>
        </p:spPr>
      </p:sp>
      <p:sp>
        <p:nvSpPr>
          <p:cNvPr id="76" name="Shape 74"/>
          <p:cNvSpPr/>
          <p:nvPr/>
        </p:nvSpPr>
        <p:spPr>
          <a:xfrm rot="2700000">
            <a:off x="438912" y="2368296"/>
            <a:ext cx="146304" cy="146304"/>
          </a:xfrm>
          <a:prstGeom prst="rect">
            <a:avLst/>
          </a:prstGeom>
          <a:solidFill>
            <a:srgbClr val="C8B89A">
              <a:alpha val="52000"/>
            </a:srgbClr>
          </a:solidFill>
          <a:ln w="12700">
            <a:solidFill>
              <a:srgbClr val="0A1420"/>
            </a:solidFill>
            <a:prstDash val="solid"/>
          </a:ln>
        </p:spPr>
      </p:sp>
      <p:sp>
        <p:nvSpPr>
          <p:cNvPr id="77" name="Shape 75"/>
          <p:cNvSpPr/>
          <p:nvPr/>
        </p:nvSpPr>
        <p:spPr>
          <a:xfrm rot="2700000">
            <a:off x="859536" y="2368296"/>
            <a:ext cx="146304" cy="146304"/>
          </a:xfrm>
          <a:prstGeom prst="rect">
            <a:avLst/>
          </a:prstGeom>
          <a:solidFill>
            <a:srgbClr val="1A5FA8">
              <a:alpha val="52000"/>
            </a:srgbClr>
          </a:solidFill>
          <a:ln w="12700">
            <a:solidFill>
              <a:srgbClr val="0A1420"/>
            </a:solidFill>
            <a:prstDash val="solid"/>
          </a:ln>
        </p:spPr>
      </p:sp>
      <p:sp>
        <p:nvSpPr>
          <p:cNvPr id="78" name="Shape 76"/>
          <p:cNvSpPr/>
          <p:nvPr/>
        </p:nvSpPr>
        <p:spPr>
          <a:xfrm rot="2700000">
            <a:off x="1280160" y="2368296"/>
            <a:ext cx="146304" cy="146304"/>
          </a:xfrm>
          <a:prstGeom prst="rect">
            <a:avLst/>
          </a:prstGeom>
          <a:solidFill>
            <a:srgbClr val="D4951A">
              <a:alpha val="52000"/>
            </a:srgbClr>
          </a:solidFill>
          <a:ln w="12700">
            <a:solidFill>
              <a:srgbClr val="0A1420"/>
            </a:solidFill>
            <a:prstDash val="solid"/>
          </a:ln>
        </p:spPr>
      </p:sp>
      <p:sp>
        <p:nvSpPr>
          <p:cNvPr id="79" name="Shape 77"/>
          <p:cNvSpPr/>
          <p:nvPr/>
        </p:nvSpPr>
        <p:spPr>
          <a:xfrm rot="2700000">
            <a:off x="1700784" y="2368296"/>
            <a:ext cx="228600" cy="228600"/>
          </a:xfrm>
          <a:prstGeom prst="rect">
            <a:avLst/>
          </a:prstGeom>
          <a:solidFill>
            <a:srgbClr val="1B9A8A">
              <a:alpha val="52000"/>
            </a:srgbClr>
          </a:solidFill>
          <a:ln w="12700">
            <a:solidFill>
              <a:srgbClr val="0A1420"/>
            </a:solidFill>
            <a:prstDash val="solid"/>
          </a:ln>
        </p:spPr>
      </p:sp>
      <p:sp>
        <p:nvSpPr>
          <p:cNvPr id="80" name="Shape 78"/>
          <p:cNvSpPr/>
          <p:nvPr/>
        </p:nvSpPr>
        <p:spPr>
          <a:xfrm rot="2700000">
            <a:off x="2121408" y="2368296"/>
            <a:ext cx="146304" cy="146304"/>
          </a:xfrm>
          <a:prstGeom prst="rect">
            <a:avLst/>
          </a:prstGeom>
          <a:solidFill>
            <a:srgbClr val="C0622B">
              <a:alpha val="52000"/>
            </a:srgbClr>
          </a:solidFill>
          <a:ln w="12700">
            <a:solidFill>
              <a:srgbClr val="0A1420"/>
            </a:solidFill>
            <a:prstDash val="solid"/>
          </a:ln>
        </p:spPr>
      </p:sp>
      <p:sp>
        <p:nvSpPr>
          <p:cNvPr id="81" name="Shape 79"/>
          <p:cNvSpPr/>
          <p:nvPr/>
        </p:nvSpPr>
        <p:spPr>
          <a:xfrm rot="2700000">
            <a:off x="2542032" y="2368296"/>
            <a:ext cx="146304" cy="146304"/>
          </a:xfrm>
          <a:prstGeom prst="rect">
            <a:avLst/>
          </a:prstGeom>
          <a:solidFill>
            <a:srgbClr val="C8B89A">
              <a:alpha val="52000"/>
            </a:srgbClr>
          </a:solidFill>
          <a:ln w="12700">
            <a:solidFill>
              <a:srgbClr val="0A1420"/>
            </a:solidFill>
            <a:prstDash val="solid"/>
          </a:ln>
        </p:spPr>
      </p:sp>
      <p:sp>
        <p:nvSpPr>
          <p:cNvPr id="82" name="Shape 80"/>
          <p:cNvSpPr/>
          <p:nvPr/>
        </p:nvSpPr>
        <p:spPr>
          <a:xfrm rot="2700000">
            <a:off x="2962656" y="2368296"/>
            <a:ext cx="146304" cy="146304"/>
          </a:xfrm>
          <a:prstGeom prst="rect">
            <a:avLst/>
          </a:prstGeom>
          <a:solidFill>
            <a:srgbClr val="1A5FA8">
              <a:alpha val="52000"/>
            </a:srgbClr>
          </a:solidFill>
          <a:ln w="12700">
            <a:solidFill>
              <a:srgbClr val="0A1420"/>
            </a:solidFill>
            <a:prstDash val="solid"/>
          </a:ln>
        </p:spPr>
      </p:sp>
      <p:sp>
        <p:nvSpPr>
          <p:cNvPr id="83" name="Shape 81"/>
          <p:cNvSpPr/>
          <p:nvPr/>
        </p:nvSpPr>
        <p:spPr>
          <a:xfrm rot="2700000">
            <a:off x="3383280" y="2368296"/>
            <a:ext cx="228600" cy="228600"/>
          </a:xfrm>
          <a:prstGeom prst="rect">
            <a:avLst/>
          </a:prstGeom>
          <a:solidFill>
            <a:srgbClr val="D4951A">
              <a:alpha val="52000"/>
            </a:srgbClr>
          </a:solidFill>
          <a:ln w="12700">
            <a:solidFill>
              <a:srgbClr val="0A1420"/>
            </a:solidFill>
            <a:prstDash val="solid"/>
          </a:ln>
        </p:spPr>
      </p:sp>
      <p:sp>
        <p:nvSpPr>
          <p:cNvPr id="84" name="Shape 82"/>
          <p:cNvSpPr/>
          <p:nvPr/>
        </p:nvSpPr>
        <p:spPr>
          <a:xfrm rot="2700000">
            <a:off x="18288" y="2670048"/>
            <a:ext cx="146304" cy="146304"/>
          </a:xfrm>
          <a:prstGeom prst="rect">
            <a:avLst/>
          </a:prstGeom>
          <a:solidFill>
            <a:srgbClr val="C8B89A">
              <a:alpha val="44000"/>
            </a:srgbClr>
          </a:solidFill>
          <a:ln w="12700">
            <a:solidFill>
              <a:srgbClr val="0A1420"/>
            </a:solidFill>
            <a:prstDash val="solid"/>
          </a:ln>
        </p:spPr>
      </p:sp>
      <p:sp>
        <p:nvSpPr>
          <p:cNvPr id="85" name="Shape 83"/>
          <p:cNvSpPr/>
          <p:nvPr/>
        </p:nvSpPr>
        <p:spPr>
          <a:xfrm rot="2700000">
            <a:off x="438912" y="2670048"/>
            <a:ext cx="146304" cy="146304"/>
          </a:xfrm>
          <a:prstGeom prst="rect">
            <a:avLst/>
          </a:prstGeom>
          <a:solidFill>
            <a:srgbClr val="1A5FA8">
              <a:alpha val="44000"/>
            </a:srgbClr>
          </a:solidFill>
          <a:ln w="12700">
            <a:solidFill>
              <a:srgbClr val="0A1420"/>
            </a:solidFill>
            <a:prstDash val="solid"/>
          </a:ln>
        </p:spPr>
      </p:sp>
      <p:sp>
        <p:nvSpPr>
          <p:cNvPr id="86" name="Shape 84"/>
          <p:cNvSpPr/>
          <p:nvPr/>
        </p:nvSpPr>
        <p:spPr>
          <a:xfrm rot="2700000">
            <a:off x="859536" y="2670048"/>
            <a:ext cx="146304" cy="146304"/>
          </a:xfrm>
          <a:prstGeom prst="rect">
            <a:avLst/>
          </a:prstGeom>
          <a:solidFill>
            <a:srgbClr val="D4951A">
              <a:alpha val="44000"/>
            </a:srgbClr>
          </a:solidFill>
          <a:ln w="12700">
            <a:solidFill>
              <a:srgbClr val="0A1420"/>
            </a:solidFill>
            <a:prstDash val="solid"/>
          </a:ln>
        </p:spPr>
      </p:sp>
      <p:sp>
        <p:nvSpPr>
          <p:cNvPr id="87" name="Shape 85"/>
          <p:cNvSpPr/>
          <p:nvPr/>
        </p:nvSpPr>
        <p:spPr>
          <a:xfrm rot="2700000">
            <a:off x="1280160" y="2670048"/>
            <a:ext cx="228600" cy="228600"/>
          </a:xfrm>
          <a:prstGeom prst="rect">
            <a:avLst/>
          </a:prstGeom>
          <a:solidFill>
            <a:srgbClr val="1B9A8A">
              <a:alpha val="44000"/>
            </a:srgbClr>
          </a:solidFill>
          <a:ln w="12700">
            <a:solidFill>
              <a:srgbClr val="0A1420"/>
            </a:solidFill>
            <a:prstDash val="solid"/>
          </a:ln>
        </p:spPr>
      </p:sp>
      <p:sp>
        <p:nvSpPr>
          <p:cNvPr id="88" name="Shape 86"/>
          <p:cNvSpPr/>
          <p:nvPr/>
        </p:nvSpPr>
        <p:spPr>
          <a:xfrm rot="2700000">
            <a:off x="1700784" y="2670048"/>
            <a:ext cx="146304" cy="146304"/>
          </a:xfrm>
          <a:prstGeom prst="rect">
            <a:avLst/>
          </a:prstGeom>
          <a:solidFill>
            <a:srgbClr val="C0622B">
              <a:alpha val="44000"/>
            </a:srgbClr>
          </a:solidFill>
          <a:ln w="12700">
            <a:solidFill>
              <a:srgbClr val="0A1420"/>
            </a:solidFill>
            <a:prstDash val="solid"/>
          </a:ln>
        </p:spPr>
      </p:sp>
      <p:sp>
        <p:nvSpPr>
          <p:cNvPr id="89" name="Shape 87"/>
          <p:cNvSpPr/>
          <p:nvPr/>
        </p:nvSpPr>
        <p:spPr>
          <a:xfrm rot="2700000">
            <a:off x="2121408" y="2670048"/>
            <a:ext cx="146304" cy="146304"/>
          </a:xfrm>
          <a:prstGeom prst="rect">
            <a:avLst/>
          </a:prstGeom>
          <a:solidFill>
            <a:srgbClr val="C8B89A">
              <a:alpha val="44000"/>
            </a:srgbClr>
          </a:solidFill>
          <a:ln w="12700">
            <a:solidFill>
              <a:srgbClr val="0A1420"/>
            </a:solidFill>
            <a:prstDash val="solid"/>
          </a:ln>
        </p:spPr>
      </p:sp>
      <p:sp>
        <p:nvSpPr>
          <p:cNvPr id="90" name="Shape 88"/>
          <p:cNvSpPr/>
          <p:nvPr/>
        </p:nvSpPr>
        <p:spPr>
          <a:xfrm rot="2700000">
            <a:off x="2542032" y="2670048"/>
            <a:ext cx="146304" cy="146304"/>
          </a:xfrm>
          <a:prstGeom prst="rect">
            <a:avLst/>
          </a:prstGeom>
          <a:solidFill>
            <a:srgbClr val="1A5FA8">
              <a:alpha val="44000"/>
            </a:srgbClr>
          </a:solidFill>
          <a:ln w="12700">
            <a:solidFill>
              <a:srgbClr val="0A1420"/>
            </a:solidFill>
            <a:prstDash val="solid"/>
          </a:ln>
        </p:spPr>
      </p:sp>
      <p:sp>
        <p:nvSpPr>
          <p:cNvPr id="91" name="Shape 89"/>
          <p:cNvSpPr/>
          <p:nvPr/>
        </p:nvSpPr>
        <p:spPr>
          <a:xfrm rot="2700000">
            <a:off x="2962656" y="2670048"/>
            <a:ext cx="228600" cy="228600"/>
          </a:xfrm>
          <a:prstGeom prst="rect">
            <a:avLst/>
          </a:prstGeom>
          <a:solidFill>
            <a:srgbClr val="D4951A">
              <a:alpha val="44000"/>
            </a:srgbClr>
          </a:solidFill>
          <a:ln w="12700">
            <a:solidFill>
              <a:srgbClr val="0A1420"/>
            </a:solidFill>
            <a:prstDash val="solid"/>
          </a:ln>
        </p:spPr>
      </p:sp>
      <p:sp>
        <p:nvSpPr>
          <p:cNvPr id="92" name="Shape 90"/>
          <p:cNvSpPr/>
          <p:nvPr/>
        </p:nvSpPr>
        <p:spPr>
          <a:xfrm rot="2700000">
            <a:off x="3383280" y="2670048"/>
            <a:ext cx="146304" cy="146304"/>
          </a:xfrm>
          <a:prstGeom prst="rect">
            <a:avLst/>
          </a:prstGeom>
          <a:solidFill>
            <a:srgbClr val="1B9A8A">
              <a:alpha val="44000"/>
            </a:srgbClr>
          </a:solidFill>
          <a:ln w="12700">
            <a:solidFill>
              <a:srgbClr val="0A1420"/>
            </a:solidFill>
            <a:prstDash val="solid"/>
          </a:ln>
        </p:spPr>
      </p:sp>
      <p:sp>
        <p:nvSpPr>
          <p:cNvPr id="93" name="Shape 91"/>
          <p:cNvSpPr/>
          <p:nvPr/>
        </p:nvSpPr>
        <p:spPr>
          <a:xfrm rot="2700000">
            <a:off x="18288" y="2971800"/>
            <a:ext cx="146304" cy="146304"/>
          </a:xfrm>
          <a:prstGeom prst="rect">
            <a:avLst/>
          </a:prstGeom>
          <a:solidFill>
            <a:srgbClr val="1A5FA8">
              <a:alpha val="36000"/>
            </a:srgbClr>
          </a:solidFill>
          <a:ln w="12700">
            <a:solidFill>
              <a:srgbClr val="0A1420"/>
            </a:solidFill>
            <a:prstDash val="solid"/>
          </a:ln>
        </p:spPr>
      </p:sp>
      <p:sp>
        <p:nvSpPr>
          <p:cNvPr id="94" name="Shape 92"/>
          <p:cNvSpPr/>
          <p:nvPr/>
        </p:nvSpPr>
        <p:spPr>
          <a:xfrm rot="2700000">
            <a:off x="438912" y="2971800"/>
            <a:ext cx="146304" cy="146304"/>
          </a:xfrm>
          <a:prstGeom prst="rect">
            <a:avLst/>
          </a:prstGeom>
          <a:solidFill>
            <a:srgbClr val="D4951A">
              <a:alpha val="36000"/>
            </a:srgbClr>
          </a:solidFill>
          <a:ln w="12700">
            <a:solidFill>
              <a:srgbClr val="0A1420"/>
            </a:solidFill>
            <a:prstDash val="solid"/>
          </a:ln>
        </p:spPr>
      </p:sp>
      <p:sp>
        <p:nvSpPr>
          <p:cNvPr id="95" name="Shape 93"/>
          <p:cNvSpPr/>
          <p:nvPr/>
        </p:nvSpPr>
        <p:spPr>
          <a:xfrm rot="2700000">
            <a:off x="859536" y="2971800"/>
            <a:ext cx="228600" cy="228600"/>
          </a:xfrm>
          <a:prstGeom prst="rect">
            <a:avLst/>
          </a:prstGeom>
          <a:solidFill>
            <a:srgbClr val="1B9A8A">
              <a:alpha val="36000"/>
            </a:srgbClr>
          </a:solidFill>
          <a:ln w="12700">
            <a:solidFill>
              <a:srgbClr val="0A1420"/>
            </a:solidFill>
            <a:prstDash val="solid"/>
          </a:ln>
        </p:spPr>
      </p:sp>
      <p:sp>
        <p:nvSpPr>
          <p:cNvPr id="96" name="Shape 94"/>
          <p:cNvSpPr/>
          <p:nvPr/>
        </p:nvSpPr>
        <p:spPr>
          <a:xfrm rot="2700000">
            <a:off x="1280160" y="2971800"/>
            <a:ext cx="146304" cy="146304"/>
          </a:xfrm>
          <a:prstGeom prst="rect">
            <a:avLst/>
          </a:prstGeom>
          <a:solidFill>
            <a:srgbClr val="C0622B">
              <a:alpha val="36000"/>
            </a:srgbClr>
          </a:solidFill>
          <a:ln w="12700">
            <a:solidFill>
              <a:srgbClr val="0A1420"/>
            </a:solidFill>
            <a:prstDash val="solid"/>
          </a:ln>
        </p:spPr>
      </p:sp>
      <p:sp>
        <p:nvSpPr>
          <p:cNvPr id="97" name="Shape 95"/>
          <p:cNvSpPr/>
          <p:nvPr/>
        </p:nvSpPr>
        <p:spPr>
          <a:xfrm rot="2700000">
            <a:off x="1700784" y="2971800"/>
            <a:ext cx="146304" cy="146304"/>
          </a:xfrm>
          <a:prstGeom prst="rect">
            <a:avLst/>
          </a:prstGeom>
          <a:solidFill>
            <a:srgbClr val="C8B89A">
              <a:alpha val="36000"/>
            </a:srgbClr>
          </a:solidFill>
          <a:ln w="12700">
            <a:solidFill>
              <a:srgbClr val="0A1420"/>
            </a:solidFill>
            <a:prstDash val="solid"/>
          </a:ln>
        </p:spPr>
      </p:sp>
      <p:sp>
        <p:nvSpPr>
          <p:cNvPr id="98" name="Shape 96"/>
          <p:cNvSpPr/>
          <p:nvPr/>
        </p:nvSpPr>
        <p:spPr>
          <a:xfrm rot="2700000">
            <a:off x="2121408" y="2971800"/>
            <a:ext cx="146304" cy="146304"/>
          </a:xfrm>
          <a:prstGeom prst="rect">
            <a:avLst/>
          </a:prstGeom>
          <a:solidFill>
            <a:srgbClr val="1A5FA8">
              <a:alpha val="36000"/>
            </a:srgbClr>
          </a:solidFill>
          <a:ln w="12700">
            <a:solidFill>
              <a:srgbClr val="0A1420"/>
            </a:solidFill>
            <a:prstDash val="solid"/>
          </a:ln>
        </p:spPr>
      </p:sp>
      <p:sp>
        <p:nvSpPr>
          <p:cNvPr id="99" name="Shape 97"/>
          <p:cNvSpPr/>
          <p:nvPr/>
        </p:nvSpPr>
        <p:spPr>
          <a:xfrm rot="2700000">
            <a:off x="2542032" y="2971800"/>
            <a:ext cx="228600" cy="228600"/>
          </a:xfrm>
          <a:prstGeom prst="rect">
            <a:avLst/>
          </a:prstGeom>
          <a:solidFill>
            <a:srgbClr val="D4951A">
              <a:alpha val="36000"/>
            </a:srgbClr>
          </a:solidFill>
          <a:ln w="12700">
            <a:solidFill>
              <a:srgbClr val="0A1420"/>
            </a:solidFill>
            <a:prstDash val="solid"/>
          </a:ln>
        </p:spPr>
      </p:sp>
      <p:sp>
        <p:nvSpPr>
          <p:cNvPr id="100" name="Shape 98"/>
          <p:cNvSpPr/>
          <p:nvPr/>
        </p:nvSpPr>
        <p:spPr>
          <a:xfrm rot="2700000">
            <a:off x="2962656" y="2971800"/>
            <a:ext cx="146304" cy="146304"/>
          </a:xfrm>
          <a:prstGeom prst="rect">
            <a:avLst/>
          </a:prstGeom>
          <a:solidFill>
            <a:srgbClr val="1B9A8A">
              <a:alpha val="36000"/>
            </a:srgbClr>
          </a:solidFill>
          <a:ln w="12700">
            <a:solidFill>
              <a:srgbClr val="0A1420"/>
            </a:solidFill>
            <a:prstDash val="solid"/>
          </a:ln>
        </p:spPr>
      </p:sp>
      <p:sp>
        <p:nvSpPr>
          <p:cNvPr id="101" name="Shape 99"/>
          <p:cNvSpPr/>
          <p:nvPr/>
        </p:nvSpPr>
        <p:spPr>
          <a:xfrm rot="2700000">
            <a:off x="3383280" y="2971800"/>
            <a:ext cx="146304" cy="146304"/>
          </a:xfrm>
          <a:prstGeom prst="rect">
            <a:avLst/>
          </a:prstGeom>
          <a:solidFill>
            <a:srgbClr val="C0622B">
              <a:alpha val="36000"/>
            </a:srgbClr>
          </a:solidFill>
          <a:ln w="12700">
            <a:solidFill>
              <a:srgbClr val="0A1420"/>
            </a:solidFill>
            <a:prstDash val="solid"/>
          </a:ln>
        </p:spPr>
      </p:sp>
      <p:sp>
        <p:nvSpPr>
          <p:cNvPr id="102" name="Shape 100"/>
          <p:cNvSpPr/>
          <p:nvPr/>
        </p:nvSpPr>
        <p:spPr>
          <a:xfrm rot="2700000">
            <a:off x="18288" y="3273552"/>
            <a:ext cx="146304" cy="146304"/>
          </a:xfrm>
          <a:prstGeom prst="rect">
            <a:avLst/>
          </a:prstGeom>
          <a:solidFill>
            <a:srgbClr val="D4951A">
              <a:alpha val="28000"/>
            </a:srgbClr>
          </a:solidFill>
          <a:ln w="12700">
            <a:solidFill>
              <a:srgbClr val="0A1420"/>
            </a:solidFill>
            <a:prstDash val="solid"/>
          </a:ln>
        </p:spPr>
      </p:sp>
      <p:sp>
        <p:nvSpPr>
          <p:cNvPr id="103" name="Shape 101"/>
          <p:cNvSpPr/>
          <p:nvPr/>
        </p:nvSpPr>
        <p:spPr>
          <a:xfrm rot="2700000">
            <a:off x="438912" y="3273552"/>
            <a:ext cx="228600" cy="228600"/>
          </a:xfrm>
          <a:prstGeom prst="rect">
            <a:avLst/>
          </a:prstGeom>
          <a:solidFill>
            <a:srgbClr val="1B9A8A">
              <a:alpha val="28000"/>
            </a:srgbClr>
          </a:solidFill>
          <a:ln w="12700">
            <a:solidFill>
              <a:srgbClr val="0A1420"/>
            </a:solidFill>
            <a:prstDash val="solid"/>
          </a:ln>
        </p:spPr>
      </p:sp>
      <p:sp>
        <p:nvSpPr>
          <p:cNvPr id="104" name="Shape 102"/>
          <p:cNvSpPr/>
          <p:nvPr/>
        </p:nvSpPr>
        <p:spPr>
          <a:xfrm rot="2700000">
            <a:off x="859536" y="3273552"/>
            <a:ext cx="146304" cy="146304"/>
          </a:xfrm>
          <a:prstGeom prst="rect">
            <a:avLst/>
          </a:prstGeom>
          <a:solidFill>
            <a:srgbClr val="C0622B">
              <a:alpha val="28000"/>
            </a:srgbClr>
          </a:solidFill>
          <a:ln w="12700">
            <a:solidFill>
              <a:srgbClr val="0A1420"/>
            </a:solidFill>
            <a:prstDash val="solid"/>
          </a:ln>
        </p:spPr>
      </p:sp>
      <p:sp>
        <p:nvSpPr>
          <p:cNvPr id="105" name="Shape 103"/>
          <p:cNvSpPr/>
          <p:nvPr/>
        </p:nvSpPr>
        <p:spPr>
          <a:xfrm rot="2700000">
            <a:off x="1280160" y="3273552"/>
            <a:ext cx="146304" cy="146304"/>
          </a:xfrm>
          <a:prstGeom prst="rect">
            <a:avLst/>
          </a:prstGeom>
          <a:solidFill>
            <a:srgbClr val="C8B89A">
              <a:alpha val="28000"/>
            </a:srgbClr>
          </a:solidFill>
          <a:ln w="12700">
            <a:solidFill>
              <a:srgbClr val="0A1420"/>
            </a:solidFill>
            <a:prstDash val="solid"/>
          </a:ln>
        </p:spPr>
      </p:sp>
      <p:sp>
        <p:nvSpPr>
          <p:cNvPr id="106" name="Shape 104"/>
          <p:cNvSpPr/>
          <p:nvPr/>
        </p:nvSpPr>
        <p:spPr>
          <a:xfrm rot="2700000">
            <a:off x="1700784" y="3273552"/>
            <a:ext cx="146304" cy="146304"/>
          </a:xfrm>
          <a:prstGeom prst="rect">
            <a:avLst/>
          </a:prstGeom>
          <a:solidFill>
            <a:srgbClr val="1A5FA8">
              <a:alpha val="28000"/>
            </a:srgbClr>
          </a:solidFill>
          <a:ln w="12700">
            <a:solidFill>
              <a:srgbClr val="0A1420"/>
            </a:solidFill>
            <a:prstDash val="solid"/>
          </a:ln>
        </p:spPr>
      </p:sp>
      <p:sp>
        <p:nvSpPr>
          <p:cNvPr id="107" name="Shape 105"/>
          <p:cNvSpPr/>
          <p:nvPr/>
        </p:nvSpPr>
        <p:spPr>
          <a:xfrm rot="2700000">
            <a:off x="2121408" y="3273552"/>
            <a:ext cx="228600" cy="228600"/>
          </a:xfrm>
          <a:prstGeom prst="rect">
            <a:avLst/>
          </a:prstGeom>
          <a:solidFill>
            <a:srgbClr val="D4951A">
              <a:alpha val="28000"/>
            </a:srgbClr>
          </a:solidFill>
          <a:ln w="12700">
            <a:solidFill>
              <a:srgbClr val="0A1420"/>
            </a:solidFill>
            <a:prstDash val="solid"/>
          </a:ln>
        </p:spPr>
      </p:sp>
      <p:sp>
        <p:nvSpPr>
          <p:cNvPr id="108" name="Shape 106"/>
          <p:cNvSpPr/>
          <p:nvPr/>
        </p:nvSpPr>
        <p:spPr>
          <a:xfrm rot="2700000">
            <a:off x="2542032" y="3273552"/>
            <a:ext cx="146304" cy="146304"/>
          </a:xfrm>
          <a:prstGeom prst="rect">
            <a:avLst/>
          </a:prstGeom>
          <a:solidFill>
            <a:srgbClr val="1B9A8A">
              <a:alpha val="28000"/>
            </a:srgbClr>
          </a:solidFill>
          <a:ln w="12700">
            <a:solidFill>
              <a:srgbClr val="0A1420"/>
            </a:solidFill>
            <a:prstDash val="solid"/>
          </a:ln>
        </p:spPr>
      </p:sp>
      <p:sp>
        <p:nvSpPr>
          <p:cNvPr id="109" name="Shape 107"/>
          <p:cNvSpPr/>
          <p:nvPr/>
        </p:nvSpPr>
        <p:spPr>
          <a:xfrm rot="2700000">
            <a:off x="2962656" y="3273552"/>
            <a:ext cx="146304" cy="146304"/>
          </a:xfrm>
          <a:prstGeom prst="rect">
            <a:avLst/>
          </a:prstGeom>
          <a:solidFill>
            <a:srgbClr val="C0622B">
              <a:alpha val="28000"/>
            </a:srgbClr>
          </a:solidFill>
          <a:ln w="12700">
            <a:solidFill>
              <a:srgbClr val="0A1420"/>
            </a:solidFill>
            <a:prstDash val="solid"/>
          </a:ln>
        </p:spPr>
      </p:sp>
      <p:sp>
        <p:nvSpPr>
          <p:cNvPr id="110" name="Shape 108"/>
          <p:cNvSpPr/>
          <p:nvPr/>
        </p:nvSpPr>
        <p:spPr>
          <a:xfrm rot="2700000">
            <a:off x="3383280" y="3273552"/>
            <a:ext cx="146304" cy="146304"/>
          </a:xfrm>
          <a:prstGeom prst="rect">
            <a:avLst/>
          </a:prstGeom>
          <a:solidFill>
            <a:srgbClr val="C8B89A">
              <a:alpha val="28000"/>
            </a:srgbClr>
          </a:solidFill>
          <a:ln w="12700">
            <a:solidFill>
              <a:srgbClr val="0A1420"/>
            </a:solidFill>
            <a:prstDash val="solid"/>
          </a:ln>
        </p:spPr>
      </p:sp>
      <p:sp>
        <p:nvSpPr>
          <p:cNvPr id="111" name="Shape 109"/>
          <p:cNvSpPr/>
          <p:nvPr/>
        </p:nvSpPr>
        <p:spPr>
          <a:xfrm rot="2700000">
            <a:off x="18288" y="3575304"/>
            <a:ext cx="228600" cy="228600"/>
          </a:xfrm>
          <a:prstGeom prst="rect">
            <a:avLst/>
          </a:prstGeom>
          <a:solidFill>
            <a:srgbClr val="1B9A8A">
              <a:alpha val="52000"/>
            </a:srgbClr>
          </a:solidFill>
          <a:ln w="12700">
            <a:solidFill>
              <a:srgbClr val="0A1420"/>
            </a:solidFill>
            <a:prstDash val="solid"/>
          </a:ln>
        </p:spPr>
      </p:sp>
      <p:sp>
        <p:nvSpPr>
          <p:cNvPr id="112" name="Shape 110"/>
          <p:cNvSpPr/>
          <p:nvPr/>
        </p:nvSpPr>
        <p:spPr>
          <a:xfrm rot="2700000">
            <a:off x="438912" y="3575304"/>
            <a:ext cx="146304" cy="146304"/>
          </a:xfrm>
          <a:prstGeom prst="rect">
            <a:avLst/>
          </a:prstGeom>
          <a:solidFill>
            <a:srgbClr val="C0622B">
              <a:alpha val="52000"/>
            </a:srgbClr>
          </a:solidFill>
          <a:ln w="12700">
            <a:solidFill>
              <a:srgbClr val="0A1420"/>
            </a:solidFill>
            <a:prstDash val="solid"/>
          </a:ln>
        </p:spPr>
      </p:sp>
      <p:sp>
        <p:nvSpPr>
          <p:cNvPr id="113" name="Shape 111"/>
          <p:cNvSpPr/>
          <p:nvPr/>
        </p:nvSpPr>
        <p:spPr>
          <a:xfrm rot="2700000">
            <a:off x="859536" y="3575304"/>
            <a:ext cx="146304" cy="146304"/>
          </a:xfrm>
          <a:prstGeom prst="rect">
            <a:avLst/>
          </a:prstGeom>
          <a:solidFill>
            <a:srgbClr val="C8B89A">
              <a:alpha val="52000"/>
            </a:srgbClr>
          </a:solidFill>
          <a:ln w="12700">
            <a:solidFill>
              <a:srgbClr val="0A1420"/>
            </a:solidFill>
            <a:prstDash val="solid"/>
          </a:ln>
        </p:spPr>
      </p:sp>
      <p:sp>
        <p:nvSpPr>
          <p:cNvPr id="114" name="Shape 112"/>
          <p:cNvSpPr/>
          <p:nvPr/>
        </p:nvSpPr>
        <p:spPr>
          <a:xfrm rot="2700000">
            <a:off x="1280160" y="3575304"/>
            <a:ext cx="146304" cy="146304"/>
          </a:xfrm>
          <a:prstGeom prst="rect">
            <a:avLst/>
          </a:prstGeom>
          <a:solidFill>
            <a:srgbClr val="1A5FA8">
              <a:alpha val="52000"/>
            </a:srgbClr>
          </a:solidFill>
          <a:ln w="12700">
            <a:solidFill>
              <a:srgbClr val="0A1420"/>
            </a:solidFill>
            <a:prstDash val="solid"/>
          </a:ln>
        </p:spPr>
      </p:sp>
      <p:sp>
        <p:nvSpPr>
          <p:cNvPr id="115" name="Shape 113"/>
          <p:cNvSpPr/>
          <p:nvPr/>
        </p:nvSpPr>
        <p:spPr>
          <a:xfrm rot="2700000">
            <a:off x="1700784" y="3575304"/>
            <a:ext cx="228600" cy="228600"/>
          </a:xfrm>
          <a:prstGeom prst="rect">
            <a:avLst/>
          </a:prstGeom>
          <a:solidFill>
            <a:srgbClr val="D4951A">
              <a:alpha val="52000"/>
            </a:srgbClr>
          </a:solidFill>
          <a:ln w="12700">
            <a:solidFill>
              <a:srgbClr val="0A1420"/>
            </a:solidFill>
            <a:prstDash val="solid"/>
          </a:ln>
        </p:spPr>
      </p:sp>
      <p:sp>
        <p:nvSpPr>
          <p:cNvPr id="116" name="Shape 114"/>
          <p:cNvSpPr/>
          <p:nvPr/>
        </p:nvSpPr>
        <p:spPr>
          <a:xfrm rot="2700000">
            <a:off x="2121408" y="3575304"/>
            <a:ext cx="146304" cy="146304"/>
          </a:xfrm>
          <a:prstGeom prst="rect">
            <a:avLst/>
          </a:prstGeom>
          <a:solidFill>
            <a:srgbClr val="1B9A8A">
              <a:alpha val="52000"/>
            </a:srgbClr>
          </a:solidFill>
          <a:ln w="12700">
            <a:solidFill>
              <a:srgbClr val="0A1420"/>
            </a:solidFill>
            <a:prstDash val="solid"/>
          </a:ln>
        </p:spPr>
      </p:sp>
      <p:sp>
        <p:nvSpPr>
          <p:cNvPr id="117" name="Shape 115"/>
          <p:cNvSpPr/>
          <p:nvPr/>
        </p:nvSpPr>
        <p:spPr>
          <a:xfrm rot="2700000">
            <a:off x="2542032" y="3575304"/>
            <a:ext cx="146304" cy="146304"/>
          </a:xfrm>
          <a:prstGeom prst="rect">
            <a:avLst/>
          </a:prstGeom>
          <a:solidFill>
            <a:srgbClr val="C0622B">
              <a:alpha val="52000"/>
            </a:srgbClr>
          </a:solidFill>
          <a:ln w="12700">
            <a:solidFill>
              <a:srgbClr val="0A1420"/>
            </a:solidFill>
            <a:prstDash val="solid"/>
          </a:ln>
        </p:spPr>
      </p:sp>
      <p:sp>
        <p:nvSpPr>
          <p:cNvPr id="118" name="Shape 116"/>
          <p:cNvSpPr/>
          <p:nvPr/>
        </p:nvSpPr>
        <p:spPr>
          <a:xfrm rot="2700000">
            <a:off x="2962656" y="3575304"/>
            <a:ext cx="146304" cy="146304"/>
          </a:xfrm>
          <a:prstGeom prst="rect">
            <a:avLst/>
          </a:prstGeom>
          <a:solidFill>
            <a:srgbClr val="C8B89A">
              <a:alpha val="52000"/>
            </a:srgbClr>
          </a:solidFill>
          <a:ln w="12700">
            <a:solidFill>
              <a:srgbClr val="0A1420"/>
            </a:solidFill>
            <a:prstDash val="solid"/>
          </a:ln>
        </p:spPr>
      </p:sp>
      <p:sp>
        <p:nvSpPr>
          <p:cNvPr id="119" name="Shape 117"/>
          <p:cNvSpPr/>
          <p:nvPr/>
        </p:nvSpPr>
        <p:spPr>
          <a:xfrm rot="2700000">
            <a:off x="3383280" y="3575304"/>
            <a:ext cx="228600" cy="228600"/>
          </a:xfrm>
          <a:prstGeom prst="rect">
            <a:avLst/>
          </a:prstGeom>
          <a:solidFill>
            <a:srgbClr val="1A5FA8">
              <a:alpha val="52000"/>
            </a:srgbClr>
          </a:solidFill>
          <a:ln w="12700">
            <a:solidFill>
              <a:srgbClr val="0A1420"/>
            </a:solidFill>
            <a:prstDash val="solid"/>
          </a:ln>
        </p:spPr>
      </p:sp>
      <p:sp>
        <p:nvSpPr>
          <p:cNvPr id="120" name="Shape 118"/>
          <p:cNvSpPr/>
          <p:nvPr/>
        </p:nvSpPr>
        <p:spPr>
          <a:xfrm rot="2700000">
            <a:off x="18288" y="3877056"/>
            <a:ext cx="146304" cy="146304"/>
          </a:xfrm>
          <a:prstGeom prst="rect">
            <a:avLst/>
          </a:prstGeom>
          <a:solidFill>
            <a:srgbClr val="C0622B">
              <a:alpha val="44000"/>
            </a:srgbClr>
          </a:solidFill>
          <a:ln w="12700">
            <a:solidFill>
              <a:srgbClr val="0A1420"/>
            </a:solidFill>
            <a:prstDash val="solid"/>
          </a:ln>
        </p:spPr>
      </p:sp>
      <p:sp>
        <p:nvSpPr>
          <p:cNvPr id="121" name="Shape 119"/>
          <p:cNvSpPr/>
          <p:nvPr/>
        </p:nvSpPr>
        <p:spPr>
          <a:xfrm rot="2700000">
            <a:off x="438912" y="3877056"/>
            <a:ext cx="146304" cy="146304"/>
          </a:xfrm>
          <a:prstGeom prst="rect">
            <a:avLst/>
          </a:prstGeom>
          <a:solidFill>
            <a:srgbClr val="C8B89A">
              <a:alpha val="44000"/>
            </a:srgbClr>
          </a:solidFill>
          <a:ln w="12700">
            <a:solidFill>
              <a:srgbClr val="0A1420"/>
            </a:solidFill>
            <a:prstDash val="solid"/>
          </a:ln>
        </p:spPr>
      </p:sp>
      <p:sp>
        <p:nvSpPr>
          <p:cNvPr id="122" name="Shape 120"/>
          <p:cNvSpPr/>
          <p:nvPr/>
        </p:nvSpPr>
        <p:spPr>
          <a:xfrm rot="2700000">
            <a:off x="859536" y="3877056"/>
            <a:ext cx="146304" cy="146304"/>
          </a:xfrm>
          <a:prstGeom prst="rect">
            <a:avLst/>
          </a:prstGeom>
          <a:solidFill>
            <a:srgbClr val="1A5FA8">
              <a:alpha val="44000"/>
            </a:srgbClr>
          </a:solidFill>
          <a:ln w="12700">
            <a:solidFill>
              <a:srgbClr val="0A1420"/>
            </a:solidFill>
            <a:prstDash val="solid"/>
          </a:ln>
        </p:spPr>
      </p:sp>
      <p:sp>
        <p:nvSpPr>
          <p:cNvPr id="123" name="Shape 121"/>
          <p:cNvSpPr/>
          <p:nvPr/>
        </p:nvSpPr>
        <p:spPr>
          <a:xfrm rot="2700000">
            <a:off x="1280160" y="3877056"/>
            <a:ext cx="228600" cy="228600"/>
          </a:xfrm>
          <a:prstGeom prst="rect">
            <a:avLst/>
          </a:prstGeom>
          <a:solidFill>
            <a:srgbClr val="D4951A">
              <a:alpha val="44000"/>
            </a:srgbClr>
          </a:solidFill>
          <a:ln w="12700">
            <a:solidFill>
              <a:srgbClr val="0A1420"/>
            </a:solidFill>
            <a:prstDash val="solid"/>
          </a:ln>
        </p:spPr>
      </p:sp>
      <p:sp>
        <p:nvSpPr>
          <p:cNvPr id="124" name="Shape 122"/>
          <p:cNvSpPr/>
          <p:nvPr/>
        </p:nvSpPr>
        <p:spPr>
          <a:xfrm rot="2700000">
            <a:off x="1700784" y="3877056"/>
            <a:ext cx="146304" cy="146304"/>
          </a:xfrm>
          <a:prstGeom prst="rect">
            <a:avLst/>
          </a:prstGeom>
          <a:solidFill>
            <a:srgbClr val="1B9A8A">
              <a:alpha val="44000"/>
            </a:srgbClr>
          </a:solidFill>
          <a:ln w="12700">
            <a:solidFill>
              <a:srgbClr val="0A1420"/>
            </a:solidFill>
            <a:prstDash val="solid"/>
          </a:ln>
        </p:spPr>
      </p:sp>
      <p:sp>
        <p:nvSpPr>
          <p:cNvPr id="125" name="Shape 123"/>
          <p:cNvSpPr/>
          <p:nvPr/>
        </p:nvSpPr>
        <p:spPr>
          <a:xfrm rot="2700000">
            <a:off x="2121408" y="3877056"/>
            <a:ext cx="146304" cy="146304"/>
          </a:xfrm>
          <a:prstGeom prst="rect">
            <a:avLst/>
          </a:prstGeom>
          <a:solidFill>
            <a:srgbClr val="C0622B">
              <a:alpha val="44000"/>
            </a:srgbClr>
          </a:solidFill>
          <a:ln w="12700">
            <a:solidFill>
              <a:srgbClr val="0A1420"/>
            </a:solidFill>
            <a:prstDash val="solid"/>
          </a:ln>
        </p:spPr>
      </p:sp>
      <p:sp>
        <p:nvSpPr>
          <p:cNvPr id="126" name="Shape 124"/>
          <p:cNvSpPr/>
          <p:nvPr/>
        </p:nvSpPr>
        <p:spPr>
          <a:xfrm rot="2700000">
            <a:off x="2542032" y="3877056"/>
            <a:ext cx="146304" cy="146304"/>
          </a:xfrm>
          <a:prstGeom prst="rect">
            <a:avLst/>
          </a:prstGeom>
          <a:solidFill>
            <a:srgbClr val="C8B89A">
              <a:alpha val="44000"/>
            </a:srgbClr>
          </a:solidFill>
          <a:ln w="12700">
            <a:solidFill>
              <a:srgbClr val="0A1420"/>
            </a:solidFill>
            <a:prstDash val="solid"/>
          </a:ln>
        </p:spPr>
      </p:sp>
      <p:sp>
        <p:nvSpPr>
          <p:cNvPr id="127" name="Shape 125"/>
          <p:cNvSpPr/>
          <p:nvPr/>
        </p:nvSpPr>
        <p:spPr>
          <a:xfrm rot="2700000">
            <a:off x="2962656" y="3877056"/>
            <a:ext cx="228600" cy="228600"/>
          </a:xfrm>
          <a:prstGeom prst="rect">
            <a:avLst/>
          </a:prstGeom>
          <a:solidFill>
            <a:srgbClr val="1A5FA8">
              <a:alpha val="44000"/>
            </a:srgbClr>
          </a:solidFill>
          <a:ln w="12700">
            <a:solidFill>
              <a:srgbClr val="0A1420"/>
            </a:solidFill>
            <a:prstDash val="solid"/>
          </a:ln>
        </p:spPr>
      </p:sp>
      <p:sp>
        <p:nvSpPr>
          <p:cNvPr id="128" name="Shape 126"/>
          <p:cNvSpPr/>
          <p:nvPr/>
        </p:nvSpPr>
        <p:spPr>
          <a:xfrm rot="2700000">
            <a:off x="3383280" y="3877056"/>
            <a:ext cx="146304" cy="146304"/>
          </a:xfrm>
          <a:prstGeom prst="rect">
            <a:avLst/>
          </a:prstGeom>
          <a:solidFill>
            <a:srgbClr val="D4951A">
              <a:alpha val="44000"/>
            </a:srgbClr>
          </a:solidFill>
          <a:ln w="12700">
            <a:solidFill>
              <a:srgbClr val="0A1420"/>
            </a:solidFill>
            <a:prstDash val="solid"/>
          </a:ln>
        </p:spPr>
      </p:sp>
      <p:sp>
        <p:nvSpPr>
          <p:cNvPr id="129" name="Shape 127"/>
          <p:cNvSpPr/>
          <p:nvPr/>
        </p:nvSpPr>
        <p:spPr>
          <a:xfrm rot="2700000">
            <a:off x="18288" y="4178808"/>
            <a:ext cx="146304" cy="146304"/>
          </a:xfrm>
          <a:prstGeom prst="rect">
            <a:avLst/>
          </a:prstGeom>
          <a:solidFill>
            <a:srgbClr val="C8B89A">
              <a:alpha val="36000"/>
            </a:srgbClr>
          </a:solidFill>
          <a:ln w="12700">
            <a:solidFill>
              <a:srgbClr val="0A1420"/>
            </a:solidFill>
            <a:prstDash val="solid"/>
          </a:ln>
        </p:spPr>
      </p:sp>
      <p:sp>
        <p:nvSpPr>
          <p:cNvPr id="130" name="Shape 128"/>
          <p:cNvSpPr/>
          <p:nvPr/>
        </p:nvSpPr>
        <p:spPr>
          <a:xfrm rot="2700000">
            <a:off x="438912" y="4178808"/>
            <a:ext cx="146304" cy="146304"/>
          </a:xfrm>
          <a:prstGeom prst="rect">
            <a:avLst/>
          </a:prstGeom>
          <a:solidFill>
            <a:srgbClr val="1A5FA8">
              <a:alpha val="36000"/>
            </a:srgbClr>
          </a:solidFill>
          <a:ln w="12700">
            <a:solidFill>
              <a:srgbClr val="0A1420"/>
            </a:solidFill>
            <a:prstDash val="solid"/>
          </a:ln>
        </p:spPr>
      </p:sp>
      <p:sp>
        <p:nvSpPr>
          <p:cNvPr id="131" name="Shape 129"/>
          <p:cNvSpPr/>
          <p:nvPr/>
        </p:nvSpPr>
        <p:spPr>
          <a:xfrm rot="2700000">
            <a:off x="859536" y="4178808"/>
            <a:ext cx="228600" cy="228600"/>
          </a:xfrm>
          <a:prstGeom prst="rect">
            <a:avLst/>
          </a:prstGeom>
          <a:solidFill>
            <a:srgbClr val="D4951A">
              <a:alpha val="36000"/>
            </a:srgbClr>
          </a:solidFill>
          <a:ln w="12700">
            <a:solidFill>
              <a:srgbClr val="0A1420"/>
            </a:solidFill>
            <a:prstDash val="solid"/>
          </a:ln>
        </p:spPr>
      </p:sp>
      <p:sp>
        <p:nvSpPr>
          <p:cNvPr id="132" name="Shape 130"/>
          <p:cNvSpPr/>
          <p:nvPr/>
        </p:nvSpPr>
        <p:spPr>
          <a:xfrm rot="2700000">
            <a:off x="1280160" y="4178808"/>
            <a:ext cx="146304" cy="146304"/>
          </a:xfrm>
          <a:prstGeom prst="rect">
            <a:avLst/>
          </a:prstGeom>
          <a:solidFill>
            <a:srgbClr val="1B9A8A">
              <a:alpha val="36000"/>
            </a:srgbClr>
          </a:solidFill>
          <a:ln w="12700">
            <a:solidFill>
              <a:srgbClr val="0A1420"/>
            </a:solidFill>
            <a:prstDash val="solid"/>
          </a:ln>
        </p:spPr>
      </p:sp>
      <p:sp>
        <p:nvSpPr>
          <p:cNvPr id="133" name="Shape 131"/>
          <p:cNvSpPr/>
          <p:nvPr/>
        </p:nvSpPr>
        <p:spPr>
          <a:xfrm rot="2700000">
            <a:off x="1700784" y="4178808"/>
            <a:ext cx="146304" cy="146304"/>
          </a:xfrm>
          <a:prstGeom prst="rect">
            <a:avLst/>
          </a:prstGeom>
          <a:solidFill>
            <a:srgbClr val="C0622B">
              <a:alpha val="36000"/>
            </a:srgbClr>
          </a:solidFill>
          <a:ln w="12700">
            <a:solidFill>
              <a:srgbClr val="0A1420"/>
            </a:solidFill>
            <a:prstDash val="solid"/>
          </a:ln>
        </p:spPr>
      </p:sp>
      <p:sp>
        <p:nvSpPr>
          <p:cNvPr id="134" name="Shape 132"/>
          <p:cNvSpPr/>
          <p:nvPr/>
        </p:nvSpPr>
        <p:spPr>
          <a:xfrm rot="2700000">
            <a:off x="2121408" y="4178808"/>
            <a:ext cx="146304" cy="146304"/>
          </a:xfrm>
          <a:prstGeom prst="rect">
            <a:avLst/>
          </a:prstGeom>
          <a:solidFill>
            <a:srgbClr val="C8B89A">
              <a:alpha val="36000"/>
            </a:srgbClr>
          </a:solidFill>
          <a:ln w="12700">
            <a:solidFill>
              <a:srgbClr val="0A1420"/>
            </a:solidFill>
            <a:prstDash val="solid"/>
          </a:ln>
        </p:spPr>
      </p:sp>
      <p:sp>
        <p:nvSpPr>
          <p:cNvPr id="135" name="Shape 133"/>
          <p:cNvSpPr/>
          <p:nvPr/>
        </p:nvSpPr>
        <p:spPr>
          <a:xfrm rot="2700000">
            <a:off x="2542032" y="4178808"/>
            <a:ext cx="228600" cy="228600"/>
          </a:xfrm>
          <a:prstGeom prst="rect">
            <a:avLst/>
          </a:prstGeom>
          <a:solidFill>
            <a:srgbClr val="1A5FA8">
              <a:alpha val="36000"/>
            </a:srgbClr>
          </a:solidFill>
          <a:ln w="12700">
            <a:solidFill>
              <a:srgbClr val="0A1420"/>
            </a:solidFill>
            <a:prstDash val="solid"/>
          </a:ln>
        </p:spPr>
      </p:sp>
      <p:sp>
        <p:nvSpPr>
          <p:cNvPr id="136" name="Shape 134"/>
          <p:cNvSpPr/>
          <p:nvPr/>
        </p:nvSpPr>
        <p:spPr>
          <a:xfrm rot="2700000">
            <a:off x="2962656" y="4178808"/>
            <a:ext cx="146304" cy="146304"/>
          </a:xfrm>
          <a:prstGeom prst="rect">
            <a:avLst/>
          </a:prstGeom>
          <a:solidFill>
            <a:srgbClr val="D4951A">
              <a:alpha val="36000"/>
            </a:srgbClr>
          </a:solidFill>
          <a:ln w="12700">
            <a:solidFill>
              <a:srgbClr val="0A1420"/>
            </a:solidFill>
            <a:prstDash val="solid"/>
          </a:ln>
        </p:spPr>
      </p:sp>
      <p:sp>
        <p:nvSpPr>
          <p:cNvPr id="137" name="Shape 135"/>
          <p:cNvSpPr/>
          <p:nvPr/>
        </p:nvSpPr>
        <p:spPr>
          <a:xfrm rot="2700000">
            <a:off x="3383280" y="4178808"/>
            <a:ext cx="146304" cy="146304"/>
          </a:xfrm>
          <a:prstGeom prst="rect">
            <a:avLst/>
          </a:prstGeom>
          <a:solidFill>
            <a:srgbClr val="1B9A8A">
              <a:alpha val="36000"/>
            </a:srgbClr>
          </a:solidFill>
          <a:ln w="12700">
            <a:solidFill>
              <a:srgbClr val="0A1420"/>
            </a:solidFill>
            <a:prstDash val="solid"/>
          </a:ln>
        </p:spPr>
      </p:sp>
      <p:sp>
        <p:nvSpPr>
          <p:cNvPr id="138" name="Shape 136"/>
          <p:cNvSpPr/>
          <p:nvPr/>
        </p:nvSpPr>
        <p:spPr>
          <a:xfrm rot="2700000">
            <a:off x="18288" y="4480560"/>
            <a:ext cx="146304" cy="146304"/>
          </a:xfrm>
          <a:prstGeom prst="rect">
            <a:avLst/>
          </a:prstGeom>
          <a:solidFill>
            <a:srgbClr val="1A5FA8">
              <a:alpha val="28000"/>
            </a:srgbClr>
          </a:solidFill>
          <a:ln w="12700">
            <a:solidFill>
              <a:srgbClr val="0A1420"/>
            </a:solidFill>
            <a:prstDash val="solid"/>
          </a:ln>
        </p:spPr>
      </p:sp>
      <p:sp>
        <p:nvSpPr>
          <p:cNvPr id="139" name="Shape 137"/>
          <p:cNvSpPr/>
          <p:nvPr/>
        </p:nvSpPr>
        <p:spPr>
          <a:xfrm rot="2700000">
            <a:off x="438912" y="4480560"/>
            <a:ext cx="228600" cy="228600"/>
          </a:xfrm>
          <a:prstGeom prst="rect">
            <a:avLst/>
          </a:prstGeom>
          <a:solidFill>
            <a:srgbClr val="D4951A">
              <a:alpha val="28000"/>
            </a:srgbClr>
          </a:solidFill>
          <a:ln w="12700">
            <a:solidFill>
              <a:srgbClr val="0A1420"/>
            </a:solidFill>
            <a:prstDash val="solid"/>
          </a:ln>
        </p:spPr>
      </p:sp>
      <p:sp>
        <p:nvSpPr>
          <p:cNvPr id="140" name="Shape 138"/>
          <p:cNvSpPr/>
          <p:nvPr/>
        </p:nvSpPr>
        <p:spPr>
          <a:xfrm rot="2700000">
            <a:off x="859536" y="4480560"/>
            <a:ext cx="146304" cy="146304"/>
          </a:xfrm>
          <a:prstGeom prst="rect">
            <a:avLst/>
          </a:prstGeom>
          <a:solidFill>
            <a:srgbClr val="1B9A8A">
              <a:alpha val="28000"/>
            </a:srgbClr>
          </a:solidFill>
          <a:ln w="12700">
            <a:solidFill>
              <a:srgbClr val="0A1420"/>
            </a:solidFill>
            <a:prstDash val="solid"/>
          </a:ln>
        </p:spPr>
      </p:sp>
      <p:sp>
        <p:nvSpPr>
          <p:cNvPr id="141" name="Shape 139"/>
          <p:cNvSpPr/>
          <p:nvPr/>
        </p:nvSpPr>
        <p:spPr>
          <a:xfrm rot="2700000">
            <a:off x="1280160" y="4480560"/>
            <a:ext cx="146304" cy="146304"/>
          </a:xfrm>
          <a:prstGeom prst="rect">
            <a:avLst/>
          </a:prstGeom>
          <a:solidFill>
            <a:srgbClr val="C0622B">
              <a:alpha val="28000"/>
            </a:srgbClr>
          </a:solidFill>
          <a:ln w="12700">
            <a:solidFill>
              <a:srgbClr val="0A1420"/>
            </a:solidFill>
            <a:prstDash val="solid"/>
          </a:ln>
        </p:spPr>
      </p:sp>
      <p:sp>
        <p:nvSpPr>
          <p:cNvPr id="142" name="Shape 140"/>
          <p:cNvSpPr/>
          <p:nvPr/>
        </p:nvSpPr>
        <p:spPr>
          <a:xfrm rot="2700000">
            <a:off x="1700784" y="4480560"/>
            <a:ext cx="146304" cy="146304"/>
          </a:xfrm>
          <a:prstGeom prst="rect">
            <a:avLst/>
          </a:prstGeom>
          <a:solidFill>
            <a:srgbClr val="C8B89A">
              <a:alpha val="28000"/>
            </a:srgbClr>
          </a:solidFill>
          <a:ln w="12700">
            <a:solidFill>
              <a:srgbClr val="0A1420"/>
            </a:solidFill>
            <a:prstDash val="solid"/>
          </a:ln>
        </p:spPr>
      </p:sp>
      <p:sp>
        <p:nvSpPr>
          <p:cNvPr id="143" name="Shape 141"/>
          <p:cNvSpPr/>
          <p:nvPr/>
        </p:nvSpPr>
        <p:spPr>
          <a:xfrm rot="2700000">
            <a:off x="2121408" y="4480560"/>
            <a:ext cx="228600" cy="228600"/>
          </a:xfrm>
          <a:prstGeom prst="rect">
            <a:avLst/>
          </a:prstGeom>
          <a:solidFill>
            <a:srgbClr val="1A5FA8">
              <a:alpha val="28000"/>
            </a:srgbClr>
          </a:solidFill>
          <a:ln w="12700">
            <a:solidFill>
              <a:srgbClr val="0A1420"/>
            </a:solidFill>
            <a:prstDash val="solid"/>
          </a:ln>
        </p:spPr>
      </p:sp>
      <p:sp>
        <p:nvSpPr>
          <p:cNvPr id="144" name="Shape 142"/>
          <p:cNvSpPr/>
          <p:nvPr/>
        </p:nvSpPr>
        <p:spPr>
          <a:xfrm rot="2700000">
            <a:off x="2542032" y="4480560"/>
            <a:ext cx="146304" cy="146304"/>
          </a:xfrm>
          <a:prstGeom prst="rect">
            <a:avLst/>
          </a:prstGeom>
          <a:solidFill>
            <a:srgbClr val="D4951A">
              <a:alpha val="28000"/>
            </a:srgbClr>
          </a:solidFill>
          <a:ln w="12700">
            <a:solidFill>
              <a:srgbClr val="0A1420"/>
            </a:solidFill>
            <a:prstDash val="solid"/>
          </a:ln>
        </p:spPr>
      </p:sp>
      <p:sp>
        <p:nvSpPr>
          <p:cNvPr id="145" name="Shape 143"/>
          <p:cNvSpPr/>
          <p:nvPr/>
        </p:nvSpPr>
        <p:spPr>
          <a:xfrm rot="2700000">
            <a:off x="2962656" y="4480560"/>
            <a:ext cx="146304" cy="146304"/>
          </a:xfrm>
          <a:prstGeom prst="rect">
            <a:avLst/>
          </a:prstGeom>
          <a:solidFill>
            <a:srgbClr val="1B9A8A">
              <a:alpha val="28000"/>
            </a:srgbClr>
          </a:solidFill>
          <a:ln w="12700">
            <a:solidFill>
              <a:srgbClr val="0A1420"/>
            </a:solidFill>
            <a:prstDash val="solid"/>
          </a:ln>
        </p:spPr>
      </p:sp>
      <p:sp>
        <p:nvSpPr>
          <p:cNvPr id="146" name="Shape 144"/>
          <p:cNvSpPr/>
          <p:nvPr/>
        </p:nvSpPr>
        <p:spPr>
          <a:xfrm rot="2700000">
            <a:off x="3383280" y="4480560"/>
            <a:ext cx="146304" cy="146304"/>
          </a:xfrm>
          <a:prstGeom prst="rect">
            <a:avLst/>
          </a:prstGeom>
          <a:solidFill>
            <a:srgbClr val="C0622B">
              <a:alpha val="28000"/>
            </a:srgbClr>
          </a:solidFill>
          <a:ln w="12700">
            <a:solidFill>
              <a:srgbClr val="0A1420"/>
            </a:solidFill>
            <a:prstDash val="solid"/>
          </a:ln>
        </p:spPr>
      </p:sp>
      <p:sp>
        <p:nvSpPr>
          <p:cNvPr id="147" name="Shape 145"/>
          <p:cNvSpPr/>
          <p:nvPr/>
        </p:nvSpPr>
        <p:spPr>
          <a:xfrm rot="2700000">
            <a:off x="18288" y="4782312"/>
            <a:ext cx="228600" cy="228600"/>
          </a:xfrm>
          <a:prstGeom prst="rect">
            <a:avLst/>
          </a:prstGeom>
          <a:solidFill>
            <a:srgbClr val="D4951A">
              <a:alpha val="52000"/>
            </a:srgbClr>
          </a:solidFill>
          <a:ln w="12700">
            <a:solidFill>
              <a:srgbClr val="0A1420"/>
            </a:solidFill>
            <a:prstDash val="solid"/>
          </a:ln>
        </p:spPr>
      </p:sp>
      <p:sp>
        <p:nvSpPr>
          <p:cNvPr id="148" name="Shape 146"/>
          <p:cNvSpPr/>
          <p:nvPr/>
        </p:nvSpPr>
        <p:spPr>
          <a:xfrm rot="2700000">
            <a:off x="438912" y="4782312"/>
            <a:ext cx="146304" cy="146304"/>
          </a:xfrm>
          <a:prstGeom prst="rect">
            <a:avLst/>
          </a:prstGeom>
          <a:solidFill>
            <a:srgbClr val="1B9A8A">
              <a:alpha val="52000"/>
            </a:srgbClr>
          </a:solidFill>
          <a:ln w="12700">
            <a:solidFill>
              <a:srgbClr val="0A1420"/>
            </a:solidFill>
            <a:prstDash val="solid"/>
          </a:ln>
        </p:spPr>
      </p:sp>
      <p:sp>
        <p:nvSpPr>
          <p:cNvPr id="149" name="Shape 147"/>
          <p:cNvSpPr/>
          <p:nvPr/>
        </p:nvSpPr>
        <p:spPr>
          <a:xfrm rot="2700000">
            <a:off x="859536" y="4782312"/>
            <a:ext cx="146304" cy="146304"/>
          </a:xfrm>
          <a:prstGeom prst="rect">
            <a:avLst/>
          </a:prstGeom>
          <a:solidFill>
            <a:srgbClr val="C0622B">
              <a:alpha val="52000"/>
            </a:srgbClr>
          </a:solidFill>
          <a:ln w="12700">
            <a:solidFill>
              <a:srgbClr val="0A1420"/>
            </a:solidFill>
            <a:prstDash val="solid"/>
          </a:ln>
        </p:spPr>
      </p:sp>
      <p:sp>
        <p:nvSpPr>
          <p:cNvPr id="150" name="Shape 148"/>
          <p:cNvSpPr/>
          <p:nvPr/>
        </p:nvSpPr>
        <p:spPr>
          <a:xfrm rot="2700000">
            <a:off x="1280160" y="4782312"/>
            <a:ext cx="146304" cy="146304"/>
          </a:xfrm>
          <a:prstGeom prst="rect">
            <a:avLst/>
          </a:prstGeom>
          <a:solidFill>
            <a:srgbClr val="C8B89A">
              <a:alpha val="52000"/>
            </a:srgbClr>
          </a:solidFill>
          <a:ln w="12700">
            <a:solidFill>
              <a:srgbClr val="0A1420"/>
            </a:solidFill>
            <a:prstDash val="solid"/>
          </a:ln>
        </p:spPr>
      </p:sp>
      <p:sp>
        <p:nvSpPr>
          <p:cNvPr id="151" name="Shape 149"/>
          <p:cNvSpPr/>
          <p:nvPr/>
        </p:nvSpPr>
        <p:spPr>
          <a:xfrm rot="2700000">
            <a:off x="1700784" y="4782312"/>
            <a:ext cx="228600" cy="228600"/>
          </a:xfrm>
          <a:prstGeom prst="rect">
            <a:avLst/>
          </a:prstGeom>
          <a:solidFill>
            <a:srgbClr val="1A5FA8">
              <a:alpha val="52000"/>
            </a:srgbClr>
          </a:solidFill>
          <a:ln w="12700">
            <a:solidFill>
              <a:srgbClr val="0A1420"/>
            </a:solidFill>
            <a:prstDash val="solid"/>
          </a:ln>
        </p:spPr>
      </p:sp>
      <p:sp>
        <p:nvSpPr>
          <p:cNvPr id="152" name="Shape 150"/>
          <p:cNvSpPr/>
          <p:nvPr/>
        </p:nvSpPr>
        <p:spPr>
          <a:xfrm rot="2700000">
            <a:off x="2121408" y="4782312"/>
            <a:ext cx="146304" cy="146304"/>
          </a:xfrm>
          <a:prstGeom prst="rect">
            <a:avLst/>
          </a:prstGeom>
          <a:solidFill>
            <a:srgbClr val="D4951A">
              <a:alpha val="52000"/>
            </a:srgbClr>
          </a:solidFill>
          <a:ln w="12700">
            <a:solidFill>
              <a:srgbClr val="0A1420"/>
            </a:solidFill>
            <a:prstDash val="solid"/>
          </a:ln>
        </p:spPr>
      </p:sp>
      <p:sp>
        <p:nvSpPr>
          <p:cNvPr id="153" name="Shape 151"/>
          <p:cNvSpPr/>
          <p:nvPr/>
        </p:nvSpPr>
        <p:spPr>
          <a:xfrm rot="2700000">
            <a:off x="2542032" y="4782312"/>
            <a:ext cx="146304" cy="146304"/>
          </a:xfrm>
          <a:prstGeom prst="rect">
            <a:avLst/>
          </a:prstGeom>
          <a:solidFill>
            <a:srgbClr val="1B9A8A">
              <a:alpha val="52000"/>
            </a:srgbClr>
          </a:solidFill>
          <a:ln w="12700">
            <a:solidFill>
              <a:srgbClr val="0A1420"/>
            </a:solidFill>
            <a:prstDash val="solid"/>
          </a:ln>
        </p:spPr>
      </p:sp>
      <p:sp>
        <p:nvSpPr>
          <p:cNvPr id="154" name="Shape 152"/>
          <p:cNvSpPr/>
          <p:nvPr/>
        </p:nvSpPr>
        <p:spPr>
          <a:xfrm rot="2700000">
            <a:off x="2962656" y="4782312"/>
            <a:ext cx="146304" cy="146304"/>
          </a:xfrm>
          <a:prstGeom prst="rect">
            <a:avLst/>
          </a:prstGeom>
          <a:solidFill>
            <a:srgbClr val="C0622B">
              <a:alpha val="52000"/>
            </a:srgbClr>
          </a:solidFill>
          <a:ln w="12700">
            <a:solidFill>
              <a:srgbClr val="0A1420"/>
            </a:solidFill>
            <a:prstDash val="solid"/>
          </a:ln>
        </p:spPr>
      </p:sp>
      <p:sp>
        <p:nvSpPr>
          <p:cNvPr id="155" name="Shape 153"/>
          <p:cNvSpPr/>
          <p:nvPr/>
        </p:nvSpPr>
        <p:spPr>
          <a:xfrm rot="2700000">
            <a:off x="3383280" y="4782312"/>
            <a:ext cx="228600" cy="228600"/>
          </a:xfrm>
          <a:prstGeom prst="rect">
            <a:avLst/>
          </a:prstGeom>
          <a:solidFill>
            <a:srgbClr val="C8B89A">
              <a:alpha val="52000"/>
            </a:srgbClr>
          </a:solidFill>
          <a:ln w="12700">
            <a:solidFill>
              <a:srgbClr val="0A1420"/>
            </a:solidFill>
            <a:prstDash val="solid"/>
          </a:ln>
        </p:spPr>
      </p:sp>
      <p:sp>
        <p:nvSpPr>
          <p:cNvPr id="156" name="Shape 154"/>
          <p:cNvSpPr/>
          <p:nvPr/>
        </p:nvSpPr>
        <p:spPr>
          <a:xfrm rot="2700000">
            <a:off x="18288" y="5084064"/>
            <a:ext cx="146304" cy="146304"/>
          </a:xfrm>
          <a:prstGeom prst="rect">
            <a:avLst/>
          </a:prstGeom>
          <a:solidFill>
            <a:srgbClr val="1B9A8A">
              <a:alpha val="44000"/>
            </a:srgbClr>
          </a:solidFill>
          <a:ln w="12700">
            <a:solidFill>
              <a:srgbClr val="0A1420"/>
            </a:solidFill>
            <a:prstDash val="solid"/>
          </a:ln>
        </p:spPr>
      </p:sp>
      <p:sp>
        <p:nvSpPr>
          <p:cNvPr id="157" name="Shape 155"/>
          <p:cNvSpPr/>
          <p:nvPr/>
        </p:nvSpPr>
        <p:spPr>
          <a:xfrm rot="2700000">
            <a:off x="438912" y="5084064"/>
            <a:ext cx="146304" cy="146304"/>
          </a:xfrm>
          <a:prstGeom prst="rect">
            <a:avLst/>
          </a:prstGeom>
          <a:solidFill>
            <a:srgbClr val="C0622B">
              <a:alpha val="44000"/>
            </a:srgbClr>
          </a:solidFill>
          <a:ln w="12700">
            <a:solidFill>
              <a:srgbClr val="0A1420"/>
            </a:solidFill>
            <a:prstDash val="solid"/>
          </a:ln>
        </p:spPr>
      </p:sp>
      <p:sp>
        <p:nvSpPr>
          <p:cNvPr id="158" name="Shape 156"/>
          <p:cNvSpPr/>
          <p:nvPr/>
        </p:nvSpPr>
        <p:spPr>
          <a:xfrm rot="2700000">
            <a:off x="859536" y="5084064"/>
            <a:ext cx="146304" cy="146304"/>
          </a:xfrm>
          <a:prstGeom prst="rect">
            <a:avLst/>
          </a:prstGeom>
          <a:solidFill>
            <a:srgbClr val="C8B89A">
              <a:alpha val="44000"/>
            </a:srgbClr>
          </a:solidFill>
          <a:ln w="12700">
            <a:solidFill>
              <a:srgbClr val="0A1420"/>
            </a:solidFill>
            <a:prstDash val="solid"/>
          </a:ln>
        </p:spPr>
      </p:sp>
      <p:sp>
        <p:nvSpPr>
          <p:cNvPr id="159" name="Shape 157"/>
          <p:cNvSpPr/>
          <p:nvPr/>
        </p:nvSpPr>
        <p:spPr>
          <a:xfrm rot="2700000">
            <a:off x="1280160" y="5084064"/>
            <a:ext cx="228600" cy="228600"/>
          </a:xfrm>
          <a:prstGeom prst="rect">
            <a:avLst/>
          </a:prstGeom>
          <a:solidFill>
            <a:srgbClr val="1A5FA8">
              <a:alpha val="44000"/>
            </a:srgbClr>
          </a:solidFill>
          <a:ln w="12700">
            <a:solidFill>
              <a:srgbClr val="0A1420"/>
            </a:solidFill>
            <a:prstDash val="solid"/>
          </a:ln>
        </p:spPr>
      </p:sp>
      <p:sp>
        <p:nvSpPr>
          <p:cNvPr id="160" name="Shape 158"/>
          <p:cNvSpPr/>
          <p:nvPr/>
        </p:nvSpPr>
        <p:spPr>
          <a:xfrm rot="2700000">
            <a:off x="1700784" y="5084064"/>
            <a:ext cx="146304" cy="146304"/>
          </a:xfrm>
          <a:prstGeom prst="rect">
            <a:avLst/>
          </a:prstGeom>
          <a:solidFill>
            <a:srgbClr val="D4951A">
              <a:alpha val="44000"/>
            </a:srgbClr>
          </a:solidFill>
          <a:ln w="12700">
            <a:solidFill>
              <a:srgbClr val="0A1420"/>
            </a:solidFill>
            <a:prstDash val="solid"/>
          </a:ln>
        </p:spPr>
      </p:sp>
      <p:sp>
        <p:nvSpPr>
          <p:cNvPr id="161" name="Shape 159"/>
          <p:cNvSpPr/>
          <p:nvPr/>
        </p:nvSpPr>
        <p:spPr>
          <a:xfrm rot="2700000">
            <a:off x="2121408" y="5084064"/>
            <a:ext cx="146304" cy="146304"/>
          </a:xfrm>
          <a:prstGeom prst="rect">
            <a:avLst/>
          </a:prstGeom>
          <a:solidFill>
            <a:srgbClr val="1B9A8A">
              <a:alpha val="44000"/>
            </a:srgbClr>
          </a:solidFill>
          <a:ln w="12700">
            <a:solidFill>
              <a:srgbClr val="0A1420"/>
            </a:solidFill>
            <a:prstDash val="solid"/>
          </a:ln>
        </p:spPr>
      </p:sp>
      <p:sp>
        <p:nvSpPr>
          <p:cNvPr id="162" name="Shape 160"/>
          <p:cNvSpPr/>
          <p:nvPr/>
        </p:nvSpPr>
        <p:spPr>
          <a:xfrm rot="2700000">
            <a:off x="2542032" y="5084064"/>
            <a:ext cx="146304" cy="146304"/>
          </a:xfrm>
          <a:prstGeom prst="rect">
            <a:avLst/>
          </a:prstGeom>
          <a:solidFill>
            <a:srgbClr val="C0622B">
              <a:alpha val="44000"/>
            </a:srgbClr>
          </a:solidFill>
          <a:ln w="12700">
            <a:solidFill>
              <a:srgbClr val="0A1420"/>
            </a:solidFill>
            <a:prstDash val="solid"/>
          </a:ln>
        </p:spPr>
      </p:sp>
      <p:sp>
        <p:nvSpPr>
          <p:cNvPr id="163" name="Shape 161"/>
          <p:cNvSpPr/>
          <p:nvPr/>
        </p:nvSpPr>
        <p:spPr>
          <a:xfrm rot="2700000">
            <a:off x="2962656" y="5084064"/>
            <a:ext cx="228600" cy="228600"/>
          </a:xfrm>
          <a:prstGeom prst="rect">
            <a:avLst/>
          </a:prstGeom>
          <a:solidFill>
            <a:srgbClr val="C8B89A">
              <a:alpha val="44000"/>
            </a:srgbClr>
          </a:solidFill>
          <a:ln w="12700">
            <a:solidFill>
              <a:srgbClr val="0A1420"/>
            </a:solidFill>
            <a:prstDash val="solid"/>
          </a:ln>
        </p:spPr>
      </p:sp>
      <p:sp>
        <p:nvSpPr>
          <p:cNvPr id="164" name="Shape 162"/>
          <p:cNvSpPr/>
          <p:nvPr/>
        </p:nvSpPr>
        <p:spPr>
          <a:xfrm rot="2700000">
            <a:off x="3383280" y="5084064"/>
            <a:ext cx="146304" cy="146304"/>
          </a:xfrm>
          <a:prstGeom prst="rect">
            <a:avLst/>
          </a:prstGeom>
          <a:solidFill>
            <a:srgbClr val="1A5FA8">
              <a:alpha val="44000"/>
            </a:srgbClr>
          </a:solidFill>
          <a:ln w="12700">
            <a:solidFill>
              <a:srgbClr val="0A1420"/>
            </a:solidFill>
            <a:prstDash val="solid"/>
          </a:ln>
        </p:spPr>
      </p:sp>
      <p:sp>
        <p:nvSpPr>
          <p:cNvPr id="165" name="Text 163"/>
          <p:cNvSpPr/>
          <p:nvPr/>
        </p:nvSpPr>
        <p:spPr>
          <a:xfrm>
            <a:off x="3931920" y="457200"/>
            <a:ext cx="5029200" cy="640080"/>
          </a:xfrm>
          <a:prstGeom prst="rect">
            <a:avLst/>
          </a:prstGeom>
          <a:noFill/>
          <a:ln/>
        </p:spPr>
        <p:txBody>
          <a:bodyPr wrap="square" rtlCol="0" anchor="ctr"/>
          <a:lstStyle/>
          <a:p>
            <a:pPr indent="0" marL="0">
              <a:buNone/>
            </a:pPr>
            <a:r>
              <a:rPr lang="en-US" sz="1300" b="1" spc="300" kern="0" dirty="0">
                <a:solidFill>
                  <a:srgbClr val="C8B89A"/>
                </a:solidFill>
                <a:latin typeface="Calibri" pitchFamily="34" charset="0"/>
                <a:ea typeface="Calibri" pitchFamily="34" charset="-122"/>
                <a:cs typeface="Calibri" pitchFamily="34" charset="-120"/>
              </a:rPr>
              <a:t>COMPRESSEURS D'AIR</a:t>
            </a:r>
            <a:endParaRPr lang="en-US" sz="1300" dirty="0"/>
          </a:p>
        </p:txBody>
      </p:sp>
      <p:sp>
        <p:nvSpPr>
          <p:cNvPr id="166" name="Shape 164"/>
          <p:cNvSpPr/>
          <p:nvPr/>
        </p:nvSpPr>
        <p:spPr>
          <a:xfrm>
            <a:off x="3931920" y="1170432"/>
            <a:ext cx="2103120" cy="914400"/>
          </a:xfrm>
          <a:prstGeom prst="rect">
            <a:avLst/>
          </a:prstGeom>
          <a:solidFill>
            <a:srgbClr val="C0622B"/>
          </a:solidFill>
          <a:ln/>
          <a:effectLst>
            <a:outerShdw sx="100000" sy="100000" kx="0" ky="0" algn="bl" rotWithShape="0" blurRad="127000" dist="50800" dir="8100000">
              <a:srgbClr val="000000">
                <a:alpha val="40000"/>
              </a:srgbClr>
            </a:outerShdw>
          </a:effectLst>
        </p:spPr>
      </p:sp>
      <p:sp>
        <p:nvSpPr>
          <p:cNvPr id="167" name="Text 165"/>
          <p:cNvSpPr/>
          <p:nvPr/>
        </p:nvSpPr>
        <p:spPr>
          <a:xfrm>
            <a:off x="3931920" y="1170432"/>
            <a:ext cx="2103120" cy="914400"/>
          </a:xfrm>
          <a:prstGeom prst="rect">
            <a:avLst/>
          </a:prstGeom>
          <a:noFill/>
          <a:ln/>
        </p:spPr>
        <p:txBody>
          <a:bodyPr wrap="square" rtlCol="0" anchor="ctr"/>
          <a:lstStyle/>
          <a:p>
            <a:pPr algn="ctr" indent="0" marL="0">
              <a:buNone/>
            </a:pPr>
            <a:r>
              <a:rPr lang="en-US" sz="2200" b="1" dirty="0">
                <a:solidFill>
                  <a:srgbClr val="EDE0C8"/>
                </a:solidFill>
                <a:latin typeface="Georgia" pitchFamily="34" charset="0"/>
                <a:ea typeface="Georgia" pitchFamily="34" charset="-122"/>
                <a:cs typeface="Georgia" pitchFamily="34" charset="-120"/>
              </a:rPr>
              <a:t>À</a:t>
            </a:r>
            <a:endParaRPr lang="en-US" sz="2200" dirty="0"/>
          </a:p>
          <a:p>
            <a:pPr algn="ctr" indent="0" marL="0">
              <a:buNone/>
            </a:pPr>
            <a:r>
              <a:rPr lang="en-US" sz="2200" b="1" dirty="0">
                <a:solidFill>
                  <a:srgbClr val="EDE0C8"/>
                </a:solidFill>
                <a:latin typeface="Georgia" pitchFamily="34" charset="0"/>
                <a:ea typeface="Georgia" pitchFamily="34" charset="-122"/>
                <a:cs typeface="Georgia" pitchFamily="34" charset="-120"/>
              </a:rPr>
              <a:t>HUILE</a:t>
            </a:r>
            <a:endParaRPr lang="en-US" sz="2200" dirty="0"/>
          </a:p>
        </p:txBody>
      </p:sp>
      <p:sp>
        <p:nvSpPr>
          <p:cNvPr id="168" name="Shape 166"/>
          <p:cNvSpPr/>
          <p:nvPr/>
        </p:nvSpPr>
        <p:spPr>
          <a:xfrm rot="2700000">
            <a:off x="4754880" y="1719072"/>
            <a:ext cx="640080" cy="640080"/>
          </a:xfrm>
          <a:prstGeom prst="rect">
            <a:avLst/>
          </a:prstGeom>
          <a:solidFill>
            <a:srgbClr val="D4951A"/>
          </a:solidFill>
          <a:ln/>
          <a:effectLst>
            <a:outerShdw sx="100000" sy="100000" kx="0" ky="0" algn="bl" rotWithShape="0" blurRad="127000" dist="50800" dir="8100000">
              <a:srgbClr val="000000">
                <a:alpha val="40000"/>
              </a:srgbClr>
            </a:outerShdw>
          </a:effectLst>
        </p:spPr>
      </p:sp>
      <p:sp>
        <p:nvSpPr>
          <p:cNvPr id="169" name="Text 167"/>
          <p:cNvSpPr/>
          <p:nvPr/>
        </p:nvSpPr>
        <p:spPr>
          <a:xfrm>
            <a:off x="4736592" y="1700784"/>
            <a:ext cx="676656" cy="676656"/>
          </a:xfrm>
          <a:prstGeom prst="rect">
            <a:avLst/>
          </a:prstGeom>
          <a:noFill/>
          <a:ln/>
        </p:spPr>
        <p:txBody>
          <a:bodyPr wrap="square" rtlCol="0" anchor="ctr"/>
          <a:lstStyle/>
          <a:p>
            <a:pPr algn="ctr" indent="0" marL="0">
              <a:buNone/>
            </a:pPr>
            <a:r>
              <a:rPr lang="en-US" sz="1400" b="1" dirty="0">
                <a:solidFill>
                  <a:srgbClr val="0B0E18"/>
                </a:solidFill>
                <a:latin typeface="Georgia" pitchFamily="34" charset="0"/>
                <a:ea typeface="Georgia" pitchFamily="34" charset="-122"/>
                <a:cs typeface="Georgia" pitchFamily="34" charset="-120"/>
              </a:rPr>
              <a:t>VS</a:t>
            </a:r>
            <a:endParaRPr lang="en-US" sz="1400" dirty="0"/>
          </a:p>
        </p:txBody>
      </p:sp>
      <p:sp>
        <p:nvSpPr>
          <p:cNvPr id="170" name="Shape 168"/>
          <p:cNvSpPr/>
          <p:nvPr/>
        </p:nvSpPr>
        <p:spPr>
          <a:xfrm>
            <a:off x="6217920" y="1170432"/>
            <a:ext cx="2103120" cy="914400"/>
          </a:xfrm>
          <a:prstGeom prst="rect">
            <a:avLst/>
          </a:prstGeom>
          <a:solidFill>
            <a:srgbClr val="1A5FA8"/>
          </a:solidFill>
          <a:ln/>
          <a:effectLst>
            <a:outerShdw sx="100000" sy="100000" kx="0" ky="0" algn="bl" rotWithShape="0" blurRad="127000" dist="50800" dir="8100000">
              <a:srgbClr val="000000">
                <a:alpha val="40000"/>
              </a:srgbClr>
            </a:outerShdw>
          </a:effectLst>
        </p:spPr>
      </p:sp>
      <p:sp>
        <p:nvSpPr>
          <p:cNvPr id="171" name="Text 169"/>
          <p:cNvSpPr/>
          <p:nvPr/>
        </p:nvSpPr>
        <p:spPr>
          <a:xfrm>
            <a:off x="6217920" y="1170432"/>
            <a:ext cx="2103120" cy="914400"/>
          </a:xfrm>
          <a:prstGeom prst="rect">
            <a:avLst/>
          </a:prstGeom>
          <a:noFill/>
          <a:ln/>
        </p:spPr>
        <p:txBody>
          <a:bodyPr wrap="square" rtlCol="0" anchor="ctr"/>
          <a:lstStyle/>
          <a:p>
            <a:pPr algn="ctr" indent="0" marL="0">
              <a:buNone/>
            </a:pPr>
            <a:r>
              <a:rPr lang="en-US" sz="2200" b="1" dirty="0">
                <a:solidFill>
                  <a:srgbClr val="EDE0C8"/>
                </a:solidFill>
                <a:latin typeface="Georgia" pitchFamily="34" charset="0"/>
                <a:ea typeface="Georgia" pitchFamily="34" charset="-122"/>
                <a:cs typeface="Georgia" pitchFamily="34" charset="-120"/>
              </a:rPr>
              <a:t>SANS</a:t>
            </a:r>
            <a:endParaRPr lang="en-US" sz="2200" dirty="0"/>
          </a:p>
          <a:p>
            <a:pPr algn="ctr" indent="0" marL="0">
              <a:buNone/>
            </a:pPr>
            <a:r>
              <a:rPr lang="en-US" sz="2200" b="1" dirty="0">
                <a:solidFill>
                  <a:srgbClr val="EDE0C8"/>
                </a:solidFill>
                <a:latin typeface="Georgia" pitchFamily="34" charset="0"/>
                <a:ea typeface="Georgia" pitchFamily="34" charset="-122"/>
                <a:cs typeface="Georgia" pitchFamily="34" charset="-120"/>
              </a:rPr>
              <a:t>HUILE</a:t>
            </a:r>
            <a:endParaRPr lang="en-US" sz="2200" dirty="0"/>
          </a:p>
        </p:txBody>
      </p:sp>
      <p:sp>
        <p:nvSpPr>
          <p:cNvPr id="172" name="Shape 170"/>
          <p:cNvSpPr/>
          <p:nvPr/>
        </p:nvSpPr>
        <p:spPr>
          <a:xfrm>
            <a:off x="3931920" y="2240280"/>
            <a:ext cx="4389120" cy="36576"/>
          </a:xfrm>
          <a:prstGeom prst="rect">
            <a:avLst/>
          </a:prstGeom>
          <a:solidFill>
            <a:srgbClr val="D4951A"/>
          </a:solidFill>
          <a:ln/>
        </p:spPr>
      </p:sp>
      <p:sp>
        <p:nvSpPr>
          <p:cNvPr id="173" name="Shape 171"/>
          <p:cNvSpPr/>
          <p:nvPr/>
        </p:nvSpPr>
        <p:spPr>
          <a:xfrm>
            <a:off x="3931920" y="2313432"/>
            <a:ext cx="2286000" cy="22860"/>
          </a:xfrm>
          <a:prstGeom prst="rect">
            <a:avLst/>
          </a:prstGeom>
          <a:solidFill>
            <a:srgbClr val="1B9A8A"/>
          </a:solidFill>
          <a:ln/>
        </p:spPr>
      </p:sp>
      <p:sp>
        <p:nvSpPr>
          <p:cNvPr id="174" name="Text 172"/>
          <p:cNvSpPr/>
          <p:nvPr/>
        </p:nvSpPr>
        <p:spPr>
          <a:xfrm>
            <a:off x="3931920" y="2423160"/>
            <a:ext cx="5029200" cy="502920"/>
          </a:xfrm>
          <a:prstGeom prst="rect">
            <a:avLst/>
          </a:prstGeom>
          <a:noFill/>
          <a:ln/>
        </p:spPr>
        <p:txBody>
          <a:bodyPr wrap="square" rtlCol="0" anchor="ctr"/>
          <a:lstStyle/>
          <a:p>
            <a:pPr indent="0" marL="0">
              <a:buNone/>
            </a:pPr>
            <a:r>
              <a:rPr lang="en-US" sz="1400" i="1" dirty="0">
                <a:solidFill>
                  <a:srgbClr val="C8B89A"/>
                </a:solidFill>
                <a:latin typeface="Calibri" pitchFamily="34" charset="0"/>
                <a:ea typeface="Calibri" pitchFamily="34" charset="-122"/>
                <a:cs typeface="Calibri" pitchFamily="34" charset="-120"/>
              </a:rPr>
              <a:t>Quel choix pour une usine d'aliments secs pour animaux ?</a:t>
            </a:r>
            <a:endParaRPr lang="en-US" sz="1400" dirty="0"/>
          </a:p>
        </p:txBody>
      </p:sp>
      <p:sp>
        <p:nvSpPr>
          <p:cNvPr id="175" name="Shape 173"/>
          <p:cNvSpPr/>
          <p:nvPr/>
        </p:nvSpPr>
        <p:spPr>
          <a:xfrm>
            <a:off x="3931920" y="3090672"/>
            <a:ext cx="4937760" cy="749808"/>
          </a:xfrm>
          <a:prstGeom prst="rect">
            <a:avLst/>
          </a:prstGeom>
          <a:solidFill>
            <a:srgbClr val="111828"/>
          </a:solidFill>
          <a:ln w="12700">
            <a:solidFill>
              <a:srgbClr val="D4951A"/>
            </a:solidFill>
            <a:prstDash val="solid"/>
          </a:ln>
          <a:effectLst>
            <a:outerShdw sx="100000" sy="100000" kx="0" ky="0" algn="bl" rotWithShape="0" blurRad="127000" dist="50800" dir="8100000">
              <a:srgbClr val="000000">
                <a:alpha val="40000"/>
              </a:srgbClr>
            </a:outerShdw>
          </a:effectLst>
        </p:spPr>
      </p:sp>
      <p:sp>
        <p:nvSpPr>
          <p:cNvPr id="176" name="Shape 174"/>
          <p:cNvSpPr/>
          <p:nvPr/>
        </p:nvSpPr>
        <p:spPr>
          <a:xfrm>
            <a:off x="3931920" y="3090672"/>
            <a:ext cx="4937760" cy="45720"/>
          </a:xfrm>
          <a:prstGeom prst="rect">
            <a:avLst/>
          </a:prstGeom>
          <a:solidFill>
            <a:srgbClr val="D4951A"/>
          </a:solidFill>
          <a:ln/>
        </p:spPr>
      </p:sp>
      <p:sp>
        <p:nvSpPr>
          <p:cNvPr id="177" name="Text 175"/>
          <p:cNvSpPr/>
          <p:nvPr/>
        </p:nvSpPr>
        <p:spPr>
          <a:xfrm>
            <a:off x="4059936" y="3182112"/>
            <a:ext cx="4663440" cy="594360"/>
          </a:xfrm>
          <a:prstGeom prst="rect">
            <a:avLst/>
          </a:prstGeom>
          <a:noFill/>
          <a:ln/>
        </p:spPr>
        <p:txBody>
          <a:bodyPr wrap="square" rtlCol="0" anchor="ctr"/>
          <a:lstStyle/>
          <a:p>
            <a:pPr indent="0" marL="0">
              <a:buNone/>
            </a:pPr>
            <a:r>
              <a:rPr lang="en-US" sz="1100" b="1" dirty="0">
                <a:solidFill>
                  <a:srgbClr val="D4951A"/>
                </a:solidFill>
                <a:latin typeface="Calibri" pitchFamily="34" charset="0"/>
                <a:ea typeface="Calibri" pitchFamily="34" charset="-122"/>
                <a:cs typeface="Calibri" pitchFamily="34" charset="-120"/>
              </a:rPr>
              <a:t>Contexte : </a:t>
            </a:r>
            <a:pPr indent="0" marL="0">
              <a:buNone/>
            </a:pPr>
            <a:r>
              <a:rPr lang="en-US" sz="1100" dirty="0">
                <a:solidFill>
                  <a:srgbClr val="EDE0C8"/>
                </a:solidFill>
                <a:latin typeface="Calibri" pitchFamily="34" charset="0"/>
                <a:ea typeface="Calibri" pitchFamily="34" charset="-122"/>
                <a:cs typeface="Calibri" pitchFamily="34" charset="-120"/>
              </a:rPr>
              <a:t>Ligne de production 5 T/H · Débit nominal 4,3 m³/H · Équipements FAMSUN · Maroc</a:t>
            </a:r>
            <a:endParaRPr lang="en-US" sz="1100" dirty="0"/>
          </a:p>
        </p:txBody>
      </p:sp>
      <p:sp>
        <p:nvSpPr>
          <p:cNvPr id="178" name="Shape 176"/>
          <p:cNvSpPr/>
          <p:nvPr/>
        </p:nvSpPr>
        <p:spPr>
          <a:xfrm>
            <a:off x="0" y="4663440"/>
            <a:ext cx="3657600" cy="480060"/>
          </a:xfrm>
          <a:prstGeom prst="rect">
            <a:avLst/>
          </a:prstGeom>
          <a:solidFill>
            <a:srgbClr val="050C14"/>
          </a:solidFill>
          <a:ln/>
        </p:spPr>
      </p:sp>
      <p:sp>
        <p:nvSpPr>
          <p:cNvPr id="179" name="Text 177"/>
          <p:cNvSpPr/>
          <p:nvPr/>
        </p:nvSpPr>
        <p:spPr>
          <a:xfrm>
            <a:off x="91440" y="4681728"/>
            <a:ext cx="3474720" cy="457200"/>
          </a:xfrm>
          <a:prstGeom prst="rect">
            <a:avLst/>
          </a:prstGeom>
          <a:noFill/>
          <a:ln/>
        </p:spPr>
        <p:txBody>
          <a:bodyPr wrap="square" rtlCol="0" anchor="ctr"/>
          <a:lstStyle/>
          <a:p>
            <a:pPr algn="ctr" indent="0" marL="0">
              <a:buNone/>
            </a:pPr>
            <a:r>
              <a:rPr lang="en-US" sz="1100" b="1" spc="200" kern="0" dirty="0">
                <a:solidFill>
                  <a:srgbClr val="D4951A"/>
                </a:solidFill>
                <a:latin typeface="Georgia" pitchFamily="34" charset="0"/>
                <a:ea typeface="Georgia" pitchFamily="34" charset="-122"/>
                <a:cs typeface="Georgia" pitchFamily="34" charset="-120"/>
              </a:rPr>
              <a:t>PET FACTORY MAROC</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60A10"/>
          </a:solidFill>
          <a:ln/>
        </p:spPr>
      </p:sp>
      <p:sp>
        <p:nvSpPr>
          <p:cNvPr id="3" name="Shape 1"/>
          <p:cNvSpPr/>
          <p:nvPr/>
        </p:nvSpPr>
        <p:spPr>
          <a:xfrm rot="2700000">
            <a:off x="13716" y="749808"/>
            <a:ext cx="82296" cy="82296"/>
          </a:xfrm>
          <a:prstGeom prst="rect">
            <a:avLst/>
          </a:prstGeom>
          <a:solidFill>
            <a:srgbClr val="D4951A">
              <a:alpha val="55000"/>
            </a:srgbClr>
          </a:solidFill>
          <a:ln w="12700">
            <a:solidFill>
              <a:srgbClr val="D4951A"/>
            </a:solidFill>
            <a:prstDash val="solid"/>
          </a:ln>
        </p:spPr>
      </p:sp>
      <p:sp>
        <p:nvSpPr>
          <p:cNvPr id="4" name="Shape 2"/>
          <p:cNvSpPr/>
          <p:nvPr/>
        </p:nvSpPr>
        <p:spPr>
          <a:xfrm rot="2700000">
            <a:off x="137160" y="749808"/>
            <a:ext cx="82296" cy="82296"/>
          </a:xfrm>
          <a:prstGeom prst="rect">
            <a:avLst/>
          </a:prstGeom>
          <a:solidFill>
            <a:srgbClr val="D4951A">
              <a:alpha val="55000"/>
            </a:srgbClr>
          </a:solidFill>
          <a:ln w="12700">
            <a:solidFill>
              <a:srgbClr val="D4951A"/>
            </a:solidFill>
            <a:prstDash val="solid"/>
          </a:ln>
        </p:spPr>
      </p:sp>
      <p:sp>
        <p:nvSpPr>
          <p:cNvPr id="5" name="Shape 3"/>
          <p:cNvSpPr/>
          <p:nvPr/>
        </p:nvSpPr>
        <p:spPr>
          <a:xfrm rot="2700000">
            <a:off x="260604" y="749808"/>
            <a:ext cx="82296" cy="82296"/>
          </a:xfrm>
          <a:prstGeom prst="rect">
            <a:avLst/>
          </a:prstGeom>
          <a:solidFill>
            <a:srgbClr val="D4951A">
              <a:alpha val="55000"/>
            </a:srgbClr>
          </a:solidFill>
          <a:ln w="12700">
            <a:solidFill>
              <a:srgbClr val="D4951A"/>
            </a:solidFill>
            <a:prstDash val="solid"/>
          </a:ln>
        </p:spPr>
      </p:sp>
      <p:sp>
        <p:nvSpPr>
          <p:cNvPr id="6" name="Shape 4"/>
          <p:cNvSpPr/>
          <p:nvPr/>
        </p:nvSpPr>
        <p:spPr>
          <a:xfrm rot="2700000">
            <a:off x="384048" y="749808"/>
            <a:ext cx="82296" cy="82296"/>
          </a:xfrm>
          <a:prstGeom prst="rect">
            <a:avLst/>
          </a:prstGeom>
          <a:solidFill>
            <a:srgbClr val="D4951A">
              <a:alpha val="55000"/>
            </a:srgbClr>
          </a:solidFill>
          <a:ln w="12700">
            <a:solidFill>
              <a:srgbClr val="D4951A"/>
            </a:solidFill>
            <a:prstDash val="solid"/>
          </a:ln>
        </p:spPr>
      </p:sp>
      <p:sp>
        <p:nvSpPr>
          <p:cNvPr id="7" name="Shape 5"/>
          <p:cNvSpPr/>
          <p:nvPr/>
        </p:nvSpPr>
        <p:spPr>
          <a:xfrm rot="2700000">
            <a:off x="507492" y="749808"/>
            <a:ext cx="82296" cy="82296"/>
          </a:xfrm>
          <a:prstGeom prst="rect">
            <a:avLst/>
          </a:prstGeom>
          <a:solidFill>
            <a:srgbClr val="D4951A">
              <a:alpha val="55000"/>
            </a:srgbClr>
          </a:solidFill>
          <a:ln w="12700">
            <a:solidFill>
              <a:srgbClr val="D4951A"/>
            </a:solidFill>
            <a:prstDash val="solid"/>
          </a:ln>
        </p:spPr>
      </p:sp>
      <p:sp>
        <p:nvSpPr>
          <p:cNvPr id="8" name="Shape 6"/>
          <p:cNvSpPr/>
          <p:nvPr/>
        </p:nvSpPr>
        <p:spPr>
          <a:xfrm rot="2700000">
            <a:off x="630936" y="749808"/>
            <a:ext cx="82296" cy="82296"/>
          </a:xfrm>
          <a:prstGeom prst="rect">
            <a:avLst/>
          </a:prstGeom>
          <a:solidFill>
            <a:srgbClr val="D4951A">
              <a:alpha val="55000"/>
            </a:srgbClr>
          </a:solidFill>
          <a:ln w="12700">
            <a:solidFill>
              <a:srgbClr val="D4951A"/>
            </a:solidFill>
            <a:prstDash val="solid"/>
          </a:ln>
        </p:spPr>
      </p:sp>
      <p:sp>
        <p:nvSpPr>
          <p:cNvPr id="9" name="Shape 7"/>
          <p:cNvSpPr/>
          <p:nvPr/>
        </p:nvSpPr>
        <p:spPr>
          <a:xfrm rot="2700000">
            <a:off x="754380" y="749808"/>
            <a:ext cx="82296" cy="82296"/>
          </a:xfrm>
          <a:prstGeom prst="rect">
            <a:avLst/>
          </a:prstGeom>
          <a:solidFill>
            <a:srgbClr val="D4951A">
              <a:alpha val="55000"/>
            </a:srgbClr>
          </a:solidFill>
          <a:ln w="12700">
            <a:solidFill>
              <a:srgbClr val="D4951A"/>
            </a:solidFill>
            <a:prstDash val="solid"/>
          </a:ln>
        </p:spPr>
      </p:sp>
      <p:sp>
        <p:nvSpPr>
          <p:cNvPr id="10" name="Shape 8"/>
          <p:cNvSpPr/>
          <p:nvPr/>
        </p:nvSpPr>
        <p:spPr>
          <a:xfrm rot="2700000">
            <a:off x="877824" y="749808"/>
            <a:ext cx="82296" cy="82296"/>
          </a:xfrm>
          <a:prstGeom prst="rect">
            <a:avLst/>
          </a:prstGeom>
          <a:solidFill>
            <a:srgbClr val="D4951A">
              <a:alpha val="55000"/>
            </a:srgbClr>
          </a:solidFill>
          <a:ln w="12700">
            <a:solidFill>
              <a:srgbClr val="D4951A"/>
            </a:solidFill>
            <a:prstDash val="solid"/>
          </a:ln>
        </p:spPr>
      </p:sp>
      <p:sp>
        <p:nvSpPr>
          <p:cNvPr id="11" name="Shape 9"/>
          <p:cNvSpPr/>
          <p:nvPr/>
        </p:nvSpPr>
        <p:spPr>
          <a:xfrm rot="2700000">
            <a:off x="1001268" y="749808"/>
            <a:ext cx="82296" cy="82296"/>
          </a:xfrm>
          <a:prstGeom prst="rect">
            <a:avLst/>
          </a:prstGeom>
          <a:solidFill>
            <a:srgbClr val="D4951A">
              <a:alpha val="55000"/>
            </a:srgbClr>
          </a:solidFill>
          <a:ln w="12700">
            <a:solidFill>
              <a:srgbClr val="D4951A"/>
            </a:solidFill>
            <a:prstDash val="solid"/>
          </a:ln>
        </p:spPr>
      </p:sp>
      <p:sp>
        <p:nvSpPr>
          <p:cNvPr id="12" name="Shape 10"/>
          <p:cNvSpPr/>
          <p:nvPr/>
        </p:nvSpPr>
        <p:spPr>
          <a:xfrm rot="2700000">
            <a:off x="1124712" y="749808"/>
            <a:ext cx="82296" cy="82296"/>
          </a:xfrm>
          <a:prstGeom prst="rect">
            <a:avLst/>
          </a:prstGeom>
          <a:solidFill>
            <a:srgbClr val="D4951A">
              <a:alpha val="55000"/>
            </a:srgbClr>
          </a:solidFill>
          <a:ln w="12700">
            <a:solidFill>
              <a:srgbClr val="D4951A"/>
            </a:solidFill>
            <a:prstDash val="solid"/>
          </a:ln>
        </p:spPr>
      </p:sp>
      <p:sp>
        <p:nvSpPr>
          <p:cNvPr id="13" name="Shape 11"/>
          <p:cNvSpPr/>
          <p:nvPr/>
        </p:nvSpPr>
        <p:spPr>
          <a:xfrm rot="2700000">
            <a:off x="1248156" y="749808"/>
            <a:ext cx="82296" cy="82296"/>
          </a:xfrm>
          <a:prstGeom prst="rect">
            <a:avLst/>
          </a:prstGeom>
          <a:solidFill>
            <a:srgbClr val="D4951A">
              <a:alpha val="55000"/>
            </a:srgbClr>
          </a:solidFill>
          <a:ln w="12700">
            <a:solidFill>
              <a:srgbClr val="D4951A"/>
            </a:solidFill>
            <a:prstDash val="solid"/>
          </a:ln>
        </p:spPr>
      </p:sp>
      <p:sp>
        <p:nvSpPr>
          <p:cNvPr id="14" name="Shape 12"/>
          <p:cNvSpPr/>
          <p:nvPr/>
        </p:nvSpPr>
        <p:spPr>
          <a:xfrm rot="2700000">
            <a:off x="1371600" y="749808"/>
            <a:ext cx="82296" cy="82296"/>
          </a:xfrm>
          <a:prstGeom prst="rect">
            <a:avLst/>
          </a:prstGeom>
          <a:solidFill>
            <a:srgbClr val="D4951A">
              <a:alpha val="55000"/>
            </a:srgbClr>
          </a:solidFill>
          <a:ln w="12700">
            <a:solidFill>
              <a:srgbClr val="D4951A"/>
            </a:solidFill>
            <a:prstDash val="solid"/>
          </a:ln>
        </p:spPr>
      </p:sp>
      <p:sp>
        <p:nvSpPr>
          <p:cNvPr id="15" name="Shape 13"/>
          <p:cNvSpPr/>
          <p:nvPr/>
        </p:nvSpPr>
        <p:spPr>
          <a:xfrm rot="2700000">
            <a:off x="1495044" y="749808"/>
            <a:ext cx="82296" cy="82296"/>
          </a:xfrm>
          <a:prstGeom prst="rect">
            <a:avLst/>
          </a:prstGeom>
          <a:solidFill>
            <a:srgbClr val="D4951A">
              <a:alpha val="55000"/>
            </a:srgbClr>
          </a:solidFill>
          <a:ln w="12700">
            <a:solidFill>
              <a:srgbClr val="D4951A"/>
            </a:solidFill>
            <a:prstDash val="solid"/>
          </a:ln>
        </p:spPr>
      </p:sp>
      <p:sp>
        <p:nvSpPr>
          <p:cNvPr id="16" name="Shape 14"/>
          <p:cNvSpPr/>
          <p:nvPr/>
        </p:nvSpPr>
        <p:spPr>
          <a:xfrm rot="2700000">
            <a:off x="1618488" y="749808"/>
            <a:ext cx="82296" cy="82296"/>
          </a:xfrm>
          <a:prstGeom prst="rect">
            <a:avLst/>
          </a:prstGeom>
          <a:solidFill>
            <a:srgbClr val="D4951A">
              <a:alpha val="55000"/>
            </a:srgbClr>
          </a:solidFill>
          <a:ln w="12700">
            <a:solidFill>
              <a:srgbClr val="D4951A"/>
            </a:solidFill>
            <a:prstDash val="solid"/>
          </a:ln>
        </p:spPr>
      </p:sp>
      <p:sp>
        <p:nvSpPr>
          <p:cNvPr id="17" name="Shape 15"/>
          <p:cNvSpPr/>
          <p:nvPr/>
        </p:nvSpPr>
        <p:spPr>
          <a:xfrm rot="2700000">
            <a:off x="1741932" y="749808"/>
            <a:ext cx="82296" cy="82296"/>
          </a:xfrm>
          <a:prstGeom prst="rect">
            <a:avLst/>
          </a:prstGeom>
          <a:solidFill>
            <a:srgbClr val="D4951A">
              <a:alpha val="55000"/>
            </a:srgbClr>
          </a:solidFill>
          <a:ln w="12700">
            <a:solidFill>
              <a:srgbClr val="D4951A"/>
            </a:solidFill>
            <a:prstDash val="solid"/>
          </a:ln>
        </p:spPr>
      </p:sp>
      <p:sp>
        <p:nvSpPr>
          <p:cNvPr id="18" name="Shape 16"/>
          <p:cNvSpPr/>
          <p:nvPr/>
        </p:nvSpPr>
        <p:spPr>
          <a:xfrm rot="2700000">
            <a:off x="1865376" y="749808"/>
            <a:ext cx="82296" cy="82296"/>
          </a:xfrm>
          <a:prstGeom prst="rect">
            <a:avLst/>
          </a:prstGeom>
          <a:solidFill>
            <a:srgbClr val="D4951A">
              <a:alpha val="55000"/>
            </a:srgbClr>
          </a:solidFill>
          <a:ln w="12700">
            <a:solidFill>
              <a:srgbClr val="D4951A"/>
            </a:solidFill>
            <a:prstDash val="solid"/>
          </a:ln>
        </p:spPr>
      </p:sp>
      <p:sp>
        <p:nvSpPr>
          <p:cNvPr id="19" name="Shape 17"/>
          <p:cNvSpPr/>
          <p:nvPr/>
        </p:nvSpPr>
        <p:spPr>
          <a:xfrm rot="2700000">
            <a:off x="1988820" y="749808"/>
            <a:ext cx="82296" cy="82296"/>
          </a:xfrm>
          <a:prstGeom prst="rect">
            <a:avLst/>
          </a:prstGeom>
          <a:solidFill>
            <a:srgbClr val="D4951A">
              <a:alpha val="55000"/>
            </a:srgbClr>
          </a:solidFill>
          <a:ln w="12700">
            <a:solidFill>
              <a:srgbClr val="D4951A"/>
            </a:solidFill>
            <a:prstDash val="solid"/>
          </a:ln>
        </p:spPr>
      </p:sp>
      <p:sp>
        <p:nvSpPr>
          <p:cNvPr id="20" name="Shape 18"/>
          <p:cNvSpPr/>
          <p:nvPr/>
        </p:nvSpPr>
        <p:spPr>
          <a:xfrm rot="2700000">
            <a:off x="2112264" y="749808"/>
            <a:ext cx="82296" cy="82296"/>
          </a:xfrm>
          <a:prstGeom prst="rect">
            <a:avLst/>
          </a:prstGeom>
          <a:solidFill>
            <a:srgbClr val="D4951A">
              <a:alpha val="55000"/>
            </a:srgbClr>
          </a:solidFill>
          <a:ln w="12700">
            <a:solidFill>
              <a:srgbClr val="D4951A"/>
            </a:solidFill>
            <a:prstDash val="solid"/>
          </a:ln>
        </p:spPr>
      </p:sp>
      <p:sp>
        <p:nvSpPr>
          <p:cNvPr id="21" name="Shape 19"/>
          <p:cNvSpPr/>
          <p:nvPr/>
        </p:nvSpPr>
        <p:spPr>
          <a:xfrm rot="2700000">
            <a:off x="2235708" y="749808"/>
            <a:ext cx="82296" cy="82296"/>
          </a:xfrm>
          <a:prstGeom prst="rect">
            <a:avLst/>
          </a:prstGeom>
          <a:solidFill>
            <a:srgbClr val="D4951A">
              <a:alpha val="55000"/>
            </a:srgbClr>
          </a:solidFill>
          <a:ln w="12700">
            <a:solidFill>
              <a:srgbClr val="D4951A"/>
            </a:solidFill>
            <a:prstDash val="solid"/>
          </a:ln>
        </p:spPr>
      </p:sp>
      <p:sp>
        <p:nvSpPr>
          <p:cNvPr id="22" name="Shape 20"/>
          <p:cNvSpPr/>
          <p:nvPr/>
        </p:nvSpPr>
        <p:spPr>
          <a:xfrm rot="2700000">
            <a:off x="2359152" y="749808"/>
            <a:ext cx="82296" cy="82296"/>
          </a:xfrm>
          <a:prstGeom prst="rect">
            <a:avLst/>
          </a:prstGeom>
          <a:solidFill>
            <a:srgbClr val="D4951A">
              <a:alpha val="55000"/>
            </a:srgbClr>
          </a:solidFill>
          <a:ln w="12700">
            <a:solidFill>
              <a:srgbClr val="D4951A"/>
            </a:solidFill>
            <a:prstDash val="solid"/>
          </a:ln>
        </p:spPr>
      </p:sp>
      <p:sp>
        <p:nvSpPr>
          <p:cNvPr id="23" name="Shape 21"/>
          <p:cNvSpPr/>
          <p:nvPr/>
        </p:nvSpPr>
        <p:spPr>
          <a:xfrm rot="2700000">
            <a:off x="2482596" y="749808"/>
            <a:ext cx="82296" cy="82296"/>
          </a:xfrm>
          <a:prstGeom prst="rect">
            <a:avLst/>
          </a:prstGeom>
          <a:solidFill>
            <a:srgbClr val="D4951A">
              <a:alpha val="55000"/>
            </a:srgbClr>
          </a:solidFill>
          <a:ln w="12700">
            <a:solidFill>
              <a:srgbClr val="D4951A"/>
            </a:solidFill>
            <a:prstDash val="solid"/>
          </a:ln>
        </p:spPr>
      </p:sp>
      <p:sp>
        <p:nvSpPr>
          <p:cNvPr id="24" name="Shape 22"/>
          <p:cNvSpPr/>
          <p:nvPr/>
        </p:nvSpPr>
        <p:spPr>
          <a:xfrm rot="2700000">
            <a:off x="2606040" y="749808"/>
            <a:ext cx="82296" cy="82296"/>
          </a:xfrm>
          <a:prstGeom prst="rect">
            <a:avLst/>
          </a:prstGeom>
          <a:solidFill>
            <a:srgbClr val="D4951A">
              <a:alpha val="55000"/>
            </a:srgbClr>
          </a:solidFill>
          <a:ln w="12700">
            <a:solidFill>
              <a:srgbClr val="D4951A"/>
            </a:solidFill>
            <a:prstDash val="solid"/>
          </a:ln>
        </p:spPr>
      </p:sp>
      <p:sp>
        <p:nvSpPr>
          <p:cNvPr id="25" name="Shape 23"/>
          <p:cNvSpPr/>
          <p:nvPr/>
        </p:nvSpPr>
        <p:spPr>
          <a:xfrm rot="2700000">
            <a:off x="2729484" y="749808"/>
            <a:ext cx="82296" cy="82296"/>
          </a:xfrm>
          <a:prstGeom prst="rect">
            <a:avLst/>
          </a:prstGeom>
          <a:solidFill>
            <a:srgbClr val="D4951A">
              <a:alpha val="55000"/>
            </a:srgbClr>
          </a:solidFill>
          <a:ln w="12700">
            <a:solidFill>
              <a:srgbClr val="D4951A"/>
            </a:solidFill>
            <a:prstDash val="solid"/>
          </a:ln>
        </p:spPr>
      </p:sp>
      <p:sp>
        <p:nvSpPr>
          <p:cNvPr id="26" name="Shape 24"/>
          <p:cNvSpPr/>
          <p:nvPr/>
        </p:nvSpPr>
        <p:spPr>
          <a:xfrm rot="2700000">
            <a:off x="2852928" y="749808"/>
            <a:ext cx="82296" cy="82296"/>
          </a:xfrm>
          <a:prstGeom prst="rect">
            <a:avLst/>
          </a:prstGeom>
          <a:solidFill>
            <a:srgbClr val="D4951A">
              <a:alpha val="55000"/>
            </a:srgbClr>
          </a:solidFill>
          <a:ln w="12700">
            <a:solidFill>
              <a:srgbClr val="D4951A"/>
            </a:solidFill>
            <a:prstDash val="solid"/>
          </a:ln>
        </p:spPr>
      </p:sp>
      <p:sp>
        <p:nvSpPr>
          <p:cNvPr id="27" name="Shape 25"/>
          <p:cNvSpPr/>
          <p:nvPr/>
        </p:nvSpPr>
        <p:spPr>
          <a:xfrm rot="2700000">
            <a:off x="2976372" y="749808"/>
            <a:ext cx="82296" cy="82296"/>
          </a:xfrm>
          <a:prstGeom prst="rect">
            <a:avLst/>
          </a:prstGeom>
          <a:solidFill>
            <a:srgbClr val="D4951A">
              <a:alpha val="55000"/>
            </a:srgbClr>
          </a:solidFill>
          <a:ln w="12700">
            <a:solidFill>
              <a:srgbClr val="D4951A"/>
            </a:solidFill>
            <a:prstDash val="solid"/>
          </a:ln>
        </p:spPr>
      </p:sp>
      <p:sp>
        <p:nvSpPr>
          <p:cNvPr id="28" name="Shape 26"/>
          <p:cNvSpPr/>
          <p:nvPr/>
        </p:nvSpPr>
        <p:spPr>
          <a:xfrm rot="2700000">
            <a:off x="3099816" y="749808"/>
            <a:ext cx="82296" cy="82296"/>
          </a:xfrm>
          <a:prstGeom prst="rect">
            <a:avLst/>
          </a:prstGeom>
          <a:solidFill>
            <a:srgbClr val="D4951A">
              <a:alpha val="55000"/>
            </a:srgbClr>
          </a:solidFill>
          <a:ln w="12700">
            <a:solidFill>
              <a:srgbClr val="D4951A"/>
            </a:solidFill>
            <a:prstDash val="solid"/>
          </a:ln>
        </p:spPr>
      </p:sp>
      <p:sp>
        <p:nvSpPr>
          <p:cNvPr id="29" name="Shape 27"/>
          <p:cNvSpPr/>
          <p:nvPr/>
        </p:nvSpPr>
        <p:spPr>
          <a:xfrm rot="2700000">
            <a:off x="3223260" y="749808"/>
            <a:ext cx="82296" cy="82296"/>
          </a:xfrm>
          <a:prstGeom prst="rect">
            <a:avLst/>
          </a:prstGeom>
          <a:solidFill>
            <a:srgbClr val="D4951A">
              <a:alpha val="55000"/>
            </a:srgbClr>
          </a:solidFill>
          <a:ln w="12700">
            <a:solidFill>
              <a:srgbClr val="D4951A"/>
            </a:solidFill>
            <a:prstDash val="solid"/>
          </a:ln>
        </p:spPr>
      </p:sp>
      <p:sp>
        <p:nvSpPr>
          <p:cNvPr id="30" name="Shape 28"/>
          <p:cNvSpPr/>
          <p:nvPr/>
        </p:nvSpPr>
        <p:spPr>
          <a:xfrm rot="2700000">
            <a:off x="3346704" y="749808"/>
            <a:ext cx="82296" cy="82296"/>
          </a:xfrm>
          <a:prstGeom prst="rect">
            <a:avLst/>
          </a:prstGeom>
          <a:solidFill>
            <a:srgbClr val="D4951A">
              <a:alpha val="55000"/>
            </a:srgbClr>
          </a:solidFill>
          <a:ln w="12700">
            <a:solidFill>
              <a:srgbClr val="D4951A"/>
            </a:solidFill>
            <a:prstDash val="solid"/>
          </a:ln>
        </p:spPr>
      </p:sp>
      <p:sp>
        <p:nvSpPr>
          <p:cNvPr id="31" name="Shape 29"/>
          <p:cNvSpPr/>
          <p:nvPr/>
        </p:nvSpPr>
        <p:spPr>
          <a:xfrm rot="2700000">
            <a:off x="3470148" y="749808"/>
            <a:ext cx="82296" cy="82296"/>
          </a:xfrm>
          <a:prstGeom prst="rect">
            <a:avLst/>
          </a:prstGeom>
          <a:solidFill>
            <a:srgbClr val="D4951A">
              <a:alpha val="55000"/>
            </a:srgbClr>
          </a:solidFill>
          <a:ln w="12700">
            <a:solidFill>
              <a:srgbClr val="D4951A"/>
            </a:solidFill>
            <a:prstDash val="solid"/>
          </a:ln>
        </p:spPr>
      </p:sp>
      <p:sp>
        <p:nvSpPr>
          <p:cNvPr id="32" name="Shape 30"/>
          <p:cNvSpPr/>
          <p:nvPr/>
        </p:nvSpPr>
        <p:spPr>
          <a:xfrm rot="2700000">
            <a:off x="3593592" y="749808"/>
            <a:ext cx="82296" cy="82296"/>
          </a:xfrm>
          <a:prstGeom prst="rect">
            <a:avLst/>
          </a:prstGeom>
          <a:solidFill>
            <a:srgbClr val="D4951A">
              <a:alpha val="55000"/>
            </a:srgbClr>
          </a:solidFill>
          <a:ln w="12700">
            <a:solidFill>
              <a:srgbClr val="D4951A"/>
            </a:solidFill>
            <a:prstDash val="solid"/>
          </a:ln>
        </p:spPr>
      </p:sp>
      <p:sp>
        <p:nvSpPr>
          <p:cNvPr id="33" name="Shape 31"/>
          <p:cNvSpPr/>
          <p:nvPr/>
        </p:nvSpPr>
        <p:spPr>
          <a:xfrm rot="2700000">
            <a:off x="3717036" y="749808"/>
            <a:ext cx="82296" cy="82296"/>
          </a:xfrm>
          <a:prstGeom prst="rect">
            <a:avLst/>
          </a:prstGeom>
          <a:solidFill>
            <a:srgbClr val="D4951A">
              <a:alpha val="55000"/>
            </a:srgbClr>
          </a:solidFill>
          <a:ln w="12700">
            <a:solidFill>
              <a:srgbClr val="D4951A"/>
            </a:solidFill>
            <a:prstDash val="solid"/>
          </a:ln>
        </p:spPr>
      </p:sp>
      <p:sp>
        <p:nvSpPr>
          <p:cNvPr id="34" name="Shape 32"/>
          <p:cNvSpPr/>
          <p:nvPr/>
        </p:nvSpPr>
        <p:spPr>
          <a:xfrm rot="2700000">
            <a:off x="3840480" y="749808"/>
            <a:ext cx="82296" cy="82296"/>
          </a:xfrm>
          <a:prstGeom prst="rect">
            <a:avLst/>
          </a:prstGeom>
          <a:solidFill>
            <a:srgbClr val="D4951A">
              <a:alpha val="55000"/>
            </a:srgbClr>
          </a:solidFill>
          <a:ln w="12700">
            <a:solidFill>
              <a:srgbClr val="D4951A"/>
            </a:solidFill>
            <a:prstDash val="solid"/>
          </a:ln>
        </p:spPr>
      </p:sp>
      <p:sp>
        <p:nvSpPr>
          <p:cNvPr id="35" name="Shape 33"/>
          <p:cNvSpPr/>
          <p:nvPr/>
        </p:nvSpPr>
        <p:spPr>
          <a:xfrm rot="2700000">
            <a:off x="3963924" y="749808"/>
            <a:ext cx="82296" cy="82296"/>
          </a:xfrm>
          <a:prstGeom prst="rect">
            <a:avLst/>
          </a:prstGeom>
          <a:solidFill>
            <a:srgbClr val="D4951A">
              <a:alpha val="55000"/>
            </a:srgbClr>
          </a:solidFill>
          <a:ln w="12700">
            <a:solidFill>
              <a:srgbClr val="D4951A"/>
            </a:solidFill>
            <a:prstDash val="solid"/>
          </a:ln>
        </p:spPr>
      </p:sp>
      <p:sp>
        <p:nvSpPr>
          <p:cNvPr id="36" name="Shape 34"/>
          <p:cNvSpPr/>
          <p:nvPr/>
        </p:nvSpPr>
        <p:spPr>
          <a:xfrm rot="2700000">
            <a:off x="4087368" y="749808"/>
            <a:ext cx="82296" cy="82296"/>
          </a:xfrm>
          <a:prstGeom prst="rect">
            <a:avLst/>
          </a:prstGeom>
          <a:solidFill>
            <a:srgbClr val="D4951A">
              <a:alpha val="55000"/>
            </a:srgbClr>
          </a:solidFill>
          <a:ln w="12700">
            <a:solidFill>
              <a:srgbClr val="D4951A"/>
            </a:solidFill>
            <a:prstDash val="solid"/>
          </a:ln>
        </p:spPr>
      </p:sp>
      <p:sp>
        <p:nvSpPr>
          <p:cNvPr id="37" name="Shape 35"/>
          <p:cNvSpPr/>
          <p:nvPr/>
        </p:nvSpPr>
        <p:spPr>
          <a:xfrm rot="2700000">
            <a:off x="4210812" y="749808"/>
            <a:ext cx="82296" cy="82296"/>
          </a:xfrm>
          <a:prstGeom prst="rect">
            <a:avLst/>
          </a:prstGeom>
          <a:solidFill>
            <a:srgbClr val="D4951A">
              <a:alpha val="55000"/>
            </a:srgbClr>
          </a:solidFill>
          <a:ln w="12700">
            <a:solidFill>
              <a:srgbClr val="D4951A"/>
            </a:solidFill>
            <a:prstDash val="solid"/>
          </a:ln>
        </p:spPr>
      </p:sp>
      <p:sp>
        <p:nvSpPr>
          <p:cNvPr id="38" name="Shape 36"/>
          <p:cNvSpPr/>
          <p:nvPr/>
        </p:nvSpPr>
        <p:spPr>
          <a:xfrm rot="2700000">
            <a:off x="4334256" y="749808"/>
            <a:ext cx="82296" cy="82296"/>
          </a:xfrm>
          <a:prstGeom prst="rect">
            <a:avLst/>
          </a:prstGeom>
          <a:solidFill>
            <a:srgbClr val="D4951A">
              <a:alpha val="55000"/>
            </a:srgbClr>
          </a:solidFill>
          <a:ln w="12700">
            <a:solidFill>
              <a:srgbClr val="D4951A"/>
            </a:solidFill>
            <a:prstDash val="solid"/>
          </a:ln>
        </p:spPr>
      </p:sp>
      <p:sp>
        <p:nvSpPr>
          <p:cNvPr id="39" name="Shape 37"/>
          <p:cNvSpPr/>
          <p:nvPr/>
        </p:nvSpPr>
        <p:spPr>
          <a:xfrm rot="2700000">
            <a:off x="4457700" y="749808"/>
            <a:ext cx="82296" cy="82296"/>
          </a:xfrm>
          <a:prstGeom prst="rect">
            <a:avLst/>
          </a:prstGeom>
          <a:solidFill>
            <a:srgbClr val="D4951A">
              <a:alpha val="55000"/>
            </a:srgbClr>
          </a:solidFill>
          <a:ln w="12700">
            <a:solidFill>
              <a:srgbClr val="D4951A"/>
            </a:solidFill>
            <a:prstDash val="solid"/>
          </a:ln>
        </p:spPr>
      </p:sp>
      <p:sp>
        <p:nvSpPr>
          <p:cNvPr id="40" name="Shape 38"/>
          <p:cNvSpPr/>
          <p:nvPr/>
        </p:nvSpPr>
        <p:spPr>
          <a:xfrm rot="2700000">
            <a:off x="4581144" y="749808"/>
            <a:ext cx="82296" cy="82296"/>
          </a:xfrm>
          <a:prstGeom prst="rect">
            <a:avLst/>
          </a:prstGeom>
          <a:solidFill>
            <a:srgbClr val="D4951A">
              <a:alpha val="55000"/>
            </a:srgbClr>
          </a:solidFill>
          <a:ln w="12700">
            <a:solidFill>
              <a:srgbClr val="D4951A"/>
            </a:solidFill>
            <a:prstDash val="solid"/>
          </a:ln>
        </p:spPr>
      </p:sp>
      <p:sp>
        <p:nvSpPr>
          <p:cNvPr id="41" name="Shape 39"/>
          <p:cNvSpPr/>
          <p:nvPr/>
        </p:nvSpPr>
        <p:spPr>
          <a:xfrm rot="2700000">
            <a:off x="4704588" y="749808"/>
            <a:ext cx="82296" cy="82296"/>
          </a:xfrm>
          <a:prstGeom prst="rect">
            <a:avLst/>
          </a:prstGeom>
          <a:solidFill>
            <a:srgbClr val="D4951A">
              <a:alpha val="55000"/>
            </a:srgbClr>
          </a:solidFill>
          <a:ln w="12700">
            <a:solidFill>
              <a:srgbClr val="D4951A"/>
            </a:solidFill>
            <a:prstDash val="solid"/>
          </a:ln>
        </p:spPr>
      </p:sp>
      <p:sp>
        <p:nvSpPr>
          <p:cNvPr id="42" name="Shape 40"/>
          <p:cNvSpPr/>
          <p:nvPr/>
        </p:nvSpPr>
        <p:spPr>
          <a:xfrm rot="2700000">
            <a:off x="4828032" y="749808"/>
            <a:ext cx="82296" cy="82296"/>
          </a:xfrm>
          <a:prstGeom prst="rect">
            <a:avLst/>
          </a:prstGeom>
          <a:solidFill>
            <a:srgbClr val="D4951A">
              <a:alpha val="55000"/>
            </a:srgbClr>
          </a:solidFill>
          <a:ln w="12700">
            <a:solidFill>
              <a:srgbClr val="D4951A"/>
            </a:solidFill>
            <a:prstDash val="solid"/>
          </a:ln>
        </p:spPr>
      </p:sp>
      <p:sp>
        <p:nvSpPr>
          <p:cNvPr id="43" name="Shape 41"/>
          <p:cNvSpPr/>
          <p:nvPr/>
        </p:nvSpPr>
        <p:spPr>
          <a:xfrm rot="2700000">
            <a:off x="4951476" y="749808"/>
            <a:ext cx="82296" cy="82296"/>
          </a:xfrm>
          <a:prstGeom prst="rect">
            <a:avLst/>
          </a:prstGeom>
          <a:solidFill>
            <a:srgbClr val="D4951A">
              <a:alpha val="55000"/>
            </a:srgbClr>
          </a:solidFill>
          <a:ln w="12700">
            <a:solidFill>
              <a:srgbClr val="D4951A"/>
            </a:solidFill>
            <a:prstDash val="solid"/>
          </a:ln>
        </p:spPr>
      </p:sp>
      <p:sp>
        <p:nvSpPr>
          <p:cNvPr id="44" name="Shape 42"/>
          <p:cNvSpPr/>
          <p:nvPr/>
        </p:nvSpPr>
        <p:spPr>
          <a:xfrm rot="2700000">
            <a:off x="5074920" y="749808"/>
            <a:ext cx="82296" cy="82296"/>
          </a:xfrm>
          <a:prstGeom prst="rect">
            <a:avLst/>
          </a:prstGeom>
          <a:solidFill>
            <a:srgbClr val="D4951A">
              <a:alpha val="55000"/>
            </a:srgbClr>
          </a:solidFill>
          <a:ln w="12700">
            <a:solidFill>
              <a:srgbClr val="D4951A"/>
            </a:solidFill>
            <a:prstDash val="solid"/>
          </a:ln>
        </p:spPr>
      </p:sp>
      <p:sp>
        <p:nvSpPr>
          <p:cNvPr id="45" name="Shape 43"/>
          <p:cNvSpPr/>
          <p:nvPr/>
        </p:nvSpPr>
        <p:spPr>
          <a:xfrm rot="2700000">
            <a:off x="5198364" y="749808"/>
            <a:ext cx="82296" cy="82296"/>
          </a:xfrm>
          <a:prstGeom prst="rect">
            <a:avLst/>
          </a:prstGeom>
          <a:solidFill>
            <a:srgbClr val="D4951A">
              <a:alpha val="55000"/>
            </a:srgbClr>
          </a:solidFill>
          <a:ln w="12700">
            <a:solidFill>
              <a:srgbClr val="D4951A"/>
            </a:solidFill>
            <a:prstDash val="solid"/>
          </a:ln>
        </p:spPr>
      </p:sp>
      <p:sp>
        <p:nvSpPr>
          <p:cNvPr id="46" name="Shape 44"/>
          <p:cNvSpPr/>
          <p:nvPr/>
        </p:nvSpPr>
        <p:spPr>
          <a:xfrm rot="2700000">
            <a:off x="5321808" y="749808"/>
            <a:ext cx="82296" cy="82296"/>
          </a:xfrm>
          <a:prstGeom prst="rect">
            <a:avLst/>
          </a:prstGeom>
          <a:solidFill>
            <a:srgbClr val="D4951A">
              <a:alpha val="55000"/>
            </a:srgbClr>
          </a:solidFill>
          <a:ln w="12700">
            <a:solidFill>
              <a:srgbClr val="D4951A"/>
            </a:solidFill>
            <a:prstDash val="solid"/>
          </a:ln>
        </p:spPr>
      </p:sp>
      <p:sp>
        <p:nvSpPr>
          <p:cNvPr id="47" name="Shape 45"/>
          <p:cNvSpPr/>
          <p:nvPr/>
        </p:nvSpPr>
        <p:spPr>
          <a:xfrm rot="2700000">
            <a:off x="5445252" y="749808"/>
            <a:ext cx="82296" cy="82296"/>
          </a:xfrm>
          <a:prstGeom prst="rect">
            <a:avLst/>
          </a:prstGeom>
          <a:solidFill>
            <a:srgbClr val="D4951A">
              <a:alpha val="55000"/>
            </a:srgbClr>
          </a:solidFill>
          <a:ln w="12700">
            <a:solidFill>
              <a:srgbClr val="D4951A"/>
            </a:solidFill>
            <a:prstDash val="solid"/>
          </a:ln>
        </p:spPr>
      </p:sp>
      <p:sp>
        <p:nvSpPr>
          <p:cNvPr id="48" name="Shape 46"/>
          <p:cNvSpPr/>
          <p:nvPr/>
        </p:nvSpPr>
        <p:spPr>
          <a:xfrm rot="2700000">
            <a:off x="5568696" y="749808"/>
            <a:ext cx="82296" cy="82296"/>
          </a:xfrm>
          <a:prstGeom prst="rect">
            <a:avLst/>
          </a:prstGeom>
          <a:solidFill>
            <a:srgbClr val="D4951A">
              <a:alpha val="55000"/>
            </a:srgbClr>
          </a:solidFill>
          <a:ln w="12700">
            <a:solidFill>
              <a:srgbClr val="D4951A"/>
            </a:solidFill>
            <a:prstDash val="solid"/>
          </a:ln>
        </p:spPr>
      </p:sp>
      <p:sp>
        <p:nvSpPr>
          <p:cNvPr id="49" name="Shape 47"/>
          <p:cNvSpPr/>
          <p:nvPr/>
        </p:nvSpPr>
        <p:spPr>
          <a:xfrm rot="2700000">
            <a:off x="5692140" y="749808"/>
            <a:ext cx="82296" cy="82296"/>
          </a:xfrm>
          <a:prstGeom prst="rect">
            <a:avLst/>
          </a:prstGeom>
          <a:solidFill>
            <a:srgbClr val="D4951A">
              <a:alpha val="55000"/>
            </a:srgbClr>
          </a:solidFill>
          <a:ln w="12700">
            <a:solidFill>
              <a:srgbClr val="D4951A"/>
            </a:solidFill>
            <a:prstDash val="solid"/>
          </a:ln>
        </p:spPr>
      </p:sp>
      <p:sp>
        <p:nvSpPr>
          <p:cNvPr id="50" name="Shape 48"/>
          <p:cNvSpPr/>
          <p:nvPr/>
        </p:nvSpPr>
        <p:spPr>
          <a:xfrm rot="2700000">
            <a:off x="5815584" y="749808"/>
            <a:ext cx="82296" cy="82296"/>
          </a:xfrm>
          <a:prstGeom prst="rect">
            <a:avLst/>
          </a:prstGeom>
          <a:solidFill>
            <a:srgbClr val="D4951A">
              <a:alpha val="55000"/>
            </a:srgbClr>
          </a:solidFill>
          <a:ln w="12700">
            <a:solidFill>
              <a:srgbClr val="D4951A"/>
            </a:solidFill>
            <a:prstDash val="solid"/>
          </a:ln>
        </p:spPr>
      </p:sp>
      <p:sp>
        <p:nvSpPr>
          <p:cNvPr id="51" name="Shape 49"/>
          <p:cNvSpPr/>
          <p:nvPr/>
        </p:nvSpPr>
        <p:spPr>
          <a:xfrm rot="2700000">
            <a:off x="5939028" y="749808"/>
            <a:ext cx="82296" cy="82296"/>
          </a:xfrm>
          <a:prstGeom prst="rect">
            <a:avLst/>
          </a:prstGeom>
          <a:solidFill>
            <a:srgbClr val="D4951A">
              <a:alpha val="55000"/>
            </a:srgbClr>
          </a:solidFill>
          <a:ln w="12700">
            <a:solidFill>
              <a:srgbClr val="D4951A"/>
            </a:solidFill>
            <a:prstDash val="solid"/>
          </a:ln>
        </p:spPr>
      </p:sp>
      <p:sp>
        <p:nvSpPr>
          <p:cNvPr id="52" name="Shape 50"/>
          <p:cNvSpPr/>
          <p:nvPr/>
        </p:nvSpPr>
        <p:spPr>
          <a:xfrm rot="2700000">
            <a:off x="6062472" y="749808"/>
            <a:ext cx="82296" cy="82296"/>
          </a:xfrm>
          <a:prstGeom prst="rect">
            <a:avLst/>
          </a:prstGeom>
          <a:solidFill>
            <a:srgbClr val="D4951A">
              <a:alpha val="55000"/>
            </a:srgbClr>
          </a:solidFill>
          <a:ln w="12700">
            <a:solidFill>
              <a:srgbClr val="D4951A"/>
            </a:solidFill>
            <a:prstDash val="solid"/>
          </a:ln>
        </p:spPr>
      </p:sp>
      <p:sp>
        <p:nvSpPr>
          <p:cNvPr id="53" name="Shape 51"/>
          <p:cNvSpPr/>
          <p:nvPr/>
        </p:nvSpPr>
        <p:spPr>
          <a:xfrm rot="2700000">
            <a:off x="6185916" y="749808"/>
            <a:ext cx="82296" cy="82296"/>
          </a:xfrm>
          <a:prstGeom prst="rect">
            <a:avLst/>
          </a:prstGeom>
          <a:solidFill>
            <a:srgbClr val="D4951A">
              <a:alpha val="55000"/>
            </a:srgbClr>
          </a:solidFill>
          <a:ln w="12700">
            <a:solidFill>
              <a:srgbClr val="D4951A"/>
            </a:solidFill>
            <a:prstDash val="solid"/>
          </a:ln>
        </p:spPr>
      </p:sp>
      <p:sp>
        <p:nvSpPr>
          <p:cNvPr id="54" name="Shape 52"/>
          <p:cNvSpPr/>
          <p:nvPr/>
        </p:nvSpPr>
        <p:spPr>
          <a:xfrm rot="2700000">
            <a:off x="6309360" y="749808"/>
            <a:ext cx="82296" cy="82296"/>
          </a:xfrm>
          <a:prstGeom prst="rect">
            <a:avLst/>
          </a:prstGeom>
          <a:solidFill>
            <a:srgbClr val="D4951A">
              <a:alpha val="55000"/>
            </a:srgbClr>
          </a:solidFill>
          <a:ln w="12700">
            <a:solidFill>
              <a:srgbClr val="D4951A"/>
            </a:solidFill>
            <a:prstDash val="solid"/>
          </a:ln>
        </p:spPr>
      </p:sp>
      <p:sp>
        <p:nvSpPr>
          <p:cNvPr id="55" name="Shape 53"/>
          <p:cNvSpPr/>
          <p:nvPr/>
        </p:nvSpPr>
        <p:spPr>
          <a:xfrm rot="2700000">
            <a:off x="6432804" y="749808"/>
            <a:ext cx="82296" cy="82296"/>
          </a:xfrm>
          <a:prstGeom prst="rect">
            <a:avLst/>
          </a:prstGeom>
          <a:solidFill>
            <a:srgbClr val="D4951A">
              <a:alpha val="55000"/>
            </a:srgbClr>
          </a:solidFill>
          <a:ln w="12700">
            <a:solidFill>
              <a:srgbClr val="D4951A"/>
            </a:solidFill>
            <a:prstDash val="solid"/>
          </a:ln>
        </p:spPr>
      </p:sp>
      <p:sp>
        <p:nvSpPr>
          <p:cNvPr id="56" name="Shape 54"/>
          <p:cNvSpPr/>
          <p:nvPr/>
        </p:nvSpPr>
        <p:spPr>
          <a:xfrm rot="2700000">
            <a:off x="6556248" y="749808"/>
            <a:ext cx="82296" cy="82296"/>
          </a:xfrm>
          <a:prstGeom prst="rect">
            <a:avLst/>
          </a:prstGeom>
          <a:solidFill>
            <a:srgbClr val="D4951A">
              <a:alpha val="55000"/>
            </a:srgbClr>
          </a:solidFill>
          <a:ln w="12700">
            <a:solidFill>
              <a:srgbClr val="D4951A"/>
            </a:solidFill>
            <a:prstDash val="solid"/>
          </a:ln>
        </p:spPr>
      </p:sp>
      <p:sp>
        <p:nvSpPr>
          <p:cNvPr id="57" name="Shape 55"/>
          <p:cNvSpPr/>
          <p:nvPr/>
        </p:nvSpPr>
        <p:spPr>
          <a:xfrm rot="2700000">
            <a:off x="6679692" y="749808"/>
            <a:ext cx="82296" cy="82296"/>
          </a:xfrm>
          <a:prstGeom prst="rect">
            <a:avLst/>
          </a:prstGeom>
          <a:solidFill>
            <a:srgbClr val="D4951A">
              <a:alpha val="55000"/>
            </a:srgbClr>
          </a:solidFill>
          <a:ln w="12700">
            <a:solidFill>
              <a:srgbClr val="D4951A"/>
            </a:solidFill>
            <a:prstDash val="solid"/>
          </a:ln>
        </p:spPr>
      </p:sp>
      <p:sp>
        <p:nvSpPr>
          <p:cNvPr id="58" name="Shape 56"/>
          <p:cNvSpPr/>
          <p:nvPr/>
        </p:nvSpPr>
        <p:spPr>
          <a:xfrm rot="2700000">
            <a:off x="6803136" y="749808"/>
            <a:ext cx="82296" cy="82296"/>
          </a:xfrm>
          <a:prstGeom prst="rect">
            <a:avLst/>
          </a:prstGeom>
          <a:solidFill>
            <a:srgbClr val="D4951A">
              <a:alpha val="55000"/>
            </a:srgbClr>
          </a:solidFill>
          <a:ln w="12700">
            <a:solidFill>
              <a:srgbClr val="D4951A"/>
            </a:solidFill>
            <a:prstDash val="solid"/>
          </a:ln>
        </p:spPr>
      </p:sp>
      <p:sp>
        <p:nvSpPr>
          <p:cNvPr id="59" name="Shape 57"/>
          <p:cNvSpPr/>
          <p:nvPr/>
        </p:nvSpPr>
        <p:spPr>
          <a:xfrm rot="2700000">
            <a:off x="6926580" y="749808"/>
            <a:ext cx="82296" cy="82296"/>
          </a:xfrm>
          <a:prstGeom prst="rect">
            <a:avLst/>
          </a:prstGeom>
          <a:solidFill>
            <a:srgbClr val="D4951A">
              <a:alpha val="55000"/>
            </a:srgbClr>
          </a:solidFill>
          <a:ln w="12700">
            <a:solidFill>
              <a:srgbClr val="D4951A"/>
            </a:solidFill>
            <a:prstDash val="solid"/>
          </a:ln>
        </p:spPr>
      </p:sp>
      <p:sp>
        <p:nvSpPr>
          <p:cNvPr id="60" name="Shape 58"/>
          <p:cNvSpPr/>
          <p:nvPr/>
        </p:nvSpPr>
        <p:spPr>
          <a:xfrm rot="2700000">
            <a:off x="7050024" y="749808"/>
            <a:ext cx="82296" cy="82296"/>
          </a:xfrm>
          <a:prstGeom prst="rect">
            <a:avLst/>
          </a:prstGeom>
          <a:solidFill>
            <a:srgbClr val="D4951A">
              <a:alpha val="55000"/>
            </a:srgbClr>
          </a:solidFill>
          <a:ln w="12700">
            <a:solidFill>
              <a:srgbClr val="D4951A"/>
            </a:solidFill>
            <a:prstDash val="solid"/>
          </a:ln>
        </p:spPr>
      </p:sp>
      <p:sp>
        <p:nvSpPr>
          <p:cNvPr id="61" name="Shape 59"/>
          <p:cNvSpPr/>
          <p:nvPr/>
        </p:nvSpPr>
        <p:spPr>
          <a:xfrm rot="2700000">
            <a:off x="7173468" y="749808"/>
            <a:ext cx="82296" cy="82296"/>
          </a:xfrm>
          <a:prstGeom prst="rect">
            <a:avLst/>
          </a:prstGeom>
          <a:solidFill>
            <a:srgbClr val="D4951A">
              <a:alpha val="55000"/>
            </a:srgbClr>
          </a:solidFill>
          <a:ln w="12700">
            <a:solidFill>
              <a:srgbClr val="D4951A"/>
            </a:solidFill>
            <a:prstDash val="solid"/>
          </a:ln>
        </p:spPr>
      </p:sp>
      <p:sp>
        <p:nvSpPr>
          <p:cNvPr id="62" name="Shape 60"/>
          <p:cNvSpPr/>
          <p:nvPr/>
        </p:nvSpPr>
        <p:spPr>
          <a:xfrm rot="2700000">
            <a:off x="7296912" y="749808"/>
            <a:ext cx="82296" cy="82296"/>
          </a:xfrm>
          <a:prstGeom prst="rect">
            <a:avLst/>
          </a:prstGeom>
          <a:solidFill>
            <a:srgbClr val="D4951A">
              <a:alpha val="55000"/>
            </a:srgbClr>
          </a:solidFill>
          <a:ln w="12700">
            <a:solidFill>
              <a:srgbClr val="D4951A"/>
            </a:solidFill>
            <a:prstDash val="solid"/>
          </a:ln>
        </p:spPr>
      </p:sp>
      <p:sp>
        <p:nvSpPr>
          <p:cNvPr id="63" name="Shape 61"/>
          <p:cNvSpPr/>
          <p:nvPr/>
        </p:nvSpPr>
        <p:spPr>
          <a:xfrm rot="2700000">
            <a:off x="7420356" y="749808"/>
            <a:ext cx="82296" cy="82296"/>
          </a:xfrm>
          <a:prstGeom prst="rect">
            <a:avLst/>
          </a:prstGeom>
          <a:solidFill>
            <a:srgbClr val="D4951A">
              <a:alpha val="55000"/>
            </a:srgbClr>
          </a:solidFill>
          <a:ln w="12700">
            <a:solidFill>
              <a:srgbClr val="D4951A"/>
            </a:solidFill>
            <a:prstDash val="solid"/>
          </a:ln>
        </p:spPr>
      </p:sp>
      <p:sp>
        <p:nvSpPr>
          <p:cNvPr id="64" name="Shape 62"/>
          <p:cNvSpPr/>
          <p:nvPr/>
        </p:nvSpPr>
        <p:spPr>
          <a:xfrm rot="2700000">
            <a:off x="7543800" y="749808"/>
            <a:ext cx="82296" cy="82296"/>
          </a:xfrm>
          <a:prstGeom prst="rect">
            <a:avLst/>
          </a:prstGeom>
          <a:solidFill>
            <a:srgbClr val="D4951A">
              <a:alpha val="55000"/>
            </a:srgbClr>
          </a:solidFill>
          <a:ln w="12700">
            <a:solidFill>
              <a:srgbClr val="D4951A"/>
            </a:solidFill>
            <a:prstDash val="solid"/>
          </a:ln>
        </p:spPr>
      </p:sp>
      <p:sp>
        <p:nvSpPr>
          <p:cNvPr id="65" name="Shape 63"/>
          <p:cNvSpPr/>
          <p:nvPr/>
        </p:nvSpPr>
        <p:spPr>
          <a:xfrm rot="2700000">
            <a:off x="7667244" y="749808"/>
            <a:ext cx="82296" cy="82296"/>
          </a:xfrm>
          <a:prstGeom prst="rect">
            <a:avLst/>
          </a:prstGeom>
          <a:solidFill>
            <a:srgbClr val="D4951A">
              <a:alpha val="55000"/>
            </a:srgbClr>
          </a:solidFill>
          <a:ln w="12700">
            <a:solidFill>
              <a:srgbClr val="D4951A"/>
            </a:solidFill>
            <a:prstDash val="solid"/>
          </a:ln>
        </p:spPr>
      </p:sp>
      <p:sp>
        <p:nvSpPr>
          <p:cNvPr id="66" name="Shape 64"/>
          <p:cNvSpPr/>
          <p:nvPr/>
        </p:nvSpPr>
        <p:spPr>
          <a:xfrm rot="2700000">
            <a:off x="7790688" y="749808"/>
            <a:ext cx="82296" cy="82296"/>
          </a:xfrm>
          <a:prstGeom prst="rect">
            <a:avLst/>
          </a:prstGeom>
          <a:solidFill>
            <a:srgbClr val="D4951A">
              <a:alpha val="55000"/>
            </a:srgbClr>
          </a:solidFill>
          <a:ln w="12700">
            <a:solidFill>
              <a:srgbClr val="D4951A"/>
            </a:solidFill>
            <a:prstDash val="solid"/>
          </a:ln>
        </p:spPr>
      </p:sp>
      <p:sp>
        <p:nvSpPr>
          <p:cNvPr id="67" name="Shape 65"/>
          <p:cNvSpPr/>
          <p:nvPr/>
        </p:nvSpPr>
        <p:spPr>
          <a:xfrm rot="2700000">
            <a:off x="7914132" y="749808"/>
            <a:ext cx="82296" cy="82296"/>
          </a:xfrm>
          <a:prstGeom prst="rect">
            <a:avLst/>
          </a:prstGeom>
          <a:solidFill>
            <a:srgbClr val="D4951A">
              <a:alpha val="55000"/>
            </a:srgbClr>
          </a:solidFill>
          <a:ln w="12700">
            <a:solidFill>
              <a:srgbClr val="D4951A"/>
            </a:solidFill>
            <a:prstDash val="solid"/>
          </a:ln>
        </p:spPr>
      </p:sp>
      <p:sp>
        <p:nvSpPr>
          <p:cNvPr id="68" name="Shape 66"/>
          <p:cNvSpPr/>
          <p:nvPr/>
        </p:nvSpPr>
        <p:spPr>
          <a:xfrm rot="2700000">
            <a:off x="8037576" y="749808"/>
            <a:ext cx="82296" cy="82296"/>
          </a:xfrm>
          <a:prstGeom prst="rect">
            <a:avLst/>
          </a:prstGeom>
          <a:solidFill>
            <a:srgbClr val="D4951A">
              <a:alpha val="55000"/>
            </a:srgbClr>
          </a:solidFill>
          <a:ln w="12700">
            <a:solidFill>
              <a:srgbClr val="D4951A"/>
            </a:solidFill>
            <a:prstDash val="solid"/>
          </a:ln>
        </p:spPr>
      </p:sp>
      <p:sp>
        <p:nvSpPr>
          <p:cNvPr id="69" name="Shape 67"/>
          <p:cNvSpPr/>
          <p:nvPr/>
        </p:nvSpPr>
        <p:spPr>
          <a:xfrm rot="2700000">
            <a:off x="8161020" y="749808"/>
            <a:ext cx="82296" cy="82296"/>
          </a:xfrm>
          <a:prstGeom prst="rect">
            <a:avLst/>
          </a:prstGeom>
          <a:solidFill>
            <a:srgbClr val="D4951A">
              <a:alpha val="55000"/>
            </a:srgbClr>
          </a:solidFill>
          <a:ln w="12700">
            <a:solidFill>
              <a:srgbClr val="D4951A"/>
            </a:solidFill>
            <a:prstDash val="solid"/>
          </a:ln>
        </p:spPr>
      </p:sp>
      <p:sp>
        <p:nvSpPr>
          <p:cNvPr id="70" name="Shape 68"/>
          <p:cNvSpPr/>
          <p:nvPr/>
        </p:nvSpPr>
        <p:spPr>
          <a:xfrm rot="2700000">
            <a:off x="8284464" y="749808"/>
            <a:ext cx="82296" cy="82296"/>
          </a:xfrm>
          <a:prstGeom prst="rect">
            <a:avLst/>
          </a:prstGeom>
          <a:solidFill>
            <a:srgbClr val="D4951A">
              <a:alpha val="55000"/>
            </a:srgbClr>
          </a:solidFill>
          <a:ln w="12700">
            <a:solidFill>
              <a:srgbClr val="D4951A"/>
            </a:solidFill>
            <a:prstDash val="solid"/>
          </a:ln>
        </p:spPr>
      </p:sp>
      <p:sp>
        <p:nvSpPr>
          <p:cNvPr id="71" name="Shape 69"/>
          <p:cNvSpPr/>
          <p:nvPr/>
        </p:nvSpPr>
        <p:spPr>
          <a:xfrm rot="2700000">
            <a:off x="8407908" y="749808"/>
            <a:ext cx="82296" cy="82296"/>
          </a:xfrm>
          <a:prstGeom prst="rect">
            <a:avLst/>
          </a:prstGeom>
          <a:solidFill>
            <a:srgbClr val="D4951A">
              <a:alpha val="55000"/>
            </a:srgbClr>
          </a:solidFill>
          <a:ln w="12700">
            <a:solidFill>
              <a:srgbClr val="D4951A"/>
            </a:solidFill>
            <a:prstDash val="solid"/>
          </a:ln>
        </p:spPr>
      </p:sp>
      <p:sp>
        <p:nvSpPr>
          <p:cNvPr id="72" name="Shape 70"/>
          <p:cNvSpPr/>
          <p:nvPr/>
        </p:nvSpPr>
        <p:spPr>
          <a:xfrm rot="2700000">
            <a:off x="8531352" y="749808"/>
            <a:ext cx="82296" cy="82296"/>
          </a:xfrm>
          <a:prstGeom prst="rect">
            <a:avLst/>
          </a:prstGeom>
          <a:solidFill>
            <a:srgbClr val="D4951A">
              <a:alpha val="55000"/>
            </a:srgbClr>
          </a:solidFill>
          <a:ln w="12700">
            <a:solidFill>
              <a:srgbClr val="D4951A"/>
            </a:solidFill>
            <a:prstDash val="solid"/>
          </a:ln>
        </p:spPr>
      </p:sp>
      <p:sp>
        <p:nvSpPr>
          <p:cNvPr id="73" name="Shape 71"/>
          <p:cNvSpPr/>
          <p:nvPr/>
        </p:nvSpPr>
        <p:spPr>
          <a:xfrm rot="2700000">
            <a:off x="8654796" y="749808"/>
            <a:ext cx="82296" cy="82296"/>
          </a:xfrm>
          <a:prstGeom prst="rect">
            <a:avLst/>
          </a:prstGeom>
          <a:solidFill>
            <a:srgbClr val="D4951A">
              <a:alpha val="55000"/>
            </a:srgbClr>
          </a:solidFill>
          <a:ln w="12700">
            <a:solidFill>
              <a:srgbClr val="D4951A"/>
            </a:solidFill>
            <a:prstDash val="solid"/>
          </a:ln>
        </p:spPr>
      </p:sp>
      <p:sp>
        <p:nvSpPr>
          <p:cNvPr id="74" name="Shape 72"/>
          <p:cNvSpPr/>
          <p:nvPr/>
        </p:nvSpPr>
        <p:spPr>
          <a:xfrm rot="2700000">
            <a:off x="8778240" y="749808"/>
            <a:ext cx="82296" cy="82296"/>
          </a:xfrm>
          <a:prstGeom prst="rect">
            <a:avLst/>
          </a:prstGeom>
          <a:solidFill>
            <a:srgbClr val="D4951A">
              <a:alpha val="55000"/>
            </a:srgbClr>
          </a:solidFill>
          <a:ln w="12700">
            <a:solidFill>
              <a:srgbClr val="D4951A"/>
            </a:solidFill>
            <a:prstDash val="solid"/>
          </a:ln>
        </p:spPr>
      </p:sp>
      <p:sp>
        <p:nvSpPr>
          <p:cNvPr id="75" name="Shape 73"/>
          <p:cNvSpPr/>
          <p:nvPr/>
        </p:nvSpPr>
        <p:spPr>
          <a:xfrm rot="2700000">
            <a:off x="8901684" y="749808"/>
            <a:ext cx="82296" cy="82296"/>
          </a:xfrm>
          <a:prstGeom prst="rect">
            <a:avLst/>
          </a:prstGeom>
          <a:solidFill>
            <a:srgbClr val="D4951A">
              <a:alpha val="55000"/>
            </a:srgbClr>
          </a:solidFill>
          <a:ln w="12700">
            <a:solidFill>
              <a:srgbClr val="D4951A"/>
            </a:solidFill>
            <a:prstDash val="solid"/>
          </a:ln>
        </p:spPr>
      </p:sp>
      <p:sp>
        <p:nvSpPr>
          <p:cNvPr id="76" name="Shape 74"/>
          <p:cNvSpPr/>
          <p:nvPr/>
        </p:nvSpPr>
        <p:spPr>
          <a:xfrm rot="2700000">
            <a:off x="9025128" y="749808"/>
            <a:ext cx="82296" cy="82296"/>
          </a:xfrm>
          <a:prstGeom prst="rect">
            <a:avLst/>
          </a:prstGeom>
          <a:solidFill>
            <a:srgbClr val="D4951A">
              <a:alpha val="55000"/>
            </a:srgbClr>
          </a:solidFill>
          <a:ln w="12700">
            <a:solidFill>
              <a:srgbClr val="D4951A"/>
            </a:solidFill>
            <a:prstDash val="solid"/>
          </a:ln>
        </p:spPr>
      </p:sp>
      <p:sp>
        <p:nvSpPr>
          <p:cNvPr id="77" name="Shape 75"/>
          <p:cNvSpPr/>
          <p:nvPr/>
        </p:nvSpPr>
        <p:spPr>
          <a:xfrm>
            <a:off x="0" y="0"/>
            <a:ext cx="64008" cy="868680"/>
          </a:xfrm>
          <a:prstGeom prst="rect">
            <a:avLst/>
          </a:prstGeom>
          <a:solidFill>
            <a:srgbClr val="D4951A"/>
          </a:solidFill>
          <a:ln/>
        </p:spPr>
      </p:sp>
      <p:sp>
        <p:nvSpPr>
          <p:cNvPr id="78" name="Shape 76"/>
          <p:cNvSpPr/>
          <p:nvPr/>
        </p:nvSpPr>
        <p:spPr>
          <a:xfrm>
            <a:off x="100584" y="0"/>
            <a:ext cx="27432" cy="868680"/>
          </a:xfrm>
          <a:prstGeom prst="rect">
            <a:avLst/>
          </a:prstGeom>
          <a:solidFill>
            <a:srgbClr val="1B9A8A"/>
          </a:solidFill>
          <a:ln/>
        </p:spPr>
      </p:sp>
      <p:sp>
        <p:nvSpPr>
          <p:cNvPr id="79" name="Text 77"/>
          <p:cNvSpPr/>
          <p:nvPr/>
        </p:nvSpPr>
        <p:spPr>
          <a:xfrm>
            <a:off x="228600" y="0"/>
            <a:ext cx="8046720" cy="530352"/>
          </a:xfrm>
          <a:prstGeom prst="rect">
            <a:avLst/>
          </a:prstGeom>
          <a:noFill/>
          <a:ln/>
        </p:spPr>
        <p:txBody>
          <a:bodyPr wrap="square" rtlCol="0" anchor="b"/>
          <a:lstStyle/>
          <a:p>
            <a:pPr indent="0" marL="0">
              <a:buNone/>
            </a:pPr>
            <a:r>
              <a:rPr lang="en-US" sz="1900" b="1" spc="120" kern="0" dirty="0">
                <a:solidFill>
                  <a:srgbClr val="D4951A"/>
                </a:solidFill>
                <a:latin typeface="Georgia" pitchFamily="34" charset="0"/>
                <a:ea typeface="Georgia" pitchFamily="34" charset="-122"/>
                <a:cs typeface="Georgia" pitchFamily="34" charset="-120"/>
              </a:rPr>
              <a:t>PRINCIPE DE FONCTIONNEMENT</a:t>
            </a:r>
            <a:endParaRPr lang="en-US" sz="1900" dirty="0"/>
          </a:p>
        </p:txBody>
      </p:sp>
      <p:sp>
        <p:nvSpPr>
          <p:cNvPr id="80" name="Text 78"/>
          <p:cNvSpPr/>
          <p:nvPr/>
        </p:nvSpPr>
        <p:spPr>
          <a:xfrm>
            <a:off x="228600" y="512064"/>
            <a:ext cx="8046720" cy="329184"/>
          </a:xfrm>
          <a:prstGeom prst="rect">
            <a:avLst/>
          </a:prstGeom>
          <a:noFill/>
          <a:ln/>
        </p:spPr>
        <p:txBody>
          <a:bodyPr wrap="square" rtlCol="0" anchor="t"/>
          <a:lstStyle/>
          <a:p>
            <a:pPr indent="0" marL="0">
              <a:buNone/>
            </a:pPr>
            <a:r>
              <a:rPr lang="en-US" sz="1000" i="1" dirty="0">
                <a:solidFill>
                  <a:srgbClr val="5A6E82"/>
                </a:solidFill>
                <a:latin typeface="Calibri" pitchFamily="34" charset="0"/>
                <a:ea typeface="Calibri" pitchFamily="34" charset="-122"/>
                <a:cs typeface="Calibri" pitchFamily="34" charset="-120"/>
              </a:rPr>
              <a:t>Comment chaque technologie comprime l'air</a:t>
            </a:r>
            <a:endParaRPr lang="en-US" sz="1000" dirty="0"/>
          </a:p>
        </p:txBody>
      </p:sp>
      <p:sp>
        <p:nvSpPr>
          <p:cNvPr id="81" name="Shape 79"/>
          <p:cNvSpPr/>
          <p:nvPr/>
        </p:nvSpPr>
        <p:spPr>
          <a:xfrm rot="2700000">
            <a:off x="8668512" y="164592"/>
            <a:ext cx="82296" cy="82296"/>
          </a:xfrm>
          <a:prstGeom prst="rect">
            <a:avLst/>
          </a:prstGeom>
          <a:solidFill>
            <a:srgbClr val="D4951A"/>
          </a:solidFill>
          <a:ln w="12700">
            <a:solidFill>
              <a:srgbClr val="0B0E18"/>
            </a:solidFill>
            <a:prstDash val="solid"/>
          </a:ln>
        </p:spPr>
      </p:sp>
      <p:sp>
        <p:nvSpPr>
          <p:cNvPr id="82" name="Shape 80"/>
          <p:cNvSpPr/>
          <p:nvPr/>
        </p:nvSpPr>
        <p:spPr>
          <a:xfrm rot="2700000">
            <a:off x="8531352" y="164592"/>
            <a:ext cx="82296" cy="82296"/>
          </a:xfrm>
          <a:prstGeom prst="rect">
            <a:avLst/>
          </a:prstGeom>
          <a:solidFill>
            <a:srgbClr val="1B9A8A"/>
          </a:solidFill>
          <a:ln w="12700">
            <a:solidFill>
              <a:srgbClr val="0B0E18"/>
            </a:solidFill>
            <a:prstDash val="solid"/>
          </a:ln>
        </p:spPr>
      </p:sp>
      <p:sp>
        <p:nvSpPr>
          <p:cNvPr id="83" name="Shape 81"/>
          <p:cNvSpPr/>
          <p:nvPr/>
        </p:nvSpPr>
        <p:spPr>
          <a:xfrm rot="2700000">
            <a:off x="8394192" y="164592"/>
            <a:ext cx="82296" cy="82296"/>
          </a:xfrm>
          <a:prstGeom prst="rect">
            <a:avLst/>
          </a:prstGeom>
          <a:solidFill>
            <a:srgbClr val="D4951A"/>
          </a:solidFill>
          <a:ln w="12700">
            <a:solidFill>
              <a:srgbClr val="0B0E18"/>
            </a:solidFill>
            <a:prstDash val="solid"/>
          </a:ln>
        </p:spPr>
      </p:sp>
      <p:sp>
        <p:nvSpPr>
          <p:cNvPr id="84" name="Shape 82"/>
          <p:cNvSpPr/>
          <p:nvPr/>
        </p:nvSpPr>
        <p:spPr>
          <a:xfrm rot="2700000">
            <a:off x="8257032" y="164592"/>
            <a:ext cx="82296" cy="82296"/>
          </a:xfrm>
          <a:prstGeom prst="rect">
            <a:avLst/>
          </a:prstGeom>
          <a:solidFill>
            <a:srgbClr val="1B9A8A"/>
          </a:solidFill>
          <a:ln w="12700">
            <a:solidFill>
              <a:srgbClr val="0B0E18"/>
            </a:solidFill>
            <a:prstDash val="solid"/>
          </a:ln>
        </p:spPr>
      </p:sp>
      <p:sp>
        <p:nvSpPr>
          <p:cNvPr id="85" name="Shape 83"/>
          <p:cNvSpPr/>
          <p:nvPr/>
        </p:nvSpPr>
        <p:spPr>
          <a:xfrm>
            <a:off x="256032" y="914400"/>
            <a:ext cx="4206240" cy="3977640"/>
          </a:xfrm>
          <a:prstGeom prst="rect">
            <a:avLst/>
          </a:prstGeom>
          <a:solidFill>
            <a:srgbClr val="1A1008"/>
          </a:solidFill>
          <a:ln w="12700">
            <a:solidFill>
              <a:srgbClr val="C0622B"/>
            </a:solidFill>
            <a:prstDash val="solid"/>
          </a:ln>
          <a:effectLst>
            <a:outerShdw sx="100000" sy="100000" kx="0" ky="0" algn="bl" rotWithShape="0" blurRad="127000" dist="50800" dir="8100000">
              <a:srgbClr val="000000">
                <a:alpha val="40000"/>
              </a:srgbClr>
            </a:outerShdw>
          </a:effectLst>
        </p:spPr>
      </p:sp>
      <p:sp>
        <p:nvSpPr>
          <p:cNvPr id="86" name="Shape 84"/>
          <p:cNvSpPr/>
          <p:nvPr/>
        </p:nvSpPr>
        <p:spPr>
          <a:xfrm>
            <a:off x="256032" y="914400"/>
            <a:ext cx="4206240" cy="54864"/>
          </a:xfrm>
          <a:prstGeom prst="rect">
            <a:avLst/>
          </a:prstGeom>
          <a:solidFill>
            <a:srgbClr val="C0622B"/>
          </a:solidFill>
          <a:ln/>
        </p:spPr>
      </p:sp>
      <p:sp>
        <p:nvSpPr>
          <p:cNvPr id="87" name="Shape 85"/>
          <p:cNvSpPr/>
          <p:nvPr/>
        </p:nvSpPr>
        <p:spPr>
          <a:xfrm>
            <a:off x="256032" y="914400"/>
            <a:ext cx="54864" cy="3977640"/>
          </a:xfrm>
          <a:prstGeom prst="rect">
            <a:avLst/>
          </a:prstGeom>
          <a:solidFill>
            <a:srgbClr val="C0622B"/>
          </a:solidFill>
          <a:ln/>
        </p:spPr>
      </p:sp>
      <p:sp>
        <p:nvSpPr>
          <p:cNvPr id="88" name="Text 86"/>
          <p:cNvSpPr/>
          <p:nvPr/>
        </p:nvSpPr>
        <p:spPr>
          <a:xfrm>
            <a:off x="402336" y="969264"/>
            <a:ext cx="3931920" cy="420624"/>
          </a:xfrm>
          <a:prstGeom prst="rect">
            <a:avLst/>
          </a:prstGeom>
          <a:noFill/>
          <a:ln/>
        </p:spPr>
        <p:txBody>
          <a:bodyPr wrap="square" rtlCol="0" anchor="ctr"/>
          <a:lstStyle/>
          <a:p>
            <a:pPr indent="0" marL="0">
              <a:buNone/>
            </a:pPr>
            <a:r>
              <a:rPr lang="en-US" sz="1300" b="1" dirty="0">
                <a:solidFill>
                  <a:srgbClr val="C0622B"/>
                </a:solidFill>
                <a:latin typeface="Georgia" pitchFamily="34" charset="0"/>
                <a:ea typeface="Georgia" pitchFamily="34" charset="-122"/>
                <a:cs typeface="Georgia" pitchFamily="34" charset="-120"/>
              </a:rPr>
              <a:t>⚙  COMPRESSEUR À HUILE</a:t>
            </a:r>
            <a:endParaRPr lang="en-US" sz="1300" dirty="0"/>
          </a:p>
        </p:txBody>
      </p:sp>
      <p:sp>
        <p:nvSpPr>
          <p:cNvPr id="89" name="Shape 87"/>
          <p:cNvSpPr/>
          <p:nvPr/>
        </p:nvSpPr>
        <p:spPr>
          <a:xfrm rot="2700000">
            <a:off x="13716" y="1426464"/>
            <a:ext cx="82296" cy="82296"/>
          </a:xfrm>
          <a:prstGeom prst="rect">
            <a:avLst/>
          </a:prstGeom>
          <a:solidFill>
            <a:srgbClr val="C0622B">
              <a:alpha val="22000"/>
            </a:srgbClr>
          </a:solidFill>
          <a:ln w="12700">
            <a:solidFill>
              <a:srgbClr val="C0622B"/>
            </a:solidFill>
            <a:prstDash val="solid"/>
          </a:ln>
        </p:spPr>
      </p:sp>
      <p:sp>
        <p:nvSpPr>
          <p:cNvPr id="90" name="Shape 88"/>
          <p:cNvSpPr/>
          <p:nvPr/>
        </p:nvSpPr>
        <p:spPr>
          <a:xfrm rot="2700000">
            <a:off x="137160" y="1426464"/>
            <a:ext cx="82296" cy="82296"/>
          </a:xfrm>
          <a:prstGeom prst="rect">
            <a:avLst/>
          </a:prstGeom>
          <a:solidFill>
            <a:srgbClr val="C0622B">
              <a:alpha val="22000"/>
            </a:srgbClr>
          </a:solidFill>
          <a:ln w="12700">
            <a:solidFill>
              <a:srgbClr val="C0622B"/>
            </a:solidFill>
            <a:prstDash val="solid"/>
          </a:ln>
        </p:spPr>
      </p:sp>
      <p:sp>
        <p:nvSpPr>
          <p:cNvPr id="91" name="Shape 89"/>
          <p:cNvSpPr/>
          <p:nvPr/>
        </p:nvSpPr>
        <p:spPr>
          <a:xfrm rot="2700000">
            <a:off x="260604" y="1426464"/>
            <a:ext cx="82296" cy="82296"/>
          </a:xfrm>
          <a:prstGeom prst="rect">
            <a:avLst/>
          </a:prstGeom>
          <a:solidFill>
            <a:srgbClr val="C0622B">
              <a:alpha val="22000"/>
            </a:srgbClr>
          </a:solidFill>
          <a:ln w="12700">
            <a:solidFill>
              <a:srgbClr val="C0622B"/>
            </a:solidFill>
            <a:prstDash val="solid"/>
          </a:ln>
        </p:spPr>
      </p:sp>
      <p:sp>
        <p:nvSpPr>
          <p:cNvPr id="92" name="Shape 90"/>
          <p:cNvSpPr/>
          <p:nvPr/>
        </p:nvSpPr>
        <p:spPr>
          <a:xfrm rot="2700000">
            <a:off x="384048" y="1426464"/>
            <a:ext cx="82296" cy="82296"/>
          </a:xfrm>
          <a:prstGeom prst="rect">
            <a:avLst/>
          </a:prstGeom>
          <a:solidFill>
            <a:srgbClr val="C0622B">
              <a:alpha val="22000"/>
            </a:srgbClr>
          </a:solidFill>
          <a:ln w="12700">
            <a:solidFill>
              <a:srgbClr val="C0622B"/>
            </a:solidFill>
            <a:prstDash val="solid"/>
          </a:ln>
        </p:spPr>
      </p:sp>
      <p:sp>
        <p:nvSpPr>
          <p:cNvPr id="93" name="Shape 91"/>
          <p:cNvSpPr/>
          <p:nvPr/>
        </p:nvSpPr>
        <p:spPr>
          <a:xfrm rot="2700000">
            <a:off x="507492" y="1426464"/>
            <a:ext cx="82296" cy="82296"/>
          </a:xfrm>
          <a:prstGeom prst="rect">
            <a:avLst/>
          </a:prstGeom>
          <a:solidFill>
            <a:srgbClr val="C0622B">
              <a:alpha val="22000"/>
            </a:srgbClr>
          </a:solidFill>
          <a:ln w="12700">
            <a:solidFill>
              <a:srgbClr val="C0622B"/>
            </a:solidFill>
            <a:prstDash val="solid"/>
          </a:ln>
        </p:spPr>
      </p:sp>
      <p:sp>
        <p:nvSpPr>
          <p:cNvPr id="94" name="Shape 92"/>
          <p:cNvSpPr/>
          <p:nvPr/>
        </p:nvSpPr>
        <p:spPr>
          <a:xfrm rot="2700000">
            <a:off x="630936" y="1426464"/>
            <a:ext cx="82296" cy="82296"/>
          </a:xfrm>
          <a:prstGeom prst="rect">
            <a:avLst/>
          </a:prstGeom>
          <a:solidFill>
            <a:srgbClr val="C0622B">
              <a:alpha val="22000"/>
            </a:srgbClr>
          </a:solidFill>
          <a:ln w="12700">
            <a:solidFill>
              <a:srgbClr val="C0622B"/>
            </a:solidFill>
            <a:prstDash val="solid"/>
          </a:ln>
        </p:spPr>
      </p:sp>
      <p:sp>
        <p:nvSpPr>
          <p:cNvPr id="95" name="Shape 93"/>
          <p:cNvSpPr/>
          <p:nvPr/>
        </p:nvSpPr>
        <p:spPr>
          <a:xfrm rot="2700000">
            <a:off x="754380" y="1426464"/>
            <a:ext cx="82296" cy="82296"/>
          </a:xfrm>
          <a:prstGeom prst="rect">
            <a:avLst/>
          </a:prstGeom>
          <a:solidFill>
            <a:srgbClr val="C0622B">
              <a:alpha val="22000"/>
            </a:srgbClr>
          </a:solidFill>
          <a:ln w="12700">
            <a:solidFill>
              <a:srgbClr val="C0622B"/>
            </a:solidFill>
            <a:prstDash val="solid"/>
          </a:ln>
        </p:spPr>
      </p:sp>
      <p:sp>
        <p:nvSpPr>
          <p:cNvPr id="96" name="Shape 94"/>
          <p:cNvSpPr/>
          <p:nvPr/>
        </p:nvSpPr>
        <p:spPr>
          <a:xfrm rot="2700000">
            <a:off x="877824" y="1426464"/>
            <a:ext cx="82296" cy="82296"/>
          </a:xfrm>
          <a:prstGeom prst="rect">
            <a:avLst/>
          </a:prstGeom>
          <a:solidFill>
            <a:srgbClr val="C0622B">
              <a:alpha val="22000"/>
            </a:srgbClr>
          </a:solidFill>
          <a:ln w="12700">
            <a:solidFill>
              <a:srgbClr val="C0622B"/>
            </a:solidFill>
            <a:prstDash val="solid"/>
          </a:ln>
        </p:spPr>
      </p:sp>
      <p:sp>
        <p:nvSpPr>
          <p:cNvPr id="97" name="Shape 95"/>
          <p:cNvSpPr/>
          <p:nvPr/>
        </p:nvSpPr>
        <p:spPr>
          <a:xfrm rot="2700000">
            <a:off x="1001268" y="1426464"/>
            <a:ext cx="82296" cy="82296"/>
          </a:xfrm>
          <a:prstGeom prst="rect">
            <a:avLst/>
          </a:prstGeom>
          <a:solidFill>
            <a:srgbClr val="C0622B">
              <a:alpha val="22000"/>
            </a:srgbClr>
          </a:solidFill>
          <a:ln w="12700">
            <a:solidFill>
              <a:srgbClr val="C0622B"/>
            </a:solidFill>
            <a:prstDash val="solid"/>
          </a:ln>
        </p:spPr>
      </p:sp>
      <p:sp>
        <p:nvSpPr>
          <p:cNvPr id="98" name="Shape 96"/>
          <p:cNvSpPr/>
          <p:nvPr/>
        </p:nvSpPr>
        <p:spPr>
          <a:xfrm rot="2700000">
            <a:off x="1124712" y="1426464"/>
            <a:ext cx="82296" cy="82296"/>
          </a:xfrm>
          <a:prstGeom prst="rect">
            <a:avLst/>
          </a:prstGeom>
          <a:solidFill>
            <a:srgbClr val="C0622B">
              <a:alpha val="22000"/>
            </a:srgbClr>
          </a:solidFill>
          <a:ln w="12700">
            <a:solidFill>
              <a:srgbClr val="C0622B"/>
            </a:solidFill>
            <a:prstDash val="solid"/>
          </a:ln>
        </p:spPr>
      </p:sp>
      <p:sp>
        <p:nvSpPr>
          <p:cNvPr id="99" name="Shape 97"/>
          <p:cNvSpPr/>
          <p:nvPr/>
        </p:nvSpPr>
        <p:spPr>
          <a:xfrm rot="2700000">
            <a:off x="1248156" y="1426464"/>
            <a:ext cx="82296" cy="82296"/>
          </a:xfrm>
          <a:prstGeom prst="rect">
            <a:avLst/>
          </a:prstGeom>
          <a:solidFill>
            <a:srgbClr val="C0622B">
              <a:alpha val="22000"/>
            </a:srgbClr>
          </a:solidFill>
          <a:ln w="12700">
            <a:solidFill>
              <a:srgbClr val="C0622B"/>
            </a:solidFill>
            <a:prstDash val="solid"/>
          </a:ln>
        </p:spPr>
      </p:sp>
      <p:sp>
        <p:nvSpPr>
          <p:cNvPr id="100" name="Shape 98"/>
          <p:cNvSpPr/>
          <p:nvPr/>
        </p:nvSpPr>
        <p:spPr>
          <a:xfrm rot="2700000">
            <a:off x="1371600" y="1426464"/>
            <a:ext cx="82296" cy="82296"/>
          </a:xfrm>
          <a:prstGeom prst="rect">
            <a:avLst/>
          </a:prstGeom>
          <a:solidFill>
            <a:srgbClr val="C0622B">
              <a:alpha val="22000"/>
            </a:srgbClr>
          </a:solidFill>
          <a:ln w="12700">
            <a:solidFill>
              <a:srgbClr val="C0622B"/>
            </a:solidFill>
            <a:prstDash val="solid"/>
          </a:ln>
        </p:spPr>
      </p:sp>
      <p:sp>
        <p:nvSpPr>
          <p:cNvPr id="101" name="Shape 99"/>
          <p:cNvSpPr/>
          <p:nvPr/>
        </p:nvSpPr>
        <p:spPr>
          <a:xfrm rot="2700000">
            <a:off x="1495044" y="1426464"/>
            <a:ext cx="82296" cy="82296"/>
          </a:xfrm>
          <a:prstGeom prst="rect">
            <a:avLst/>
          </a:prstGeom>
          <a:solidFill>
            <a:srgbClr val="C0622B">
              <a:alpha val="22000"/>
            </a:srgbClr>
          </a:solidFill>
          <a:ln w="12700">
            <a:solidFill>
              <a:srgbClr val="C0622B"/>
            </a:solidFill>
            <a:prstDash val="solid"/>
          </a:ln>
        </p:spPr>
      </p:sp>
      <p:sp>
        <p:nvSpPr>
          <p:cNvPr id="102" name="Shape 100"/>
          <p:cNvSpPr/>
          <p:nvPr/>
        </p:nvSpPr>
        <p:spPr>
          <a:xfrm rot="2700000">
            <a:off x="1618488" y="1426464"/>
            <a:ext cx="82296" cy="82296"/>
          </a:xfrm>
          <a:prstGeom prst="rect">
            <a:avLst/>
          </a:prstGeom>
          <a:solidFill>
            <a:srgbClr val="C0622B">
              <a:alpha val="22000"/>
            </a:srgbClr>
          </a:solidFill>
          <a:ln w="12700">
            <a:solidFill>
              <a:srgbClr val="C0622B"/>
            </a:solidFill>
            <a:prstDash val="solid"/>
          </a:ln>
        </p:spPr>
      </p:sp>
      <p:sp>
        <p:nvSpPr>
          <p:cNvPr id="103" name="Shape 101"/>
          <p:cNvSpPr/>
          <p:nvPr/>
        </p:nvSpPr>
        <p:spPr>
          <a:xfrm rot="2700000">
            <a:off x="1741932" y="1426464"/>
            <a:ext cx="82296" cy="82296"/>
          </a:xfrm>
          <a:prstGeom prst="rect">
            <a:avLst/>
          </a:prstGeom>
          <a:solidFill>
            <a:srgbClr val="C0622B">
              <a:alpha val="22000"/>
            </a:srgbClr>
          </a:solidFill>
          <a:ln w="12700">
            <a:solidFill>
              <a:srgbClr val="C0622B"/>
            </a:solidFill>
            <a:prstDash val="solid"/>
          </a:ln>
        </p:spPr>
      </p:sp>
      <p:sp>
        <p:nvSpPr>
          <p:cNvPr id="104" name="Shape 102"/>
          <p:cNvSpPr/>
          <p:nvPr/>
        </p:nvSpPr>
        <p:spPr>
          <a:xfrm rot="2700000">
            <a:off x="1865376" y="1426464"/>
            <a:ext cx="82296" cy="82296"/>
          </a:xfrm>
          <a:prstGeom prst="rect">
            <a:avLst/>
          </a:prstGeom>
          <a:solidFill>
            <a:srgbClr val="C0622B">
              <a:alpha val="22000"/>
            </a:srgbClr>
          </a:solidFill>
          <a:ln w="12700">
            <a:solidFill>
              <a:srgbClr val="C0622B"/>
            </a:solidFill>
            <a:prstDash val="solid"/>
          </a:ln>
        </p:spPr>
      </p:sp>
      <p:sp>
        <p:nvSpPr>
          <p:cNvPr id="105" name="Shape 103"/>
          <p:cNvSpPr/>
          <p:nvPr/>
        </p:nvSpPr>
        <p:spPr>
          <a:xfrm rot="2700000">
            <a:off x="1988820" y="1426464"/>
            <a:ext cx="82296" cy="82296"/>
          </a:xfrm>
          <a:prstGeom prst="rect">
            <a:avLst/>
          </a:prstGeom>
          <a:solidFill>
            <a:srgbClr val="C0622B">
              <a:alpha val="22000"/>
            </a:srgbClr>
          </a:solidFill>
          <a:ln w="12700">
            <a:solidFill>
              <a:srgbClr val="C0622B"/>
            </a:solidFill>
            <a:prstDash val="solid"/>
          </a:ln>
        </p:spPr>
      </p:sp>
      <p:sp>
        <p:nvSpPr>
          <p:cNvPr id="106" name="Shape 104"/>
          <p:cNvSpPr/>
          <p:nvPr/>
        </p:nvSpPr>
        <p:spPr>
          <a:xfrm rot="2700000">
            <a:off x="2112264" y="1426464"/>
            <a:ext cx="82296" cy="82296"/>
          </a:xfrm>
          <a:prstGeom prst="rect">
            <a:avLst/>
          </a:prstGeom>
          <a:solidFill>
            <a:srgbClr val="C0622B">
              <a:alpha val="22000"/>
            </a:srgbClr>
          </a:solidFill>
          <a:ln w="12700">
            <a:solidFill>
              <a:srgbClr val="C0622B"/>
            </a:solidFill>
            <a:prstDash val="solid"/>
          </a:ln>
        </p:spPr>
      </p:sp>
      <p:sp>
        <p:nvSpPr>
          <p:cNvPr id="107" name="Shape 105"/>
          <p:cNvSpPr/>
          <p:nvPr/>
        </p:nvSpPr>
        <p:spPr>
          <a:xfrm rot="2700000">
            <a:off x="2235708" y="1426464"/>
            <a:ext cx="82296" cy="82296"/>
          </a:xfrm>
          <a:prstGeom prst="rect">
            <a:avLst/>
          </a:prstGeom>
          <a:solidFill>
            <a:srgbClr val="C0622B">
              <a:alpha val="22000"/>
            </a:srgbClr>
          </a:solidFill>
          <a:ln w="12700">
            <a:solidFill>
              <a:srgbClr val="C0622B"/>
            </a:solidFill>
            <a:prstDash val="solid"/>
          </a:ln>
        </p:spPr>
      </p:sp>
      <p:sp>
        <p:nvSpPr>
          <p:cNvPr id="108" name="Shape 106"/>
          <p:cNvSpPr/>
          <p:nvPr/>
        </p:nvSpPr>
        <p:spPr>
          <a:xfrm rot="2700000">
            <a:off x="2359152" y="1426464"/>
            <a:ext cx="82296" cy="82296"/>
          </a:xfrm>
          <a:prstGeom prst="rect">
            <a:avLst/>
          </a:prstGeom>
          <a:solidFill>
            <a:srgbClr val="C0622B">
              <a:alpha val="22000"/>
            </a:srgbClr>
          </a:solidFill>
          <a:ln w="12700">
            <a:solidFill>
              <a:srgbClr val="C0622B"/>
            </a:solidFill>
            <a:prstDash val="solid"/>
          </a:ln>
        </p:spPr>
      </p:sp>
      <p:sp>
        <p:nvSpPr>
          <p:cNvPr id="109" name="Shape 107"/>
          <p:cNvSpPr/>
          <p:nvPr/>
        </p:nvSpPr>
        <p:spPr>
          <a:xfrm rot="2700000">
            <a:off x="2482596" y="1426464"/>
            <a:ext cx="82296" cy="82296"/>
          </a:xfrm>
          <a:prstGeom prst="rect">
            <a:avLst/>
          </a:prstGeom>
          <a:solidFill>
            <a:srgbClr val="C0622B">
              <a:alpha val="22000"/>
            </a:srgbClr>
          </a:solidFill>
          <a:ln w="12700">
            <a:solidFill>
              <a:srgbClr val="C0622B"/>
            </a:solidFill>
            <a:prstDash val="solid"/>
          </a:ln>
        </p:spPr>
      </p:sp>
      <p:sp>
        <p:nvSpPr>
          <p:cNvPr id="110" name="Shape 108"/>
          <p:cNvSpPr/>
          <p:nvPr/>
        </p:nvSpPr>
        <p:spPr>
          <a:xfrm rot="2700000">
            <a:off x="2606040" y="1426464"/>
            <a:ext cx="82296" cy="82296"/>
          </a:xfrm>
          <a:prstGeom prst="rect">
            <a:avLst/>
          </a:prstGeom>
          <a:solidFill>
            <a:srgbClr val="C0622B">
              <a:alpha val="22000"/>
            </a:srgbClr>
          </a:solidFill>
          <a:ln w="12700">
            <a:solidFill>
              <a:srgbClr val="C0622B"/>
            </a:solidFill>
            <a:prstDash val="solid"/>
          </a:ln>
        </p:spPr>
      </p:sp>
      <p:sp>
        <p:nvSpPr>
          <p:cNvPr id="111" name="Shape 109"/>
          <p:cNvSpPr/>
          <p:nvPr/>
        </p:nvSpPr>
        <p:spPr>
          <a:xfrm rot="2700000">
            <a:off x="2729484" y="1426464"/>
            <a:ext cx="82296" cy="82296"/>
          </a:xfrm>
          <a:prstGeom prst="rect">
            <a:avLst/>
          </a:prstGeom>
          <a:solidFill>
            <a:srgbClr val="C0622B">
              <a:alpha val="22000"/>
            </a:srgbClr>
          </a:solidFill>
          <a:ln w="12700">
            <a:solidFill>
              <a:srgbClr val="C0622B"/>
            </a:solidFill>
            <a:prstDash val="solid"/>
          </a:ln>
        </p:spPr>
      </p:sp>
      <p:sp>
        <p:nvSpPr>
          <p:cNvPr id="112" name="Shape 110"/>
          <p:cNvSpPr/>
          <p:nvPr/>
        </p:nvSpPr>
        <p:spPr>
          <a:xfrm rot="2700000">
            <a:off x="2852928" y="1426464"/>
            <a:ext cx="82296" cy="82296"/>
          </a:xfrm>
          <a:prstGeom prst="rect">
            <a:avLst/>
          </a:prstGeom>
          <a:solidFill>
            <a:srgbClr val="C0622B">
              <a:alpha val="22000"/>
            </a:srgbClr>
          </a:solidFill>
          <a:ln w="12700">
            <a:solidFill>
              <a:srgbClr val="C0622B"/>
            </a:solidFill>
            <a:prstDash val="solid"/>
          </a:ln>
        </p:spPr>
      </p:sp>
      <p:sp>
        <p:nvSpPr>
          <p:cNvPr id="113" name="Shape 111"/>
          <p:cNvSpPr/>
          <p:nvPr/>
        </p:nvSpPr>
        <p:spPr>
          <a:xfrm rot="2700000">
            <a:off x="2976372" y="1426464"/>
            <a:ext cx="82296" cy="82296"/>
          </a:xfrm>
          <a:prstGeom prst="rect">
            <a:avLst/>
          </a:prstGeom>
          <a:solidFill>
            <a:srgbClr val="C0622B">
              <a:alpha val="22000"/>
            </a:srgbClr>
          </a:solidFill>
          <a:ln w="12700">
            <a:solidFill>
              <a:srgbClr val="C0622B"/>
            </a:solidFill>
            <a:prstDash val="solid"/>
          </a:ln>
        </p:spPr>
      </p:sp>
      <p:sp>
        <p:nvSpPr>
          <p:cNvPr id="114" name="Shape 112"/>
          <p:cNvSpPr/>
          <p:nvPr/>
        </p:nvSpPr>
        <p:spPr>
          <a:xfrm rot="2700000">
            <a:off x="3099816" y="1426464"/>
            <a:ext cx="82296" cy="82296"/>
          </a:xfrm>
          <a:prstGeom prst="rect">
            <a:avLst/>
          </a:prstGeom>
          <a:solidFill>
            <a:srgbClr val="C0622B">
              <a:alpha val="22000"/>
            </a:srgbClr>
          </a:solidFill>
          <a:ln w="12700">
            <a:solidFill>
              <a:srgbClr val="C0622B"/>
            </a:solidFill>
            <a:prstDash val="solid"/>
          </a:ln>
        </p:spPr>
      </p:sp>
      <p:sp>
        <p:nvSpPr>
          <p:cNvPr id="115" name="Shape 113"/>
          <p:cNvSpPr/>
          <p:nvPr/>
        </p:nvSpPr>
        <p:spPr>
          <a:xfrm rot="2700000">
            <a:off x="3223260" y="1426464"/>
            <a:ext cx="82296" cy="82296"/>
          </a:xfrm>
          <a:prstGeom prst="rect">
            <a:avLst/>
          </a:prstGeom>
          <a:solidFill>
            <a:srgbClr val="C0622B">
              <a:alpha val="22000"/>
            </a:srgbClr>
          </a:solidFill>
          <a:ln w="12700">
            <a:solidFill>
              <a:srgbClr val="C0622B"/>
            </a:solidFill>
            <a:prstDash val="solid"/>
          </a:ln>
        </p:spPr>
      </p:sp>
      <p:sp>
        <p:nvSpPr>
          <p:cNvPr id="116" name="Shape 114"/>
          <p:cNvSpPr/>
          <p:nvPr/>
        </p:nvSpPr>
        <p:spPr>
          <a:xfrm rot="2700000">
            <a:off x="3346704" y="1426464"/>
            <a:ext cx="82296" cy="82296"/>
          </a:xfrm>
          <a:prstGeom prst="rect">
            <a:avLst/>
          </a:prstGeom>
          <a:solidFill>
            <a:srgbClr val="C0622B">
              <a:alpha val="22000"/>
            </a:srgbClr>
          </a:solidFill>
          <a:ln w="12700">
            <a:solidFill>
              <a:srgbClr val="C0622B"/>
            </a:solidFill>
            <a:prstDash val="solid"/>
          </a:ln>
        </p:spPr>
      </p:sp>
      <p:sp>
        <p:nvSpPr>
          <p:cNvPr id="117" name="Shape 115"/>
          <p:cNvSpPr/>
          <p:nvPr/>
        </p:nvSpPr>
        <p:spPr>
          <a:xfrm rot="2700000">
            <a:off x="3470148" y="1426464"/>
            <a:ext cx="82296" cy="82296"/>
          </a:xfrm>
          <a:prstGeom prst="rect">
            <a:avLst/>
          </a:prstGeom>
          <a:solidFill>
            <a:srgbClr val="C0622B">
              <a:alpha val="22000"/>
            </a:srgbClr>
          </a:solidFill>
          <a:ln w="12700">
            <a:solidFill>
              <a:srgbClr val="C0622B"/>
            </a:solidFill>
            <a:prstDash val="solid"/>
          </a:ln>
        </p:spPr>
      </p:sp>
      <p:sp>
        <p:nvSpPr>
          <p:cNvPr id="118" name="Shape 116"/>
          <p:cNvSpPr/>
          <p:nvPr/>
        </p:nvSpPr>
        <p:spPr>
          <a:xfrm rot="2700000">
            <a:off x="3593592" y="1426464"/>
            <a:ext cx="82296" cy="82296"/>
          </a:xfrm>
          <a:prstGeom prst="rect">
            <a:avLst/>
          </a:prstGeom>
          <a:solidFill>
            <a:srgbClr val="C0622B">
              <a:alpha val="22000"/>
            </a:srgbClr>
          </a:solidFill>
          <a:ln w="12700">
            <a:solidFill>
              <a:srgbClr val="C0622B"/>
            </a:solidFill>
            <a:prstDash val="solid"/>
          </a:ln>
        </p:spPr>
      </p:sp>
      <p:sp>
        <p:nvSpPr>
          <p:cNvPr id="119" name="Shape 117"/>
          <p:cNvSpPr/>
          <p:nvPr/>
        </p:nvSpPr>
        <p:spPr>
          <a:xfrm rot="2700000">
            <a:off x="3717036" y="1426464"/>
            <a:ext cx="82296" cy="82296"/>
          </a:xfrm>
          <a:prstGeom prst="rect">
            <a:avLst/>
          </a:prstGeom>
          <a:solidFill>
            <a:srgbClr val="C0622B">
              <a:alpha val="22000"/>
            </a:srgbClr>
          </a:solidFill>
          <a:ln w="12700">
            <a:solidFill>
              <a:srgbClr val="C0622B"/>
            </a:solidFill>
            <a:prstDash val="solid"/>
          </a:ln>
        </p:spPr>
      </p:sp>
      <p:sp>
        <p:nvSpPr>
          <p:cNvPr id="120" name="Shape 118"/>
          <p:cNvSpPr/>
          <p:nvPr/>
        </p:nvSpPr>
        <p:spPr>
          <a:xfrm rot="2700000">
            <a:off x="3840480" y="1426464"/>
            <a:ext cx="82296" cy="82296"/>
          </a:xfrm>
          <a:prstGeom prst="rect">
            <a:avLst/>
          </a:prstGeom>
          <a:solidFill>
            <a:srgbClr val="C0622B">
              <a:alpha val="22000"/>
            </a:srgbClr>
          </a:solidFill>
          <a:ln w="12700">
            <a:solidFill>
              <a:srgbClr val="C0622B"/>
            </a:solidFill>
            <a:prstDash val="solid"/>
          </a:ln>
        </p:spPr>
      </p:sp>
      <p:sp>
        <p:nvSpPr>
          <p:cNvPr id="121" name="Shape 119"/>
          <p:cNvSpPr/>
          <p:nvPr/>
        </p:nvSpPr>
        <p:spPr>
          <a:xfrm rot="2700000">
            <a:off x="3963924" y="1426464"/>
            <a:ext cx="82296" cy="82296"/>
          </a:xfrm>
          <a:prstGeom prst="rect">
            <a:avLst/>
          </a:prstGeom>
          <a:solidFill>
            <a:srgbClr val="C0622B">
              <a:alpha val="22000"/>
            </a:srgbClr>
          </a:solidFill>
          <a:ln w="12700">
            <a:solidFill>
              <a:srgbClr val="C0622B"/>
            </a:solidFill>
            <a:prstDash val="solid"/>
          </a:ln>
        </p:spPr>
      </p:sp>
      <p:sp>
        <p:nvSpPr>
          <p:cNvPr id="122" name="Shape 120"/>
          <p:cNvSpPr/>
          <p:nvPr/>
        </p:nvSpPr>
        <p:spPr>
          <a:xfrm rot="2700000">
            <a:off x="4087368" y="1426464"/>
            <a:ext cx="82296" cy="82296"/>
          </a:xfrm>
          <a:prstGeom prst="rect">
            <a:avLst/>
          </a:prstGeom>
          <a:solidFill>
            <a:srgbClr val="C0622B">
              <a:alpha val="22000"/>
            </a:srgbClr>
          </a:solidFill>
          <a:ln w="12700">
            <a:solidFill>
              <a:srgbClr val="C0622B"/>
            </a:solidFill>
            <a:prstDash val="solid"/>
          </a:ln>
        </p:spPr>
      </p:sp>
      <p:sp>
        <p:nvSpPr>
          <p:cNvPr id="123" name="Shape 121"/>
          <p:cNvSpPr/>
          <p:nvPr/>
        </p:nvSpPr>
        <p:spPr>
          <a:xfrm rot="2700000">
            <a:off x="4210812" y="1426464"/>
            <a:ext cx="82296" cy="82296"/>
          </a:xfrm>
          <a:prstGeom prst="rect">
            <a:avLst/>
          </a:prstGeom>
          <a:solidFill>
            <a:srgbClr val="C0622B">
              <a:alpha val="22000"/>
            </a:srgbClr>
          </a:solidFill>
          <a:ln w="12700">
            <a:solidFill>
              <a:srgbClr val="C0622B"/>
            </a:solidFill>
            <a:prstDash val="solid"/>
          </a:ln>
        </p:spPr>
      </p:sp>
      <p:sp>
        <p:nvSpPr>
          <p:cNvPr id="124" name="Shape 122"/>
          <p:cNvSpPr/>
          <p:nvPr/>
        </p:nvSpPr>
        <p:spPr>
          <a:xfrm rot="2700000">
            <a:off x="4334256" y="1426464"/>
            <a:ext cx="82296" cy="82296"/>
          </a:xfrm>
          <a:prstGeom prst="rect">
            <a:avLst/>
          </a:prstGeom>
          <a:solidFill>
            <a:srgbClr val="C0622B">
              <a:alpha val="22000"/>
            </a:srgbClr>
          </a:solidFill>
          <a:ln w="12700">
            <a:solidFill>
              <a:srgbClr val="C0622B"/>
            </a:solidFill>
            <a:prstDash val="solid"/>
          </a:ln>
        </p:spPr>
      </p:sp>
      <p:sp>
        <p:nvSpPr>
          <p:cNvPr id="125" name="Text 123"/>
          <p:cNvSpPr/>
          <p:nvPr/>
        </p:nvSpPr>
        <p:spPr>
          <a:xfrm>
            <a:off x="402336" y="1536192"/>
            <a:ext cx="3977640" cy="256032"/>
          </a:xfrm>
          <a:prstGeom prst="rect">
            <a:avLst/>
          </a:prstGeom>
          <a:noFill/>
          <a:ln/>
        </p:spPr>
        <p:txBody>
          <a:bodyPr wrap="square" rtlCol="0" anchor="ctr"/>
          <a:lstStyle/>
          <a:p>
            <a:pPr indent="0" marL="0">
              <a:buNone/>
            </a:pPr>
            <a:r>
              <a:rPr lang="en-US" sz="1000" b="1" dirty="0">
                <a:solidFill>
                  <a:srgbClr val="C0622B"/>
                </a:solidFill>
                <a:latin typeface="Calibri" pitchFamily="34" charset="0"/>
                <a:ea typeface="Calibri" pitchFamily="34" charset="-122"/>
                <a:cs typeface="Calibri" pitchFamily="34" charset="-120"/>
              </a:rPr>
              <a:t>Principe</a:t>
            </a:r>
            <a:endParaRPr lang="en-US" sz="1000" dirty="0"/>
          </a:p>
        </p:txBody>
      </p:sp>
      <p:sp>
        <p:nvSpPr>
          <p:cNvPr id="126" name="Text 124"/>
          <p:cNvSpPr/>
          <p:nvPr/>
        </p:nvSpPr>
        <p:spPr>
          <a:xfrm>
            <a:off x="402336" y="1783080"/>
            <a:ext cx="3977640" cy="402336"/>
          </a:xfrm>
          <a:prstGeom prst="rect">
            <a:avLst/>
          </a:prstGeom>
          <a:noFill/>
          <a:ln/>
        </p:spPr>
        <p:txBody>
          <a:bodyPr wrap="square" rtlCol="0" anchor="ctr"/>
          <a:lstStyle/>
          <a:p>
            <a:pPr indent="0" marL="0">
              <a:buNone/>
            </a:pPr>
            <a:r>
              <a:rPr lang="en-US" sz="950" dirty="0">
                <a:solidFill>
                  <a:srgbClr val="EDE0C8"/>
                </a:solidFill>
                <a:latin typeface="Calibri" pitchFamily="34" charset="0"/>
                <a:ea typeface="Calibri" pitchFamily="34" charset="-122"/>
                <a:cs typeface="Calibri" pitchFamily="34" charset="-120"/>
              </a:rPr>
              <a:t>L'huile est injectée dans la chambre de compression pour lubrifier les rotors, assurer l'étanchéité et évacuer la chaleur.</a:t>
            </a:r>
            <a:endParaRPr lang="en-US" sz="950" dirty="0"/>
          </a:p>
        </p:txBody>
      </p:sp>
      <p:sp>
        <p:nvSpPr>
          <p:cNvPr id="127" name="Text 125"/>
          <p:cNvSpPr/>
          <p:nvPr/>
        </p:nvSpPr>
        <p:spPr>
          <a:xfrm>
            <a:off x="402336" y="2212848"/>
            <a:ext cx="3977640" cy="256032"/>
          </a:xfrm>
          <a:prstGeom prst="rect">
            <a:avLst/>
          </a:prstGeom>
          <a:noFill/>
          <a:ln/>
        </p:spPr>
        <p:txBody>
          <a:bodyPr wrap="square" rtlCol="0" anchor="ctr"/>
          <a:lstStyle/>
          <a:p>
            <a:pPr indent="0" marL="0">
              <a:buNone/>
            </a:pPr>
            <a:r>
              <a:rPr lang="en-US" sz="1000" b="1" dirty="0">
                <a:solidFill>
                  <a:srgbClr val="C0622B"/>
                </a:solidFill>
                <a:latin typeface="Calibri" pitchFamily="34" charset="0"/>
                <a:ea typeface="Calibri" pitchFamily="34" charset="-122"/>
                <a:cs typeface="Calibri" pitchFamily="34" charset="-120"/>
              </a:rPr>
              <a:t>Circuit huile</a:t>
            </a:r>
            <a:endParaRPr lang="en-US" sz="1000" dirty="0"/>
          </a:p>
        </p:txBody>
      </p:sp>
      <p:sp>
        <p:nvSpPr>
          <p:cNvPr id="128" name="Text 126"/>
          <p:cNvSpPr/>
          <p:nvPr/>
        </p:nvSpPr>
        <p:spPr>
          <a:xfrm>
            <a:off x="402336" y="2459736"/>
            <a:ext cx="3977640" cy="402336"/>
          </a:xfrm>
          <a:prstGeom prst="rect">
            <a:avLst/>
          </a:prstGeom>
          <a:noFill/>
          <a:ln/>
        </p:spPr>
        <p:txBody>
          <a:bodyPr wrap="square" rtlCol="0" anchor="ctr"/>
          <a:lstStyle/>
          <a:p>
            <a:pPr indent="0" marL="0">
              <a:buNone/>
            </a:pPr>
            <a:r>
              <a:rPr lang="en-US" sz="950" dirty="0">
                <a:solidFill>
                  <a:srgbClr val="EDE0C8"/>
                </a:solidFill>
                <a:latin typeface="Calibri" pitchFamily="34" charset="0"/>
                <a:ea typeface="Calibri" pitchFamily="34" charset="-122"/>
                <a:cs typeface="Calibri" pitchFamily="34" charset="-120"/>
              </a:rPr>
              <a:t>L'huile comprimée avec l'air est ensuite séparée dans un séparateur huile/air, filtrée et recyclée en continu dans la compression.</a:t>
            </a:r>
            <a:endParaRPr lang="en-US" sz="950" dirty="0"/>
          </a:p>
        </p:txBody>
      </p:sp>
      <p:sp>
        <p:nvSpPr>
          <p:cNvPr id="129" name="Text 127"/>
          <p:cNvSpPr/>
          <p:nvPr/>
        </p:nvSpPr>
        <p:spPr>
          <a:xfrm>
            <a:off x="402336" y="2889504"/>
            <a:ext cx="3977640" cy="256032"/>
          </a:xfrm>
          <a:prstGeom prst="rect">
            <a:avLst/>
          </a:prstGeom>
          <a:noFill/>
          <a:ln/>
        </p:spPr>
        <p:txBody>
          <a:bodyPr wrap="square" rtlCol="0" anchor="ctr"/>
          <a:lstStyle/>
          <a:p>
            <a:pPr indent="0" marL="0">
              <a:buNone/>
            </a:pPr>
            <a:r>
              <a:rPr lang="en-US" sz="1000" b="1" dirty="0">
                <a:solidFill>
                  <a:srgbClr val="C0622B"/>
                </a:solidFill>
                <a:latin typeface="Calibri" pitchFamily="34" charset="0"/>
                <a:ea typeface="Calibri" pitchFamily="34" charset="-122"/>
                <a:cs typeface="Calibri" pitchFamily="34" charset="-120"/>
              </a:rPr>
              <a:t>Qualité d'air produit</a:t>
            </a:r>
            <a:endParaRPr lang="en-US" sz="1000" dirty="0"/>
          </a:p>
        </p:txBody>
      </p:sp>
      <p:sp>
        <p:nvSpPr>
          <p:cNvPr id="130" name="Text 128"/>
          <p:cNvSpPr/>
          <p:nvPr/>
        </p:nvSpPr>
        <p:spPr>
          <a:xfrm>
            <a:off x="402336" y="3136392"/>
            <a:ext cx="3977640" cy="402336"/>
          </a:xfrm>
          <a:prstGeom prst="rect">
            <a:avLst/>
          </a:prstGeom>
          <a:noFill/>
          <a:ln/>
        </p:spPr>
        <p:txBody>
          <a:bodyPr wrap="square" rtlCol="0" anchor="ctr"/>
          <a:lstStyle/>
          <a:p>
            <a:pPr indent="0" marL="0">
              <a:buNone/>
            </a:pPr>
            <a:r>
              <a:rPr lang="en-US" sz="950" dirty="0">
                <a:solidFill>
                  <a:srgbClr val="EDE0C8"/>
                </a:solidFill>
                <a:latin typeface="Calibri" pitchFamily="34" charset="0"/>
                <a:ea typeface="Calibri" pitchFamily="34" charset="-122"/>
                <a:cs typeface="Calibri" pitchFamily="34" charset="-120"/>
              </a:rPr>
              <a:t>L'air contient des traces d'huile résiduelles (0,01 à 3 ppm selon filtre). Nécessite un traitement aval obligatoire.</a:t>
            </a:r>
            <a:endParaRPr lang="en-US" sz="950" dirty="0"/>
          </a:p>
        </p:txBody>
      </p:sp>
      <p:sp>
        <p:nvSpPr>
          <p:cNvPr id="131" name="Text 129"/>
          <p:cNvSpPr/>
          <p:nvPr/>
        </p:nvSpPr>
        <p:spPr>
          <a:xfrm>
            <a:off x="402336" y="3566160"/>
            <a:ext cx="3977640" cy="256032"/>
          </a:xfrm>
          <a:prstGeom prst="rect">
            <a:avLst/>
          </a:prstGeom>
          <a:noFill/>
          <a:ln/>
        </p:spPr>
        <p:txBody>
          <a:bodyPr wrap="square" rtlCol="0" anchor="ctr"/>
          <a:lstStyle/>
          <a:p>
            <a:pPr indent="0" marL="0">
              <a:buNone/>
            </a:pPr>
            <a:r>
              <a:rPr lang="en-US" sz="1000" b="1" dirty="0">
                <a:solidFill>
                  <a:srgbClr val="C0622B"/>
                </a:solidFill>
                <a:latin typeface="Calibri" pitchFamily="34" charset="0"/>
                <a:ea typeface="Calibri" pitchFamily="34" charset="-122"/>
                <a:cs typeface="Calibri" pitchFamily="34" charset="-120"/>
              </a:rPr>
              <a:t>Technologies courantes</a:t>
            </a:r>
            <a:endParaRPr lang="en-US" sz="1000" dirty="0"/>
          </a:p>
        </p:txBody>
      </p:sp>
      <p:sp>
        <p:nvSpPr>
          <p:cNvPr id="132" name="Text 130"/>
          <p:cNvSpPr/>
          <p:nvPr/>
        </p:nvSpPr>
        <p:spPr>
          <a:xfrm>
            <a:off x="402336" y="3813048"/>
            <a:ext cx="3977640" cy="402336"/>
          </a:xfrm>
          <a:prstGeom prst="rect">
            <a:avLst/>
          </a:prstGeom>
          <a:noFill/>
          <a:ln/>
        </p:spPr>
        <p:txBody>
          <a:bodyPr wrap="square" rtlCol="0" anchor="ctr"/>
          <a:lstStyle/>
          <a:p>
            <a:pPr indent="0" marL="0">
              <a:buNone/>
            </a:pPr>
            <a:r>
              <a:rPr lang="en-US" sz="950" dirty="0">
                <a:solidFill>
                  <a:srgbClr val="EDE0C8"/>
                </a:solidFill>
                <a:latin typeface="Calibri" pitchFamily="34" charset="0"/>
                <a:ea typeface="Calibri" pitchFamily="34" charset="-122"/>
                <a:cs typeface="Calibri" pitchFamily="34" charset="-120"/>
              </a:rPr>
              <a:t>Vis à injection d'huile (rotatives), pistons lubrifiés. Les plus répandus sur le marché industriel.</a:t>
            </a:r>
            <a:endParaRPr lang="en-US" sz="950" dirty="0"/>
          </a:p>
        </p:txBody>
      </p:sp>
      <p:sp>
        <p:nvSpPr>
          <p:cNvPr id="133" name="Shape 131"/>
          <p:cNvSpPr/>
          <p:nvPr/>
        </p:nvSpPr>
        <p:spPr>
          <a:xfrm>
            <a:off x="4681728" y="914400"/>
            <a:ext cx="4206240" cy="3977640"/>
          </a:xfrm>
          <a:prstGeom prst="rect">
            <a:avLst/>
          </a:prstGeom>
          <a:solidFill>
            <a:srgbClr val="081018"/>
          </a:solidFill>
          <a:ln w="12700">
            <a:solidFill>
              <a:srgbClr val="1A5FA8"/>
            </a:solidFill>
            <a:prstDash val="solid"/>
          </a:ln>
          <a:effectLst>
            <a:outerShdw sx="100000" sy="100000" kx="0" ky="0" algn="bl" rotWithShape="0" blurRad="127000" dist="50800" dir="8100000">
              <a:srgbClr val="000000">
                <a:alpha val="40000"/>
              </a:srgbClr>
            </a:outerShdw>
          </a:effectLst>
        </p:spPr>
      </p:sp>
      <p:sp>
        <p:nvSpPr>
          <p:cNvPr id="134" name="Shape 132"/>
          <p:cNvSpPr/>
          <p:nvPr/>
        </p:nvSpPr>
        <p:spPr>
          <a:xfrm>
            <a:off x="4681728" y="914400"/>
            <a:ext cx="4206240" cy="54864"/>
          </a:xfrm>
          <a:prstGeom prst="rect">
            <a:avLst/>
          </a:prstGeom>
          <a:solidFill>
            <a:srgbClr val="1A5FA8"/>
          </a:solidFill>
          <a:ln/>
        </p:spPr>
      </p:sp>
      <p:sp>
        <p:nvSpPr>
          <p:cNvPr id="135" name="Shape 133"/>
          <p:cNvSpPr/>
          <p:nvPr/>
        </p:nvSpPr>
        <p:spPr>
          <a:xfrm>
            <a:off x="4681728" y="914400"/>
            <a:ext cx="54864" cy="3977640"/>
          </a:xfrm>
          <a:prstGeom prst="rect">
            <a:avLst/>
          </a:prstGeom>
          <a:solidFill>
            <a:srgbClr val="1A5FA8"/>
          </a:solidFill>
          <a:ln/>
        </p:spPr>
      </p:sp>
      <p:sp>
        <p:nvSpPr>
          <p:cNvPr id="136" name="Text 134"/>
          <p:cNvSpPr/>
          <p:nvPr/>
        </p:nvSpPr>
        <p:spPr>
          <a:xfrm>
            <a:off x="4828032" y="969264"/>
            <a:ext cx="3931920" cy="420624"/>
          </a:xfrm>
          <a:prstGeom prst="rect">
            <a:avLst/>
          </a:prstGeom>
          <a:noFill/>
          <a:ln/>
        </p:spPr>
        <p:txBody>
          <a:bodyPr wrap="square" rtlCol="0" anchor="ctr"/>
          <a:lstStyle/>
          <a:p>
            <a:pPr indent="0" marL="0">
              <a:buNone/>
            </a:pPr>
            <a:r>
              <a:rPr lang="en-US" sz="1300" b="1" dirty="0">
                <a:solidFill>
                  <a:srgbClr val="1A5FA8"/>
                </a:solidFill>
                <a:latin typeface="Georgia" pitchFamily="34" charset="0"/>
                <a:ea typeface="Georgia" pitchFamily="34" charset="-122"/>
                <a:cs typeface="Georgia" pitchFamily="34" charset="-120"/>
              </a:rPr>
              <a:t>💧  COMPRESSEUR SANS HUILE</a:t>
            </a:r>
            <a:endParaRPr lang="en-US" sz="1300" dirty="0"/>
          </a:p>
        </p:txBody>
      </p:sp>
      <p:sp>
        <p:nvSpPr>
          <p:cNvPr id="137" name="Shape 135"/>
          <p:cNvSpPr/>
          <p:nvPr/>
        </p:nvSpPr>
        <p:spPr>
          <a:xfrm rot="2700000">
            <a:off x="13716" y="1426464"/>
            <a:ext cx="82296" cy="82296"/>
          </a:xfrm>
          <a:prstGeom prst="rect">
            <a:avLst/>
          </a:prstGeom>
          <a:solidFill>
            <a:srgbClr val="1A5FA8">
              <a:alpha val="22000"/>
            </a:srgbClr>
          </a:solidFill>
          <a:ln w="12700">
            <a:solidFill>
              <a:srgbClr val="1A5FA8"/>
            </a:solidFill>
            <a:prstDash val="solid"/>
          </a:ln>
        </p:spPr>
      </p:sp>
      <p:sp>
        <p:nvSpPr>
          <p:cNvPr id="138" name="Shape 136"/>
          <p:cNvSpPr/>
          <p:nvPr/>
        </p:nvSpPr>
        <p:spPr>
          <a:xfrm rot="2700000">
            <a:off x="137160" y="1426464"/>
            <a:ext cx="82296" cy="82296"/>
          </a:xfrm>
          <a:prstGeom prst="rect">
            <a:avLst/>
          </a:prstGeom>
          <a:solidFill>
            <a:srgbClr val="1A5FA8">
              <a:alpha val="22000"/>
            </a:srgbClr>
          </a:solidFill>
          <a:ln w="12700">
            <a:solidFill>
              <a:srgbClr val="1A5FA8"/>
            </a:solidFill>
            <a:prstDash val="solid"/>
          </a:ln>
        </p:spPr>
      </p:sp>
      <p:sp>
        <p:nvSpPr>
          <p:cNvPr id="139" name="Shape 137"/>
          <p:cNvSpPr/>
          <p:nvPr/>
        </p:nvSpPr>
        <p:spPr>
          <a:xfrm rot="2700000">
            <a:off x="260604" y="1426464"/>
            <a:ext cx="82296" cy="82296"/>
          </a:xfrm>
          <a:prstGeom prst="rect">
            <a:avLst/>
          </a:prstGeom>
          <a:solidFill>
            <a:srgbClr val="1A5FA8">
              <a:alpha val="22000"/>
            </a:srgbClr>
          </a:solidFill>
          <a:ln w="12700">
            <a:solidFill>
              <a:srgbClr val="1A5FA8"/>
            </a:solidFill>
            <a:prstDash val="solid"/>
          </a:ln>
        </p:spPr>
      </p:sp>
      <p:sp>
        <p:nvSpPr>
          <p:cNvPr id="140" name="Shape 138"/>
          <p:cNvSpPr/>
          <p:nvPr/>
        </p:nvSpPr>
        <p:spPr>
          <a:xfrm rot="2700000">
            <a:off x="384048" y="1426464"/>
            <a:ext cx="82296" cy="82296"/>
          </a:xfrm>
          <a:prstGeom prst="rect">
            <a:avLst/>
          </a:prstGeom>
          <a:solidFill>
            <a:srgbClr val="1A5FA8">
              <a:alpha val="22000"/>
            </a:srgbClr>
          </a:solidFill>
          <a:ln w="12700">
            <a:solidFill>
              <a:srgbClr val="1A5FA8"/>
            </a:solidFill>
            <a:prstDash val="solid"/>
          </a:ln>
        </p:spPr>
      </p:sp>
      <p:sp>
        <p:nvSpPr>
          <p:cNvPr id="141" name="Shape 139"/>
          <p:cNvSpPr/>
          <p:nvPr/>
        </p:nvSpPr>
        <p:spPr>
          <a:xfrm rot="2700000">
            <a:off x="507492" y="1426464"/>
            <a:ext cx="82296" cy="82296"/>
          </a:xfrm>
          <a:prstGeom prst="rect">
            <a:avLst/>
          </a:prstGeom>
          <a:solidFill>
            <a:srgbClr val="1A5FA8">
              <a:alpha val="22000"/>
            </a:srgbClr>
          </a:solidFill>
          <a:ln w="12700">
            <a:solidFill>
              <a:srgbClr val="1A5FA8"/>
            </a:solidFill>
            <a:prstDash val="solid"/>
          </a:ln>
        </p:spPr>
      </p:sp>
      <p:sp>
        <p:nvSpPr>
          <p:cNvPr id="142" name="Shape 140"/>
          <p:cNvSpPr/>
          <p:nvPr/>
        </p:nvSpPr>
        <p:spPr>
          <a:xfrm rot="2700000">
            <a:off x="630936" y="1426464"/>
            <a:ext cx="82296" cy="82296"/>
          </a:xfrm>
          <a:prstGeom prst="rect">
            <a:avLst/>
          </a:prstGeom>
          <a:solidFill>
            <a:srgbClr val="1A5FA8">
              <a:alpha val="22000"/>
            </a:srgbClr>
          </a:solidFill>
          <a:ln w="12700">
            <a:solidFill>
              <a:srgbClr val="1A5FA8"/>
            </a:solidFill>
            <a:prstDash val="solid"/>
          </a:ln>
        </p:spPr>
      </p:sp>
      <p:sp>
        <p:nvSpPr>
          <p:cNvPr id="143" name="Shape 141"/>
          <p:cNvSpPr/>
          <p:nvPr/>
        </p:nvSpPr>
        <p:spPr>
          <a:xfrm rot="2700000">
            <a:off x="754380" y="1426464"/>
            <a:ext cx="82296" cy="82296"/>
          </a:xfrm>
          <a:prstGeom prst="rect">
            <a:avLst/>
          </a:prstGeom>
          <a:solidFill>
            <a:srgbClr val="1A5FA8">
              <a:alpha val="22000"/>
            </a:srgbClr>
          </a:solidFill>
          <a:ln w="12700">
            <a:solidFill>
              <a:srgbClr val="1A5FA8"/>
            </a:solidFill>
            <a:prstDash val="solid"/>
          </a:ln>
        </p:spPr>
      </p:sp>
      <p:sp>
        <p:nvSpPr>
          <p:cNvPr id="144" name="Shape 142"/>
          <p:cNvSpPr/>
          <p:nvPr/>
        </p:nvSpPr>
        <p:spPr>
          <a:xfrm rot="2700000">
            <a:off x="877824" y="1426464"/>
            <a:ext cx="82296" cy="82296"/>
          </a:xfrm>
          <a:prstGeom prst="rect">
            <a:avLst/>
          </a:prstGeom>
          <a:solidFill>
            <a:srgbClr val="1A5FA8">
              <a:alpha val="22000"/>
            </a:srgbClr>
          </a:solidFill>
          <a:ln w="12700">
            <a:solidFill>
              <a:srgbClr val="1A5FA8"/>
            </a:solidFill>
            <a:prstDash val="solid"/>
          </a:ln>
        </p:spPr>
      </p:sp>
      <p:sp>
        <p:nvSpPr>
          <p:cNvPr id="145" name="Shape 143"/>
          <p:cNvSpPr/>
          <p:nvPr/>
        </p:nvSpPr>
        <p:spPr>
          <a:xfrm rot="2700000">
            <a:off x="1001268" y="1426464"/>
            <a:ext cx="82296" cy="82296"/>
          </a:xfrm>
          <a:prstGeom prst="rect">
            <a:avLst/>
          </a:prstGeom>
          <a:solidFill>
            <a:srgbClr val="1A5FA8">
              <a:alpha val="22000"/>
            </a:srgbClr>
          </a:solidFill>
          <a:ln w="12700">
            <a:solidFill>
              <a:srgbClr val="1A5FA8"/>
            </a:solidFill>
            <a:prstDash val="solid"/>
          </a:ln>
        </p:spPr>
      </p:sp>
      <p:sp>
        <p:nvSpPr>
          <p:cNvPr id="146" name="Shape 144"/>
          <p:cNvSpPr/>
          <p:nvPr/>
        </p:nvSpPr>
        <p:spPr>
          <a:xfrm rot="2700000">
            <a:off x="1124712" y="1426464"/>
            <a:ext cx="82296" cy="82296"/>
          </a:xfrm>
          <a:prstGeom prst="rect">
            <a:avLst/>
          </a:prstGeom>
          <a:solidFill>
            <a:srgbClr val="1A5FA8">
              <a:alpha val="22000"/>
            </a:srgbClr>
          </a:solidFill>
          <a:ln w="12700">
            <a:solidFill>
              <a:srgbClr val="1A5FA8"/>
            </a:solidFill>
            <a:prstDash val="solid"/>
          </a:ln>
        </p:spPr>
      </p:sp>
      <p:sp>
        <p:nvSpPr>
          <p:cNvPr id="147" name="Shape 145"/>
          <p:cNvSpPr/>
          <p:nvPr/>
        </p:nvSpPr>
        <p:spPr>
          <a:xfrm rot="2700000">
            <a:off x="1248156" y="1426464"/>
            <a:ext cx="82296" cy="82296"/>
          </a:xfrm>
          <a:prstGeom prst="rect">
            <a:avLst/>
          </a:prstGeom>
          <a:solidFill>
            <a:srgbClr val="1A5FA8">
              <a:alpha val="22000"/>
            </a:srgbClr>
          </a:solidFill>
          <a:ln w="12700">
            <a:solidFill>
              <a:srgbClr val="1A5FA8"/>
            </a:solidFill>
            <a:prstDash val="solid"/>
          </a:ln>
        </p:spPr>
      </p:sp>
      <p:sp>
        <p:nvSpPr>
          <p:cNvPr id="148" name="Shape 146"/>
          <p:cNvSpPr/>
          <p:nvPr/>
        </p:nvSpPr>
        <p:spPr>
          <a:xfrm rot="2700000">
            <a:off x="1371600" y="1426464"/>
            <a:ext cx="82296" cy="82296"/>
          </a:xfrm>
          <a:prstGeom prst="rect">
            <a:avLst/>
          </a:prstGeom>
          <a:solidFill>
            <a:srgbClr val="1A5FA8">
              <a:alpha val="22000"/>
            </a:srgbClr>
          </a:solidFill>
          <a:ln w="12700">
            <a:solidFill>
              <a:srgbClr val="1A5FA8"/>
            </a:solidFill>
            <a:prstDash val="solid"/>
          </a:ln>
        </p:spPr>
      </p:sp>
      <p:sp>
        <p:nvSpPr>
          <p:cNvPr id="149" name="Shape 147"/>
          <p:cNvSpPr/>
          <p:nvPr/>
        </p:nvSpPr>
        <p:spPr>
          <a:xfrm rot="2700000">
            <a:off x="1495044" y="1426464"/>
            <a:ext cx="82296" cy="82296"/>
          </a:xfrm>
          <a:prstGeom prst="rect">
            <a:avLst/>
          </a:prstGeom>
          <a:solidFill>
            <a:srgbClr val="1A5FA8">
              <a:alpha val="22000"/>
            </a:srgbClr>
          </a:solidFill>
          <a:ln w="12700">
            <a:solidFill>
              <a:srgbClr val="1A5FA8"/>
            </a:solidFill>
            <a:prstDash val="solid"/>
          </a:ln>
        </p:spPr>
      </p:sp>
      <p:sp>
        <p:nvSpPr>
          <p:cNvPr id="150" name="Shape 148"/>
          <p:cNvSpPr/>
          <p:nvPr/>
        </p:nvSpPr>
        <p:spPr>
          <a:xfrm rot="2700000">
            <a:off x="1618488" y="1426464"/>
            <a:ext cx="82296" cy="82296"/>
          </a:xfrm>
          <a:prstGeom prst="rect">
            <a:avLst/>
          </a:prstGeom>
          <a:solidFill>
            <a:srgbClr val="1A5FA8">
              <a:alpha val="22000"/>
            </a:srgbClr>
          </a:solidFill>
          <a:ln w="12700">
            <a:solidFill>
              <a:srgbClr val="1A5FA8"/>
            </a:solidFill>
            <a:prstDash val="solid"/>
          </a:ln>
        </p:spPr>
      </p:sp>
      <p:sp>
        <p:nvSpPr>
          <p:cNvPr id="151" name="Shape 149"/>
          <p:cNvSpPr/>
          <p:nvPr/>
        </p:nvSpPr>
        <p:spPr>
          <a:xfrm rot="2700000">
            <a:off x="1741932" y="1426464"/>
            <a:ext cx="82296" cy="82296"/>
          </a:xfrm>
          <a:prstGeom prst="rect">
            <a:avLst/>
          </a:prstGeom>
          <a:solidFill>
            <a:srgbClr val="1A5FA8">
              <a:alpha val="22000"/>
            </a:srgbClr>
          </a:solidFill>
          <a:ln w="12700">
            <a:solidFill>
              <a:srgbClr val="1A5FA8"/>
            </a:solidFill>
            <a:prstDash val="solid"/>
          </a:ln>
        </p:spPr>
      </p:sp>
      <p:sp>
        <p:nvSpPr>
          <p:cNvPr id="152" name="Shape 150"/>
          <p:cNvSpPr/>
          <p:nvPr/>
        </p:nvSpPr>
        <p:spPr>
          <a:xfrm rot="2700000">
            <a:off x="1865376" y="1426464"/>
            <a:ext cx="82296" cy="82296"/>
          </a:xfrm>
          <a:prstGeom prst="rect">
            <a:avLst/>
          </a:prstGeom>
          <a:solidFill>
            <a:srgbClr val="1A5FA8">
              <a:alpha val="22000"/>
            </a:srgbClr>
          </a:solidFill>
          <a:ln w="12700">
            <a:solidFill>
              <a:srgbClr val="1A5FA8"/>
            </a:solidFill>
            <a:prstDash val="solid"/>
          </a:ln>
        </p:spPr>
      </p:sp>
      <p:sp>
        <p:nvSpPr>
          <p:cNvPr id="153" name="Shape 151"/>
          <p:cNvSpPr/>
          <p:nvPr/>
        </p:nvSpPr>
        <p:spPr>
          <a:xfrm rot="2700000">
            <a:off x="1988820" y="1426464"/>
            <a:ext cx="82296" cy="82296"/>
          </a:xfrm>
          <a:prstGeom prst="rect">
            <a:avLst/>
          </a:prstGeom>
          <a:solidFill>
            <a:srgbClr val="1A5FA8">
              <a:alpha val="22000"/>
            </a:srgbClr>
          </a:solidFill>
          <a:ln w="12700">
            <a:solidFill>
              <a:srgbClr val="1A5FA8"/>
            </a:solidFill>
            <a:prstDash val="solid"/>
          </a:ln>
        </p:spPr>
      </p:sp>
      <p:sp>
        <p:nvSpPr>
          <p:cNvPr id="154" name="Shape 152"/>
          <p:cNvSpPr/>
          <p:nvPr/>
        </p:nvSpPr>
        <p:spPr>
          <a:xfrm rot="2700000">
            <a:off x="2112264" y="1426464"/>
            <a:ext cx="82296" cy="82296"/>
          </a:xfrm>
          <a:prstGeom prst="rect">
            <a:avLst/>
          </a:prstGeom>
          <a:solidFill>
            <a:srgbClr val="1A5FA8">
              <a:alpha val="22000"/>
            </a:srgbClr>
          </a:solidFill>
          <a:ln w="12700">
            <a:solidFill>
              <a:srgbClr val="1A5FA8"/>
            </a:solidFill>
            <a:prstDash val="solid"/>
          </a:ln>
        </p:spPr>
      </p:sp>
      <p:sp>
        <p:nvSpPr>
          <p:cNvPr id="155" name="Shape 153"/>
          <p:cNvSpPr/>
          <p:nvPr/>
        </p:nvSpPr>
        <p:spPr>
          <a:xfrm rot="2700000">
            <a:off x="2235708" y="1426464"/>
            <a:ext cx="82296" cy="82296"/>
          </a:xfrm>
          <a:prstGeom prst="rect">
            <a:avLst/>
          </a:prstGeom>
          <a:solidFill>
            <a:srgbClr val="1A5FA8">
              <a:alpha val="22000"/>
            </a:srgbClr>
          </a:solidFill>
          <a:ln w="12700">
            <a:solidFill>
              <a:srgbClr val="1A5FA8"/>
            </a:solidFill>
            <a:prstDash val="solid"/>
          </a:ln>
        </p:spPr>
      </p:sp>
      <p:sp>
        <p:nvSpPr>
          <p:cNvPr id="156" name="Shape 154"/>
          <p:cNvSpPr/>
          <p:nvPr/>
        </p:nvSpPr>
        <p:spPr>
          <a:xfrm rot="2700000">
            <a:off x="2359152" y="1426464"/>
            <a:ext cx="82296" cy="82296"/>
          </a:xfrm>
          <a:prstGeom prst="rect">
            <a:avLst/>
          </a:prstGeom>
          <a:solidFill>
            <a:srgbClr val="1A5FA8">
              <a:alpha val="22000"/>
            </a:srgbClr>
          </a:solidFill>
          <a:ln w="12700">
            <a:solidFill>
              <a:srgbClr val="1A5FA8"/>
            </a:solidFill>
            <a:prstDash val="solid"/>
          </a:ln>
        </p:spPr>
      </p:sp>
      <p:sp>
        <p:nvSpPr>
          <p:cNvPr id="157" name="Shape 155"/>
          <p:cNvSpPr/>
          <p:nvPr/>
        </p:nvSpPr>
        <p:spPr>
          <a:xfrm rot="2700000">
            <a:off x="2482596" y="1426464"/>
            <a:ext cx="82296" cy="82296"/>
          </a:xfrm>
          <a:prstGeom prst="rect">
            <a:avLst/>
          </a:prstGeom>
          <a:solidFill>
            <a:srgbClr val="1A5FA8">
              <a:alpha val="22000"/>
            </a:srgbClr>
          </a:solidFill>
          <a:ln w="12700">
            <a:solidFill>
              <a:srgbClr val="1A5FA8"/>
            </a:solidFill>
            <a:prstDash val="solid"/>
          </a:ln>
        </p:spPr>
      </p:sp>
      <p:sp>
        <p:nvSpPr>
          <p:cNvPr id="158" name="Shape 156"/>
          <p:cNvSpPr/>
          <p:nvPr/>
        </p:nvSpPr>
        <p:spPr>
          <a:xfrm rot="2700000">
            <a:off x="2606040" y="1426464"/>
            <a:ext cx="82296" cy="82296"/>
          </a:xfrm>
          <a:prstGeom prst="rect">
            <a:avLst/>
          </a:prstGeom>
          <a:solidFill>
            <a:srgbClr val="1A5FA8">
              <a:alpha val="22000"/>
            </a:srgbClr>
          </a:solidFill>
          <a:ln w="12700">
            <a:solidFill>
              <a:srgbClr val="1A5FA8"/>
            </a:solidFill>
            <a:prstDash val="solid"/>
          </a:ln>
        </p:spPr>
      </p:sp>
      <p:sp>
        <p:nvSpPr>
          <p:cNvPr id="159" name="Shape 157"/>
          <p:cNvSpPr/>
          <p:nvPr/>
        </p:nvSpPr>
        <p:spPr>
          <a:xfrm rot="2700000">
            <a:off x="2729484" y="1426464"/>
            <a:ext cx="82296" cy="82296"/>
          </a:xfrm>
          <a:prstGeom prst="rect">
            <a:avLst/>
          </a:prstGeom>
          <a:solidFill>
            <a:srgbClr val="1A5FA8">
              <a:alpha val="22000"/>
            </a:srgbClr>
          </a:solidFill>
          <a:ln w="12700">
            <a:solidFill>
              <a:srgbClr val="1A5FA8"/>
            </a:solidFill>
            <a:prstDash val="solid"/>
          </a:ln>
        </p:spPr>
      </p:sp>
      <p:sp>
        <p:nvSpPr>
          <p:cNvPr id="160" name="Shape 158"/>
          <p:cNvSpPr/>
          <p:nvPr/>
        </p:nvSpPr>
        <p:spPr>
          <a:xfrm rot="2700000">
            <a:off x="2852928" y="1426464"/>
            <a:ext cx="82296" cy="82296"/>
          </a:xfrm>
          <a:prstGeom prst="rect">
            <a:avLst/>
          </a:prstGeom>
          <a:solidFill>
            <a:srgbClr val="1A5FA8">
              <a:alpha val="22000"/>
            </a:srgbClr>
          </a:solidFill>
          <a:ln w="12700">
            <a:solidFill>
              <a:srgbClr val="1A5FA8"/>
            </a:solidFill>
            <a:prstDash val="solid"/>
          </a:ln>
        </p:spPr>
      </p:sp>
      <p:sp>
        <p:nvSpPr>
          <p:cNvPr id="161" name="Shape 159"/>
          <p:cNvSpPr/>
          <p:nvPr/>
        </p:nvSpPr>
        <p:spPr>
          <a:xfrm rot="2700000">
            <a:off x="2976372" y="1426464"/>
            <a:ext cx="82296" cy="82296"/>
          </a:xfrm>
          <a:prstGeom prst="rect">
            <a:avLst/>
          </a:prstGeom>
          <a:solidFill>
            <a:srgbClr val="1A5FA8">
              <a:alpha val="22000"/>
            </a:srgbClr>
          </a:solidFill>
          <a:ln w="12700">
            <a:solidFill>
              <a:srgbClr val="1A5FA8"/>
            </a:solidFill>
            <a:prstDash val="solid"/>
          </a:ln>
        </p:spPr>
      </p:sp>
      <p:sp>
        <p:nvSpPr>
          <p:cNvPr id="162" name="Shape 160"/>
          <p:cNvSpPr/>
          <p:nvPr/>
        </p:nvSpPr>
        <p:spPr>
          <a:xfrm rot="2700000">
            <a:off x="3099816" y="1426464"/>
            <a:ext cx="82296" cy="82296"/>
          </a:xfrm>
          <a:prstGeom prst="rect">
            <a:avLst/>
          </a:prstGeom>
          <a:solidFill>
            <a:srgbClr val="1A5FA8">
              <a:alpha val="22000"/>
            </a:srgbClr>
          </a:solidFill>
          <a:ln w="12700">
            <a:solidFill>
              <a:srgbClr val="1A5FA8"/>
            </a:solidFill>
            <a:prstDash val="solid"/>
          </a:ln>
        </p:spPr>
      </p:sp>
      <p:sp>
        <p:nvSpPr>
          <p:cNvPr id="163" name="Shape 161"/>
          <p:cNvSpPr/>
          <p:nvPr/>
        </p:nvSpPr>
        <p:spPr>
          <a:xfrm rot="2700000">
            <a:off x="3223260" y="1426464"/>
            <a:ext cx="82296" cy="82296"/>
          </a:xfrm>
          <a:prstGeom prst="rect">
            <a:avLst/>
          </a:prstGeom>
          <a:solidFill>
            <a:srgbClr val="1A5FA8">
              <a:alpha val="22000"/>
            </a:srgbClr>
          </a:solidFill>
          <a:ln w="12700">
            <a:solidFill>
              <a:srgbClr val="1A5FA8"/>
            </a:solidFill>
            <a:prstDash val="solid"/>
          </a:ln>
        </p:spPr>
      </p:sp>
      <p:sp>
        <p:nvSpPr>
          <p:cNvPr id="164" name="Shape 162"/>
          <p:cNvSpPr/>
          <p:nvPr/>
        </p:nvSpPr>
        <p:spPr>
          <a:xfrm rot="2700000">
            <a:off x="3346704" y="1426464"/>
            <a:ext cx="82296" cy="82296"/>
          </a:xfrm>
          <a:prstGeom prst="rect">
            <a:avLst/>
          </a:prstGeom>
          <a:solidFill>
            <a:srgbClr val="1A5FA8">
              <a:alpha val="22000"/>
            </a:srgbClr>
          </a:solidFill>
          <a:ln w="12700">
            <a:solidFill>
              <a:srgbClr val="1A5FA8"/>
            </a:solidFill>
            <a:prstDash val="solid"/>
          </a:ln>
        </p:spPr>
      </p:sp>
      <p:sp>
        <p:nvSpPr>
          <p:cNvPr id="165" name="Shape 163"/>
          <p:cNvSpPr/>
          <p:nvPr/>
        </p:nvSpPr>
        <p:spPr>
          <a:xfrm rot="2700000">
            <a:off x="3470148" y="1426464"/>
            <a:ext cx="82296" cy="82296"/>
          </a:xfrm>
          <a:prstGeom prst="rect">
            <a:avLst/>
          </a:prstGeom>
          <a:solidFill>
            <a:srgbClr val="1A5FA8">
              <a:alpha val="22000"/>
            </a:srgbClr>
          </a:solidFill>
          <a:ln w="12700">
            <a:solidFill>
              <a:srgbClr val="1A5FA8"/>
            </a:solidFill>
            <a:prstDash val="solid"/>
          </a:ln>
        </p:spPr>
      </p:sp>
      <p:sp>
        <p:nvSpPr>
          <p:cNvPr id="166" name="Shape 164"/>
          <p:cNvSpPr/>
          <p:nvPr/>
        </p:nvSpPr>
        <p:spPr>
          <a:xfrm rot="2700000">
            <a:off x="3593592" y="1426464"/>
            <a:ext cx="82296" cy="82296"/>
          </a:xfrm>
          <a:prstGeom prst="rect">
            <a:avLst/>
          </a:prstGeom>
          <a:solidFill>
            <a:srgbClr val="1A5FA8">
              <a:alpha val="22000"/>
            </a:srgbClr>
          </a:solidFill>
          <a:ln w="12700">
            <a:solidFill>
              <a:srgbClr val="1A5FA8"/>
            </a:solidFill>
            <a:prstDash val="solid"/>
          </a:ln>
        </p:spPr>
      </p:sp>
      <p:sp>
        <p:nvSpPr>
          <p:cNvPr id="167" name="Shape 165"/>
          <p:cNvSpPr/>
          <p:nvPr/>
        </p:nvSpPr>
        <p:spPr>
          <a:xfrm rot="2700000">
            <a:off x="3717036" y="1426464"/>
            <a:ext cx="82296" cy="82296"/>
          </a:xfrm>
          <a:prstGeom prst="rect">
            <a:avLst/>
          </a:prstGeom>
          <a:solidFill>
            <a:srgbClr val="1A5FA8">
              <a:alpha val="22000"/>
            </a:srgbClr>
          </a:solidFill>
          <a:ln w="12700">
            <a:solidFill>
              <a:srgbClr val="1A5FA8"/>
            </a:solidFill>
            <a:prstDash val="solid"/>
          </a:ln>
        </p:spPr>
      </p:sp>
      <p:sp>
        <p:nvSpPr>
          <p:cNvPr id="168" name="Shape 166"/>
          <p:cNvSpPr/>
          <p:nvPr/>
        </p:nvSpPr>
        <p:spPr>
          <a:xfrm rot="2700000">
            <a:off x="3840480" y="1426464"/>
            <a:ext cx="82296" cy="82296"/>
          </a:xfrm>
          <a:prstGeom prst="rect">
            <a:avLst/>
          </a:prstGeom>
          <a:solidFill>
            <a:srgbClr val="1A5FA8">
              <a:alpha val="22000"/>
            </a:srgbClr>
          </a:solidFill>
          <a:ln w="12700">
            <a:solidFill>
              <a:srgbClr val="1A5FA8"/>
            </a:solidFill>
            <a:prstDash val="solid"/>
          </a:ln>
        </p:spPr>
      </p:sp>
      <p:sp>
        <p:nvSpPr>
          <p:cNvPr id="169" name="Shape 167"/>
          <p:cNvSpPr/>
          <p:nvPr/>
        </p:nvSpPr>
        <p:spPr>
          <a:xfrm rot="2700000">
            <a:off x="3963924" y="1426464"/>
            <a:ext cx="82296" cy="82296"/>
          </a:xfrm>
          <a:prstGeom prst="rect">
            <a:avLst/>
          </a:prstGeom>
          <a:solidFill>
            <a:srgbClr val="1A5FA8">
              <a:alpha val="22000"/>
            </a:srgbClr>
          </a:solidFill>
          <a:ln w="12700">
            <a:solidFill>
              <a:srgbClr val="1A5FA8"/>
            </a:solidFill>
            <a:prstDash val="solid"/>
          </a:ln>
        </p:spPr>
      </p:sp>
      <p:sp>
        <p:nvSpPr>
          <p:cNvPr id="170" name="Shape 168"/>
          <p:cNvSpPr/>
          <p:nvPr/>
        </p:nvSpPr>
        <p:spPr>
          <a:xfrm rot="2700000">
            <a:off x="4087368" y="1426464"/>
            <a:ext cx="82296" cy="82296"/>
          </a:xfrm>
          <a:prstGeom prst="rect">
            <a:avLst/>
          </a:prstGeom>
          <a:solidFill>
            <a:srgbClr val="1A5FA8">
              <a:alpha val="22000"/>
            </a:srgbClr>
          </a:solidFill>
          <a:ln w="12700">
            <a:solidFill>
              <a:srgbClr val="1A5FA8"/>
            </a:solidFill>
            <a:prstDash val="solid"/>
          </a:ln>
        </p:spPr>
      </p:sp>
      <p:sp>
        <p:nvSpPr>
          <p:cNvPr id="171" name="Text 169"/>
          <p:cNvSpPr/>
          <p:nvPr/>
        </p:nvSpPr>
        <p:spPr>
          <a:xfrm>
            <a:off x="4828032" y="1536192"/>
            <a:ext cx="3977640" cy="256032"/>
          </a:xfrm>
          <a:prstGeom prst="rect">
            <a:avLst/>
          </a:prstGeom>
          <a:noFill/>
          <a:ln/>
        </p:spPr>
        <p:txBody>
          <a:bodyPr wrap="square" rtlCol="0" anchor="ctr"/>
          <a:lstStyle/>
          <a:p>
            <a:pPr indent="0" marL="0">
              <a:buNone/>
            </a:pPr>
            <a:r>
              <a:rPr lang="en-US" sz="1000" b="1" dirty="0">
                <a:solidFill>
                  <a:srgbClr val="1A5FA8"/>
                </a:solidFill>
                <a:latin typeface="Calibri" pitchFamily="34" charset="0"/>
                <a:ea typeface="Calibri" pitchFamily="34" charset="-122"/>
                <a:cs typeface="Calibri" pitchFamily="34" charset="-120"/>
              </a:rPr>
              <a:t>Principe</a:t>
            </a:r>
            <a:endParaRPr lang="en-US" sz="1000" dirty="0"/>
          </a:p>
        </p:txBody>
      </p:sp>
      <p:sp>
        <p:nvSpPr>
          <p:cNvPr id="172" name="Text 170"/>
          <p:cNvSpPr/>
          <p:nvPr/>
        </p:nvSpPr>
        <p:spPr>
          <a:xfrm>
            <a:off x="4828032" y="1783080"/>
            <a:ext cx="3977640" cy="402336"/>
          </a:xfrm>
          <a:prstGeom prst="rect">
            <a:avLst/>
          </a:prstGeom>
          <a:noFill/>
          <a:ln/>
        </p:spPr>
        <p:txBody>
          <a:bodyPr wrap="square" rtlCol="0" anchor="ctr"/>
          <a:lstStyle/>
          <a:p>
            <a:pPr indent="0" marL="0">
              <a:buNone/>
            </a:pPr>
            <a:r>
              <a:rPr lang="en-US" sz="950" dirty="0">
                <a:solidFill>
                  <a:srgbClr val="EDE0C8"/>
                </a:solidFill>
                <a:latin typeface="Calibri" pitchFamily="34" charset="0"/>
                <a:ea typeface="Calibri" pitchFamily="34" charset="-122"/>
                <a:cs typeface="Calibri" pitchFamily="34" charset="-120"/>
              </a:rPr>
              <a:t>Aucune huile dans la chambre de compression. Les rotors/pistons sont recouverts de revêtements spéciaux (PTFE, Téflon) assurant l'étanchéité à sec.</a:t>
            </a:r>
            <a:endParaRPr lang="en-US" sz="950" dirty="0"/>
          </a:p>
        </p:txBody>
      </p:sp>
      <p:sp>
        <p:nvSpPr>
          <p:cNvPr id="173" name="Text 171"/>
          <p:cNvSpPr/>
          <p:nvPr/>
        </p:nvSpPr>
        <p:spPr>
          <a:xfrm>
            <a:off x="4828032" y="2212848"/>
            <a:ext cx="3977640" cy="256032"/>
          </a:xfrm>
          <a:prstGeom prst="rect">
            <a:avLst/>
          </a:prstGeom>
          <a:noFill/>
          <a:ln/>
        </p:spPr>
        <p:txBody>
          <a:bodyPr wrap="square" rtlCol="0" anchor="ctr"/>
          <a:lstStyle/>
          <a:p>
            <a:pPr indent="0" marL="0">
              <a:buNone/>
            </a:pPr>
            <a:r>
              <a:rPr lang="en-US" sz="1000" b="1" dirty="0">
                <a:solidFill>
                  <a:srgbClr val="1A5FA8"/>
                </a:solidFill>
                <a:latin typeface="Calibri" pitchFamily="34" charset="0"/>
                <a:ea typeface="Calibri" pitchFamily="34" charset="-122"/>
                <a:cs typeface="Calibri" pitchFamily="34" charset="-120"/>
              </a:rPr>
              <a:t>Circuit d'air</a:t>
            </a:r>
            <a:endParaRPr lang="en-US" sz="1000" dirty="0"/>
          </a:p>
        </p:txBody>
      </p:sp>
      <p:sp>
        <p:nvSpPr>
          <p:cNvPr id="174" name="Text 172"/>
          <p:cNvSpPr/>
          <p:nvPr/>
        </p:nvSpPr>
        <p:spPr>
          <a:xfrm>
            <a:off x="4828032" y="2459736"/>
            <a:ext cx="3977640" cy="402336"/>
          </a:xfrm>
          <a:prstGeom prst="rect">
            <a:avLst/>
          </a:prstGeom>
          <a:noFill/>
          <a:ln/>
        </p:spPr>
        <p:txBody>
          <a:bodyPr wrap="square" rtlCol="0" anchor="ctr"/>
          <a:lstStyle/>
          <a:p>
            <a:pPr indent="0" marL="0">
              <a:buNone/>
            </a:pPr>
            <a:r>
              <a:rPr lang="en-US" sz="950" dirty="0">
                <a:solidFill>
                  <a:srgbClr val="EDE0C8"/>
                </a:solidFill>
                <a:latin typeface="Calibri" pitchFamily="34" charset="0"/>
                <a:ea typeface="Calibri" pitchFamily="34" charset="-122"/>
                <a:cs typeface="Calibri" pitchFamily="34" charset="-120"/>
              </a:rPr>
              <a:t>L'air comprimé ne traverse jamais d'huile. La chaleur est dissipée par refroidissement eau ou air entre étages de compression.</a:t>
            </a:r>
            <a:endParaRPr lang="en-US" sz="950" dirty="0"/>
          </a:p>
        </p:txBody>
      </p:sp>
      <p:sp>
        <p:nvSpPr>
          <p:cNvPr id="175" name="Text 173"/>
          <p:cNvSpPr/>
          <p:nvPr/>
        </p:nvSpPr>
        <p:spPr>
          <a:xfrm>
            <a:off x="4828032" y="2889504"/>
            <a:ext cx="3977640" cy="256032"/>
          </a:xfrm>
          <a:prstGeom prst="rect">
            <a:avLst/>
          </a:prstGeom>
          <a:noFill/>
          <a:ln/>
        </p:spPr>
        <p:txBody>
          <a:bodyPr wrap="square" rtlCol="0" anchor="ctr"/>
          <a:lstStyle/>
          <a:p>
            <a:pPr indent="0" marL="0">
              <a:buNone/>
            </a:pPr>
            <a:r>
              <a:rPr lang="en-US" sz="1000" b="1" dirty="0">
                <a:solidFill>
                  <a:srgbClr val="1A5FA8"/>
                </a:solidFill>
                <a:latin typeface="Calibri" pitchFamily="34" charset="0"/>
                <a:ea typeface="Calibri" pitchFamily="34" charset="-122"/>
                <a:cs typeface="Calibri" pitchFamily="34" charset="-120"/>
              </a:rPr>
              <a:t>Qualité d'air produit</a:t>
            </a:r>
            <a:endParaRPr lang="en-US" sz="1000" dirty="0"/>
          </a:p>
        </p:txBody>
      </p:sp>
      <p:sp>
        <p:nvSpPr>
          <p:cNvPr id="176" name="Text 174"/>
          <p:cNvSpPr/>
          <p:nvPr/>
        </p:nvSpPr>
        <p:spPr>
          <a:xfrm>
            <a:off x="4828032" y="3136392"/>
            <a:ext cx="3977640" cy="402336"/>
          </a:xfrm>
          <a:prstGeom prst="rect">
            <a:avLst/>
          </a:prstGeom>
          <a:noFill/>
          <a:ln/>
        </p:spPr>
        <p:txBody>
          <a:bodyPr wrap="square" rtlCol="0" anchor="ctr"/>
          <a:lstStyle/>
          <a:p>
            <a:pPr indent="0" marL="0">
              <a:buNone/>
            </a:pPr>
            <a:r>
              <a:rPr lang="en-US" sz="950" dirty="0">
                <a:solidFill>
                  <a:srgbClr val="EDE0C8"/>
                </a:solidFill>
                <a:latin typeface="Calibri" pitchFamily="34" charset="0"/>
                <a:ea typeface="Calibri" pitchFamily="34" charset="-122"/>
                <a:cs typeface="Calibri" pitchFamily="34" charset="-120"/>
              </a:rPr>
              <a:t>Air naturellement exempt d'huile — classe ISO 8573-1 Classe 0 possible. Pas besoin de coalesceur côté huile.</a:t>
            </a:r>
            <a:endParaRPr lang="en-US" sz="950" dirty="0"/>
          </a:p>
        </p:txBody>
      </p:sp>
      <p:sp>
        <p:nvSpPr>
          <p:cNvPr id="177" name="Text 175"/>
          <p:cNvSpPr/>
          <p:nvPr/>
        </p:nvSpPr>
        <p:spPr>
          <a:xfrm>
            <a:off x="4828032" y="3566160"/>
            <a:ext cx="3977640" cy="256032"/>
          </a:xfrm>
          <a:prstGeom prst="rect">
            <a:avLst/>
          </a:prstGeom>
          <a:noFill/>
          <a:ln/>
        </p:spPr>
        <p:txBody>
          <a:bodyPr wrap="square" rtlCol="0" anchor="ctr"/>
          <a:lstStyle/>
          <a:p>
            <a:pPr indent="0" marL="0">
              <a:buNone/>
            </a:pPr>
            <a:r>
              <a:rPr lang="en-US" sz="1000" b="1" dirty="0">
                <a:solidFill>
                  <a:srgbClr val="1A5FA8"/>
                </a:solidFill>
                <a:latin typeface="Calibri" pitchFamily="34" charset="0"/>
                <a:ea typeface="Calibri" pitchFamily="34" charset="-122"/>
                <a:cs typeface="Calibri" pitchFamily="34" charset="-120"/>
              </a:rPr>
              <a:t>Technologies courantes</a:t>
            </a:r>
            <a:endParaRPr lang="en-US" sz="1000" dirty="0"/>
          </a:p>
        </p:txBody>
      </p:sp>
      <p:sp>
        <p:nvSpPr>
          <p:cNvPr id="178" name="Text 176"/>
          <p:cNvSpPr/>
          <p:nvPr/>
        </p:nvSpPr>
        <p:spPr>
          <a:xfrm>
            <a:off x="4828032" y="3813048"/>
            <a:ext cx="3977640" cy="402336"/>
          </a:xfrm>
          <a:prstGeom prst="rect">
            <a:avLst/>
          </a:prstGeom>
          <a:noFill/>
          <a:ln/>
        </p:spPr>
        <p:txBody>
          <a:bodyPr wrap="square" rtlCol="0" anchor="ctr"/>
          <a:lstStyle/>
          <a:p>
            <a:pPr indent="0" marL="0">
              <a:buNone/>
            </a:pPr>
            <a:r>
              <a:rPr lang="en-US" sz="950" dirty="0">
                <a:solidFill>
                  <a:srgbClr val="EDE0C8"/>
                </a:solidFill>
                <a:latin typeface="Calibri" pitchFamily="34" charset="0"/>
                <a:ea typeface="Calibri" pitchFamily="34" charset="-122"/>
                <a:cs typeface="Calibri" pitchFamily="34" charset="-120"/>
              </a:rPr>
              <a:t>Vis sans huile, scroll sans huile, centrifuges, pistons membrane. Technologies certifiées ISO 8573-1 Classe 0.</a:t>
            </a:r>
            <a:endParaRPr lang="en-US" sz="950" dirty="0"/>
          </a:p>
        </p:txBody>
      </p:sp>
      <p:sp>
        <p:nvSpPr>
          <p:cNvPr id="179" name="Shape 177"/>
          <p:cNvSpPr/>
          <p:nvPr/>
        </p:nvSpPr>
        <p:spPr>
          <a:xfrm rot="2700000">
            <a:off x="13716" y="4846320"/>
            <a:ext cx="82296" cy="82296"/>
          </a:xfrm>
          <a:prstGeom prst="rect">
            <a:avLst/>
          </a:prstGeom>
          <a:solidFill>
            <a:srgbClr val="D4951A">
              <a:alpha val="15000"/>
            </a:srgbClr>
          </a:solidFill>
          <a:ln w="12700">
            <a:solidFill>
              <a:srgbClr val="D4951A"/>
            </a:solidFill>
            <a:prstDash val="solid"/>
          </a:ln>
        </p:spPr>
      </p:sp>
      <p:sp>
        <p:nvSpPr>
          <p:cNvPr id="180" name="Shape 178"/>
          <p:cNvSpPr/>
          <p:nvPr/>
        </p:nvSpPr>
        <p:spPr>
          <a:xfrm rot="2700000">
            <a:off x="137160" y="4846320"/>
            <a:ext cx="82296" cy="82296"/>
          </a:xfrm>
          <a:prstGeom prst="rect">
            <a:avLst/>
          </a:prstGeom>
          <a:solidFill>
            <a:srgbClr val="D4951A">
              <a:alpha val="15000"/>
            </a:srgbClr>
          </a:solidFill>
          <a:ln w="12700">
            <a:solidFill>
              <a:srgbClr val="D4951A"/>
            </a:solidFill>
            <a:prstDash val="solid"/>
          </a:ln>
        </p:spPr>
      </p:sp>
      <p:sp>
        <p:nvSpPr>
          <p:cNvPr id="181" name="Shape 179"/>
          <p:cNvSpPr/>
          <p:nvPr/>
        </p:nvSpPr>
        <p:spPr>
          <a:xfrm rot="2700000">
            <a:off x="260604" y="4846320"/>
            <a:ext cx="82296" cy="82296"/>
          </a:xfrm>
          <a:prstGeom prst="rect">
            <a:avLst/>
          </a:prstGeom>
          <a:solidFill>
            <a:srgbClr val="D4951A">
              <a:alpha val="15000"/>
            </a:srgbClr>
          </a:solidFill>
          <a:ln w="12700">
            <a:solidFill>
              <a:srgbClr val="D4951A"/>
            </a:solidFill>
            <a:prstDash val="solid"/>
          </a:ln>
        </p:spPr>
      </p:sp>
      <p:sp>
        <p:nvSpPr>
          <p:cNvPr id="182" name="Shape 180"/>
          <p:cNvSpPr/>
          <p:nvPr/>
        </p:nvSpPr>
        <p:spPr>
          <a:xfrm rot="2700000">
            <a:off x="384048" y="4846320"/>
            <a:ext cx="82296" cy="82296"/>
          </a:xfrm>
          <a:prstGeom prst="rect">
            <a:avLst/>
          </a:prstGeom>
          <a:solidFill>
            <a:srgbClr val="D4951A">
              <a:alpha val="15000"/>
            </a:srgbClr>
          </a:solidFill>
          <a:ln w="12700">
            <a:solidFill>
              <a:srgbClr val="D4951A"/>
            </a:solidFill>
            <a:prstDash val="solid"/>
          </a:ln>
        </p:spPr>
      </p:sp>
      <p:sp>
        <p:nvSpPr>
          <p:cNvPr id="183" name="Shape 181"/>
          <p:cNvSpPr/>
          <p:nvPr/>
        </p:nvSpPr>
        <p:spPr>
          <a:xfrm rot="2700000">
            <a:off x="507492" y="4846320"/>
            <a:ext cx="82296" cy="82296"/>
          </a:xfrm>
          <a:prstGeom prst="rect">
            <a:avLst/>
          </a:prstGeom>
          <a:solidFill>
            <a:srgbClr val="D4951A">
              <a:alpha val="15000"/>
            </a:srgbClr>
          </a:solidFill>
          <a:ln w="12700">
            <a:solidFill>
              <a:srgbClr val="D4951A"/>
            </a:solidFill>
            <a:prstDash val="solid"/>
          </a:ln>
        </p:spPr>
      </p:sp>
      <p:sp>
        <p:nvSpPr>
          <p:cNvPr id="184" name="Shape 182"/>
          <p:cNvSpPr/>
          <p:nvPr/>
        </p:nvSpPr>
        <p:spPr>
          <a:xfrm rot="2700000">
            <a:off x="630936" y="4846320"/>
            <a:ext cx="82296" cy="82296"/>
          </a:xfrm>
          <a:prstGeom prst="rect">
            <a:avLst/>
          </a:prstGeom>
          <a:solidFill>
            <a:srgbClr val="D4951A">
              <a:alpha val="15000"/>
            </a:srgbClr>
          </a:solidFill>
          <a:ln w="12700">
            <a:solidFill>
              <a:srgbClr val="D4951A"/>
            </a:solidFill>
            <a:prstDash val="solid"/>
          </a:ln>
        </p:spPr>
      </p:sp>
      <p:sp>
        <p:nvSpPr>
          <p:cNvPr id="185" name="Shape 183"/>
          <p:cNvSpPr/>
          <p:nvPr/>
        </p:nvSpPr>
        <p:spPr>
          <a:xfrm rot="2700000">
            <a:off x="754380" y="4846320"/>
            <a:ext cx="82296" cy="82296"/>
          </a:xfrm>
          <a:prstGeom prst="rect">
            <a:avLst/>
          </a:prstGeom>
          <a:solidFill>
            <a:srgbClr val="D4951A">
              <a:alpha val="15000"/>
            </a:srgbClr>
          </a:solidFill>
          <a:ln w="12700">
            <a:solidFill>
              <a:srgbClr val="D4951A"/>
            </a:solidFill>
            <a:prstDash val="solid"/>
          </a:ln>
        </p:spPr>
      </p:sp>
      <p:sp>
        <p:nvSpPr>
          <p:cNvPr id="186" name="Shape 184"/>
          <p:cNvSpPr/>
          <p:nvPr/>
        </p:nvSpPr>
        <p:spPr>
          <a:xfrm rot="2700000">
            <a:off x="877824" y="4846320"/>
            <a:ext cx="82296" cy="82296"/>
          </a:xfrm>
          <a:prstGeom prst="rect">
            <a:avLst/>
          </a:prstGeom>
          <a:solidFill>
            <a:srgbClr val="D4951A">
              <a:alpha val="15000"/>
            </a:srgbClr>
          </a:solidFill>
          <a:ln w="12700">
            <a:solidFill>
              <a:srgbClr val="D4951A"/>
            </a:solidFill>
            <a:prstDash val="solid"/>
          </a:ln>
        </p:spPr>
      </p:sp>
      <p:sp>
        <p:nvSpPr>
          <p:cNvPr id="187" name="Shape 185"/>
          <p:cNvSpPr/>
          <p:nvPr/>
        </p:nvSpPr>
        <p:spPr>
          <a:xfrm rot="2700000">
            <a:off x="1001268" y="4846320"/>
            <a:ext cx="82296" cy="82296"/>
          </a:xfrm>
          <a:prstGeom prst="rect">
            <a:avLst/>
          </a:prstGeom>
          <a:solidFill>
            <a:srgbClr val="D4951A">
              <a:alpha val="15000"/>
            </a:srgbClr>
          </a:solidFill>
          <a:ln w="12700">
            <a:solidFill>
              <a:srgbClr val="D4951A"/>
            </a:solidFill>
            <a:prstDash val="solid"/>
          </a:ln>
        </p:spPr>
      </p:sp>
      <p:sp>
        <p:nvSpPr>
          <p:cNvPr id="188" name="Shape 186"/>
          <p:cNvSpPr/>
          <p:nvPr/>
        </p:nvSpPr>
        <p:spPr>
          <a:xfrm rot="2700000">
            <a:off x="1124712" y="4846320"/>
            <a:ext cx="82296" cy="82296"/>
          </a:xfrm>
          <a:prstGeom prst="rect">
            <a:avLst/>
          </a:prstGeom>
          <a:solidFill>
            <a:srgbClr val="D4951A">
              <a:alpha val="15000"/>
            </a:srgbClr>
          </a:solidFill>
          <a:ln w="12700">
            <a:solidFill>
              <a:srgbClr val="D4951A"/>
            </a:solidFill>
            <a:prstDash val="solid"/>
          </a:ln>
        </p:spPr>
      </p:sp>
      <p:sp>
        <p:nvSpPr>
          <p:cNvPr id="189" name="Shape 187"/>
          <p:cNvSpPr/>
          <p:nvPr/>
        </p:nvSpPr>
        <p:spPr>
          <a:xfrm rot="2700000">
            <a:off x="1248156" y="4846320"/>
            <a:ext cx="82296" cy="82296"/>
          </a:xfrm>
          <a:prstGeom prst="rect">
            <a:avLst/>
          </a:prstGeom>
          <a:solidFill>
            <a:srgbClr val="D4951A">
              <a:alpha val="15000"/>
            </a:srgbClr>
          </a:solidFill>
          <a:ln w="12700">
            <a:solidFill>
              <a:srgbClr val="D4951A"/>
            </a:solidFill>
            <a:prstDash val="solid"/>
          </a:ln>
        </p:spPr>
      </p:sp>
      <p:sp>
        <p:nvSpPr>
          <p:cNvPr id="190" name="Shape 188"/>
          <p:cNvSpPr/>
          <p:nvPr/>
        </p:nvSpPr>
        <p:spPr>
          <a:xfrm rot="2700000">
            <a:off x="1371600" y="4846320"/>
            <a:ext cx="82296" cy="82296"/>
          </a:xfrm>
          <a:prstGeom prst="rect">
            <a:avLst/>
          </a:prstGeom>
          <a:solidFill>
            <a:srgbClr val="D4951A">
              <a:alpha val="15000"/>
            </a:srgbClr>
          </a:solidFill>
          <a:ln w="12700">
            <a:solidFill>
              <a:srgbClr val="D4951A"/>
            </a:solidFill>
            <a:prstDash val="solid"/>
          </a:ln>
        </p:spPr>
      </p:sp>
      <p:sp>
        <p:nvSpPr>
          <p:cNvPr id="191" name="Shape 189"/>
          <p:cNvSpPr/>
          <p:nvPr/>
        </p:nvSpPr>
        <p:spPr>
          <a:xfrm rot="2700000">
            <a:off x="1495044" y="4846320"/>
            <a:ext cx="82296" cy="82296"/>
          </a:xfrm>
          <a:prstGeom prst="rect">
            <a:avLst/>
          </a:prstGeom>
          <a:solidFill>
            <a:srgbClr val="D4951A">
              <a:alpha val="15000"/>
            </a:srgbClr>
          </a:solidFill>
          <a:ln w="12700">
            <a:solidFill>
              <a:srgbClr val="D4951A"/>
            </a:solidFill>
            <a:prstDash val="solid"/>
          </a:ln>
        </p:spPr>
      </p:sp>
      <p:sp>
        <p:nvSpPr>
          <p:cNvPr id="192" name="Shape 190"/>
          <p:cNvSpPr/>
          <p:nvPr/>
        </p:nvSpPr>
        <p:spPr>
          <a:xfrm rot="2700000">
            <a:off x="1618488" y="4846320"/>
            <a:ext cx="82296" cy="82296"/>
          </a:xfrm>
          <a:prstGeom prst="rect">
            <a:avLst/>
          </a:prstGeom>
          <a:solidFill>
            <a:srgbClr val="D4951A">
              <a:alpha val="15000"/>
            </a:srgbClr>
          </a:solidFill>
          <a:ln w="12700">
            <a:solidFill>
              <a:srgbClr val="D4951A"/>
            </a:solidFill>
            <a:prstDash val="solid"/>
          </a:ln>
        </p:spPr>
      </p:sp>
      <p:sp>
        <p:nvSpPr>
          <p:cNvPr id="193" name="Shape 191"/>
          <p:cNvSpPr/>
          <p:nvPr/>
        </p:nvSpPr>
        <p:spPr>
          <a:xfrm rot="2700000">
            <a:off x="1741932" y="4846320"/>
            <a:ext cx="82296" cy="82296"/>
          </a:xfrm>
          <a:prstGeom prst="rect">
            <a:avLst/>
          </a:prstGeom>
          <a:solidFill>
            <a:srgbClr val="D4951A">
              <a:alpha val="15000"/>
            </a:srgbClr>
          </a:solidFill>
          <a:ln w="12700">
            <a:solidFill>
              <a:srgbClr val="D4951A"/>
            </a:solidFill>
            <a:prstDash val="solid"/>
          </a:ln>
        </p:spPr>
      </p:sp>
      <p:sp>
        <p:nvSpPr>
          <p:cNvPr id="194" name="Shape 192"/>
          <p:cNvSpPr/>
          <p:nvPr/>
        </p:nvSpPr>
        <p:spPr>
          <a:xfrm rot="2700000">
            <a:off x="1865376" y="4846320"/>
            <a:ext cx="82296" cy="82296"/>
          </a:xfrm>
          <a:prstGeom prst="rect">
            <a:avLst/>
          </a:prstGeom>
          <a:solidFill>
            <a:srgbClr val="D4951A">
              <a:alpha val="15000"/>
            </a:srgbClr>
          </a:solidFill>
          <a:ln w="12700">
            <a:solidFill>
              <a:srgbClr val="D4951A"/>
            </a:solidFill>
            <a:prstDash val="solid"/>
          </a:ln>
        </p:spPr>
      </p:sp>
      <p:sp>
        <p:nvSpPr>
          <p:cNvPr id="195" name="Shape 193"/>
          <p:cNvSpPr/>
          <p:nvPr/>
        </p:nvSpPr>
        <p:spPr>
          <a:xfrm rot="2700000">
            <a:off x="1988820" y="4846320"/>
            <a:ext cx="82296" cy="82296"/>
          </a:xfrm>
          <a:prstGeom prst="rect">
            <a:avLst/>
          </a:prstGeom>
          <a:solidFill>
            <a:srgbClr val="D4951A">
              <a:alpha val="15000"/>
            </a:srgbClr>
          </a:solidFill>
          <a:ln w="12700">
            <a:solidFill>
              <a:srgbClr val="D4951A"/>
            </a:solidFill>
            <a:prstDash val="solid"/>
          </a:ln>
        </p:spPr>
      </p:sp>
      <p:sp>
        <p:nvSpPr>
          <p:cNvPr id="196" name="Shape 194"/>
          <p:cNvSpPr/>
          <p:nvPr/>
        </p:nvSpPr>
        <p:spPr>
          <a:xfrm rot="2700000">
            <a:off x="2112264" y="4846320"/>
            <a:ext cx="82296" cy="82296"/>
          </a:xfrm>
          <a:prstGeom prst="rect">
            <a:avLst/>
          </a:prstGeom>
          <a:solidFill>
            <a:srgbClr val="D4951A">
              <a:alpha val="15000"/>
            </a:srgbClr>
          </a:solidFill>
          <a:ln w="12700">
            <a:solidFill>
              <a:srgbClr val="D4951A"/>
            </a:solidFill>
            <a:prstDash val="solid"/>
          </a:ln>
        </p:spPr>
      </p:sp>
      <p:sp>
        <p:nvSpPr>
          <p:cNvPr id="197" name="Shape 195"/>
          <p:cNvSpPr/>
          <p:nvPr/>
        </p:nvSpPr>
        <p:spPr>
          <a:xfrm rot="2700000">
            <a:off x="2235708" y="4846320"/>
            <a:ext cx="82296" cy="82296"/>
          </a:xfrm>
          <a:prstGeom prst="rect">
            <a:avLst/>
          </a:prstGeom>
          <a:solidFill>
            <a:srgbClr val="D4951A">
              <a:alpha val="15000"/>
            </a:srgbClr>
          </a:solidFill>
          <a:ln w="12700">
            <a:solidFill>
              <a:srgbClr val="D4951A"/>
            </a:solidFill>
            <a:prstDash val="solid"/>
          </a:ln>
        </p:spPr>
      </p:sp>
      <p:sp>
        <p:nvSpPr>
          <p:cNvPr id="198" name="Shape 196"/>
          <p:cNvSpPr/>
          <p:nvPr/>
        </p:nvSpPr>
        <p:spPr>
          <a:xfrm rot="2700000">
            <a:off x="2359152" y="4846320"/>
            <a:ext cx="82296" cy="82296"/>
          </a:xfrm>
          <a:prstGeom prst="rect">
            <a:avLst/>
          </a:prstGeom>
          <a:solidFill>
            <a:srgbClr val="D4951A">
              <a:alpha val="15000"/>
            </a:srgbClr>
          </a:solidFill>
          <a:ln w="12700">
            <a:solidFill>
              <a:srgbClr val="D4951A"/>
            </a:solidFill>
            <a:prstDash val="solid"/>
          </a:ln>
        </p:spPr>
      </p:sp>
      <p:sp>
        <p:nvSpPr>
          <p:cNvPr id="199" name="Shape 197"/>
          <p:cNvSpPr/>
          <p:nvPr/>
        </p:nvSpPr>
        <p:spPr>
          <a:xfrm rot="2700000">
            <a:off x="2482596" y="4846320"/>
            <a:ext cx="82296" cy="82296"/>
          </a:xfrm>
          <a:prstGeom prst="rect">
            <a:avLst/>
          </a:prstGeom>
          <a:solidFill>
            <a:srgbClr val="D4951A">
              <a:alpha val="15000"/>
            </a:srgbClr>
          </a:solidFill>
          <a:ln w="12700">
            <a:solidFill>
              <a:srgbClr val="D4951A"/>
            </a:solidFill>
            <a:prstDash val="solid"/>
          </a:ln>
        </p:spPr>
      </p:sp>
      <p:sp>
        <p:nvSpPr>
          <p:cNvPr id="200" name="Shape 198"/>
          <p:cNvSpPr/>
          <p:nvPr/>
        </p:nvSpPr>
        <p:spPr>
          <a:xfrm rot="2700000">
            <a:off x="2606040" y="4846320"/>
            <a:ext cx="82296" cy="82296"/>
          </a:xfrm>
          <a:prstGeom prst="rect">
            <a:avLst/>
          </a:prstGeom>
          <a:solidFill>
            <a:srgbClr val="D4951A">
              <a:alpha val="15000"/>
            </a:srgbClr>
          </a:solidFill>
          <a:ln w="12700">
            <a:solidFill>
              <a:srgbClr val="D4951A"/>
            </a:solidFill>
            <a:prstDash val="solid"/>
          </a:ln>
        </p:spPr>
      </p:sp>
      <p:sp>
        <p:nvSpPr>
          <p:cNvPr id="201" name="Shape 199"/>
          <p:cNvSpPr/>
          <p:nvPr/>
        </p:nvSpPr>
        <p:spPr>
          <a:xfrm rot="2700000">
            <a:off x="2729484" y="4846320"/>
            <a:ext cx="82296" cy="82296"/>
          </a:xfrm>
          <a:prstGeom prst="rect">
            <a:avLst/>
          </a:prstGeom>
          <a:solidFill>
            <a:srgbClr val="D4951A">
              <a:alpha val="15000"/>
            </a:srgbClr>
          </a:solidFill>
          <a:ln w="12700">
            <a:solidFill>
              <a:srgbClr val="D4951A"/>
            </a:solidFill>
            <a:prstDash val="solid"/>
          </a:ln>
        </p:spPr>
      </p:sp>
      <p:sp>
        <p:nvSpPr>
          <p:cNvPr id="202" name="Shape 200"/>
          <p:cNvSpPr/>
          <p:nvPr/>
        </p:nvSpPr>
        <p:spPr>
          <a:xfrm rot="2700000">
            <a:off x="2852928" y="4846320"/>
            <a:ext cx="82296" cy="82296"/>
          </a:xfrm>
          <a:prstGeom prst="rect">
            <a:avLst/>
          </a:prstGeom>
          <a:solidFill>
            <a:srgbClr val="D4951A">
              <a:alpha val="15000"/>
            </a:srgbClr>
          </a:solidFill>
          <a:ln w="12700">
            <a:solidFill>
              <a:srgbClr val="D4951A"/>
            </a:solidFill>
            <a:prstDash val="solid"/>
          </a:ln>
        </p:spPr>
      </p:sp>
      <p:sp>
        <p:nvSpPr>
          <p:cNvPr id="203" name="Shape 201"/>
          <p:cNvSpPr/>
          <p:nvPr/>
        </p:nvSpPr>
        <p:spPr>
          <a:xfrm rot="2700000">
            <a:off x="2976372" y="4846320"/>
            <a:ext cx="82296" cy="82296"/>
          </a:xfrm>
          <a:prstGeom prst="rect">
            <a:avLst/>
          </a:prstGeom>
          <a:solidFill>
            <a:srgbClr val="D4951A">
              <a:alpha val="15000"/>
            </a:srgbClr>
          </a:solidFill>
          <a:ln w="12700">
            <a:solidFill>
              <a:srgbClr val="D4951A"/>
            </a:solidFill>
            <a:prstDash val="solid"/>
          </a:ln>
        </p:spPr>
      </p:sp>
      <p:sp>
        <p:nvSpPr>
          <p:cNvPr id="204" name="Shape 202"/>
          <p:cNvSpPr/>
          <p:nvPr/>
        </p:nvSpPr>
        <p:spPr>
          <a:xfrm rot="2700000">
            <a:off x="3099816" y="4846320"/>
            <a:ext cx="82296" cy="82296"/>
          </a:xfrm>
          <a:prstGeom prst="rect">
            <a:avLst/>
          </a:prstGeom>
          <a:solidFill>
            <a:srgbClr val="D4951A">
              <a:alpha val="15000"/>
            </a:srgbClr>
          </a:solidFill>
          <a:ln w="12700">
            <a:solidFill>
              <a:srgbClr val="D4951A"/>
            </a:solidFill>
            <a:prstDash val="solid"/>
          </a:ln>
        </p:spPr>
      </p:sp>
      <p:sp>
        <p:nvSpPr>
          <p:cNvPr id="205" name="Shape 203"/>
          <p:cNvSpPr/>
          <p:nvPr/>
        </p:nvSpPr>
        <p:spPr>
          <a:xfrm rot="2700000">
            <a:off x="3223260" y="4846320"/>
            <a:ext cx="82296" cy="82296"/>
          </a:xfrm>
          <a:prstGeom prst="rect">
            <a:avLst/>
          </a:prstGeom>
          <a:solidFill>
            <a:srgbClr val="D4951A">
              <a:alpha val="15000"/>
            </a:srgbClr>
          </a:solidFill>
          <a:ln w="12700">
            <a:solidFill>
              <a:srgbClr val="D4951A"/>
            </a:solidFill>
            <a:prstDash val="solid"/>
          </a:ln>
        </p:spPr>
      </p:sp>
      <p:sp>
        <p:nvSpPr>
          <p:cNvPr id="206" name="Shape 204"/>
          <p:cNvSpPr/>
          <p:nvPr/>
        </p:nvSpPr>
        <p:spPr>
          <a:xfrm rot="2700000">
            <a:off x="3346704" y="4846320"/>
            <a:ext cx="82296" cy="82296"/>
          </a:xfrm>
          <a:prstGeom prst="rect">
            <a:avLst/>
          </a:prstGeom>
          <a:solidFill>
            <a:srgbClr val="D4951A">
              <a:alpha val="15000"/>
            </a:srgbClr>
          </a:solidFill>
          <a:ln w="12700">
            <a:solidFill>
              <a:srgbClr val="D4951A"/>
            </a:solidFill>
            <a:prstDash val="solid"/>
          </a:ln>
        </p:spPr>
      </p:sp>
      <p:sp>
        <p:nvSpPr>
          <p:cNvPr id="207" name="Shape 205"/>
          <p:cNvSpPr/>
          <p:nvPr/>
        </p:nvSpPr>
        <p:spPr>
          <a:xfrm rot="2700000">
            <a:off x="3470148" y="4846320"/>
            <a:ext cx="82296" cy="82296"/>
          </a:xfrm>
          <a:prstGeom prst="rect">
            <a:avLst/>
          </a:prstGeom>
          <a:solidFill>
            <a:srgbClr val="D4951A">
              <a:alpha val="15000"/>
            </a:srgbClr>
          </a:solidFill>
          <a:ln w="12700">
            <a:solidFill>
              <a:srgbClr val="D4951A"/>
            </a:solidFill>
            <a:prstDash val="solid"/>
          </a:ln>
        </p:spPr>
      </p:sp>
      <p:sp>
        <p:nvSpPr>
          <p:cNvPr id="208" name="Shape 206"/>
          <p:cNvSpPr/>
          <p:nvPr/>
        </p:nvSpPr>
        <p:spPr>
          <a:xfrm rot="2700000">
            <a:off x="3593592" y="4846320"/>
            <a:ext cx="82296" cy="82296"/>
          </a:xfrm>
          <a:prstGeom prst="rect">
            <a:avLst/>
          </a:prstGeom>
          <a:solidFill>
            <a:srgbClr val="D4951A">
              <a:alpha val="15000"/>
            </a:srgbClr>
          </a:solidFill>
          <a:ln w="12700">
            <a:solidFill>
              <a:srgbClr val="D4951A"/>
            </a:solidFill>
            <a:prstDash val="solid"/>
          </a:ln>
        </p:spPr>
      </p:sp>
      <p:sp>
        <p:nvSpPr>
          <p:cNvPr id="209" name="Shape 207"/>
          <p:cNvSpPr/>
          <p:nvPr/>
        </p:nvSpPr>
        <p:spPr>
          <a:xfrm rot="2700000">
            <a:off x="3717036" y="4846320"/>
            <a:ext cx="82296" cy="82296"/>
          </a:xfrm>
          <a:prstGeom prst="rect">
            <a:avLst/>
          </a:prstGeom>
          <a:solidFill>
            <a:srgbClr val="D4951A">
              <a:alpha val="15000"/>
            </a:srgbClr>
          </a:solidFill>
          <a:ln w="12700">
            <a:solidFill>
              <a:srgbClr val="D4951A"/>
            </a:solidFill>
            <a:prstDash val="solid"/>
          </a:ln>
        </p:spPr>
      </p:sp>
      <p:sp>
        <p:nvSpPr>
          <p:cNvPr id="210" name="Shape 208"/>
          <p:cNvSpPr/>
          <p:nvPr/>
        </p:nvSpPr>
        <p:spPr>
          <a:xfrm rot="2700000">
            <a:off x="3840480" y="4846320"/>
            <a:ext cx="82296" cy="82296"/>
          </a:xfrm>
          <a:prstGeom prst="rect">
            <a:avLst/>
          </a:prstGeom>
          <a:solidFill>
            <a:srgbClr val="D4951A">
              <a:alpha val="15000"/>
            </a:srgbClr>
          </a:solidFill>
          <a:ln w="12700">
            <a:solidFill>
              <a:srgbClr val="D4951A"/>
            </a:solidFill>
            <a:prstDash val="solid"/>
          </a:ln>
        </p:spPr>
      </p:sp>
      <p:sp>
        <p:nvSpPr>
          <p:cNvPr id="211" name="Shape 209"/>
          <p:cNvSpPr/>
          <p:nvPr/>
        </p:nvSpPr>
        <p:spPr>
          <a:xfrm rot="2700000">
            <a:off x="3963924" y="4846320"/>
            <a:ext cx="82296" cy="82296"/>
          </a:xfrm>
          <a:prstGeom prst="rect">
            <a:avLst/>
          </a:prstGeom>
          <a:solidFill>
            <a:srgbClr val="D4951A">
              <a:alpha val="15000"/>
            </a:srgbClr>
          </a:solidFill>
          <a:ln w="12700">
            <a:solidFill>
              <a:srgbClr val="D4951A"/>
            </a:solidFill>
            <a:prstDash val="solid"/>
          </a:ln>
        </p:spPr>
      </p:sp>
      <p:sp>
        <p:nvSpPr>
          <p:cNvPr id="212" name="Shape 210"/>
          <p:cNvSpPr/>
          <p:nvPr/>
        </p:nvSpPr>
        <p:spPr>
          <a:xfrm rot="2700000">
            <a:off x="4087368" y="4846320"/>
            <a:ext cx="82296" cy="82296"/>
          </a:xfrm>
          <a:prstGeom prst="rect">
            <a:avLst/>
          </a:prstGeom>
          <a:solidFill>
            <a:srgbClr val="D4951A">
              <a:alpha val="15000"/>
            </a:srgbClr>
          </a:solidFill>
          <a:ln w="12700">
            <a:solidFill>
              <a:srgbClr val="D4951A"/>
            </a:solidFill>
            <a:prstDash val="solid"/>
          </a:ln>
        </p:spPr>
      </p:sp>
      <p:sp>
        <p:nvSpPr>
          <p:cNvPr id="213" name="Shape 211"/>
          <p:cNvSpPr/>
          <p:nvPr/>
        </p:nvSpPr>
        <p:spPr>
          <a:xfrm rot="2700000">
            <a:off x="4210812" y="4846320"/>
            <a:ext cx="82296" cy="82296"/>
          </a:xfrm>
          <a:prstGeom prst="rect">
            <a:avLst/>
          </a:prstGeom>
          <a:solidFill>
            <a:srgbClr val="D4951A">
              <a:alpha val="15000"/>
            </a:srgbClr>
          </a:solidFill>
          <a:ln w="12700">
            <a:solidFill>
              <a:srgbClr val="D4951A"/>
            </a:solidFill>
            <a:prstDash val="solid"/>
          </a:ln>
        </p:spPr>
      </p:sp>
      <p:sp>
        <p:nvSpPr>
          <p:cNvPr id="214" name="Shape 212"/>
          <p:cNvSpPr/>
          <p:nvPr/>
        </p:nvSpPr>
        <p:spPr>
          <a:xfrm rot="2700000">
            <a:off x="4334256" y="4846320"/>
            <a:ext cx="82296" cy="82296"/>
          </a:xfrm>
          <a:prstGeom prst="rect">
            <a:avLst/>
          </a:prstGeom>
          <a:solidFill>
            <a:srgbClr val="D4951A">
              <a:alpha val="15000"/>
            </a:srgbClr>
          </a:solidFill>
          <a:ln w="12700">
            <a:solidFill>
              <a:srgbClr val="D4951A"/>
            </a:solidFill>
            <a:prstDash val="solid"/>
          </a:ln>
        </p:spPr>
      </p:sp>
      <p:sp>
        <p:nvSpPr>
          <p:cNvPr id="215" name="Shape 213"/>
          <p:cNvSpPr/>
          <p:nvPr/>
        </p:nvSpPr>
        <p:spPr>
          <a:xfrm rot="2700000">
            <a:off x="4457700" y="4846320"/>
            <a:ext cx="82296" cy="82296"/>
          </a:xfrm>
          <a:prstGeom prst="rect">
            <a:avLst/>
          </a:prstGeom>
          <a:solidFill>
            <a:srgbClr val="D4951A">
              <a:alpha val="15000"/>
            </a:srgbClr>
          </a:solidFill>
          <a:ln w="12700">
            <a:solidFill>
              <a:srgbClr val="D4951A"/>
            </a:solidFill>
            <a:prstDash val="solid"/>
          </a:ln>
        </p:spPr>
      </p:sp>
      <p:sp>
        <p:nvSpPr>
          <p:cNvPr id="216" name="Shape 214"/>
          <p:cNvSpPr/>
          <p:nvPr/>
        </p:nvSpPr>
        <p:spPr>
          <a:xfrm rot="2700000">
            <a:off x="4581144" y="4846320"/>
            <a:ext cx="82296" cy="82296"/>
          </a:xfrm>
          <a:prstGeom prst="rect">
            <a:avLst/>
          </a:prstGeom>
          <a:solidFill>
            <a:srgbClr val="D4951A">
              <a:alpha val="15000"/>
            </a:srgbClr>
          </a:solidFill>
          <a:ln w="12700">
            <a:solidFill>
              <a:srgbClr val="D4951A"/>
            </a:solidFill>
            <a:prstDash val="solid"/>
          </a:ln>
        </p:spPr>
      </p:sp>
      <p:sp>
        <p:nvSpPr>
          <p:cNvPr id="217" name="Shape 215"/>
          <p:cNvSpPr/>
          <p:nvPr/>
        </p:nvSpPr>
        <p:spPr>
          <a:xfrm rot="2700000">
            <a:off x="4704588" y="4846320"/>
            <a:ext cx="82296" cy="82296"/>
          </a:xfrm>
          <a:prstGeom prst="rect">
            <a:avLst/>
          </a:prstGeom>
          <a:solidFill>
            <a:srgbClr val="D4951A">
              <a:alpha val="15000"/>
            </a:srgbClr>
          </a:solidFill>
          <a:ln w="12700">
            <a:solidFill>
              <a:srgbClr val="D4951A"/>
            </a:solidFill>
            <a:prstDash val="solid"/>
          </a:ln>
        </p:spPr>
      </p:sp>
      <p:sp>
        <p:nvSpPr>
          <p:cNvPr id="218" name="Shape 216"/>
          <p:cNvSpPr/>
          <p:nvPr/>
        </p:nvSpPr>
        <p:spPr>
          <a:xfrm rot="2700000">
            <a:off x="4828032" y="4846320"/>
            <a:ext cx="82296" cy="82296"/>
          </a:xfrm>
          <a:prstGeom prst="rect">
            <a:avLst/>
          </a:prstGeom>
          <a:solidFill>
            <a:srgbClr val="D4951A">
              <a:alpha val="15000"/>
            </a:srgbClr>
          </a:solidFill>
          <a:ln w="12700">
            <a:solidFill>
              <a:srgbClr val="D4951A"/>
            </a:solidFill>
            <a:prstDash val="solid"/>
          </a:ln>
        </p:spPr>
      </p:sp>
      <p:sp>
        <p:nvSpPr>
          <p:cNvPr id="219" name="Shape 217"/>
          <p:cNvSpPr/>
          <p:nvPr/>
        </p:nvSpPr>
        <p:spPr>
          <a:xfrm rot="2700000">
            <a:off x="4951476" y="4846320"/>
            <a:ext cx="82296" cy="82296"/>
          </a:xfrm>
          <a:prstGeom prst="rect">
            <a:avLst/>
          </a:prstGeom>
          <a:solidFill>
            <a:srgbClr val="D4951A">
              <a:alpha val="15000"/>
            </a:srgbClr>
          </a:solidFill>
          <a:ln w="12700">
            <a:solidFill>
              <a:srgbClr val="D4951A"/>
            </a:solidFill>
            <a:prstDash val="solid"/>
          </a:ln>
        </p:spPr>
      </p:sp>
      <p:sp>
        <p:nvSpPr>
          <p:cNvPr id="220" name="Shape 218"/>
          <p:cNvSpPr/>
          <p:nvPr/>
        </p:nvSpPr>
        <p:spPr>
          <a:xfrm rot="2700000">
            <a:off x="5074920" y="4846320"/>
            <a:ext cx="82296" cy="82296"/>
          </a:xfrm>
          <a:prstGeom prst="rect">
            <a:avLst/>
          </a:prstGeom>
          <a:solidFill>
            <a:srgbClr val="D4951A">
              <a:alpha val="15000"/>
            </a:srgbClr>
          </a:solidFill>
          <a:ln w="12700">
            <a:solidFill>
              <a:srgbClr val="D4951A"/>
            </a:solidFill>
            <a:prstDash val="solid"/>
          </a:ln>
        </p:spPr>
      </p:sp>
      <p:sp>
        <p:nvSpPr>
          <p:cNvPr id="221" name="Shape 219"/>
          <p:cNvSpPr/>
          <p:nvPr/>
        </p:nvSpPr>
        <p:spPr>
          <a:xfrm rot="2700000">
            <a:off x="5198364" y="4846320"/>
            <a:ext cx="82296" cy="82296"/>
          </a:xfrm>
          <a:prstGeom prst="rect">
            <a:avLst/>
          </a:prstGeom>
          <a:solidFill>
            <a:srgbClr val="D4951A">
              <a:alpha val="15000"/>
            </a:srgbClr>
          </a:solidFill>
          <a:ln w="12700">
            <a:solidFill>
              <a:srgbClr val="D4951A"/>
            </a:solidFill>
            <a:prstDash val="solid"/>
          </a:ln>
        </p:spPr>
      </p:sp>
      <p:sp>
        <p:nvSpPr>
          <p:cNvPr id="222" name="Shape 220"/>
          <p:cNvSpPr/>
          <p:nvPr/>
        </p:nvSpPr>
        <p:spPr>
          <a:xfrm rot="2700000">
            <a:off x="5321808" y="4846320"/>
            <a:ext cx="82296" cy="82296"/>
          </a:xfrm>
          <a:prstGeom prst="rect">
            <a:avLst/>
          </a:prstGeom>
          <a:solidFill>
            <a:srgbClr val="D4951A">
              <a:alpha val="15000"/>
            </a:srgbClr>
          </a:solidFill>
          <a:ln w="12700">
            <a:solidFill>
              <a:srgbClr val="D4951A"/>
            </a:solidFill>
            <a:prstDash val="solid"/>
          </a:ln>
        </p:spPr>
      </p:sp>
      <p:sp>
        <p:nvSpPr>
          <p:cNvPr id="223" name="Shape 221"/>
          <p:cNvSpPr/>
          <p:nvPr/>
        </p:nvSpPr>
        <p:spPr>
          <a:xfrm rot="2700000">
            <a:off x="5445252" y="4846320"/>
            <a:ext cx="82296" cy="82296"/>
          </a:xfrm>
          <a:prstGeom prst="rect">
            <a:avLst/>
          </a:prstGeom>
          <a:solidFill>
            <a:srgbClr val="D4951A">
              <a:alpha val="15000"/>
            </a:srgbClr>
          </a:solidFill>
          <a:ln w="12700">
            <a:solidFill>
              <a:srgbClr val="D4951A"/>
            </a:solidFill>
            <a:prstDash val="solid"/>
          </a:ln>
        </p:spPr>
      </p:sp>
      <p:sp>
        <p:nvSpPr>
          <p:cNvPr id="224" name="Shape 222"/>
          <p:cNvSpPr/>
          <p:nvPr/>
        </p:nvSpPr>
        <p:spPr>
          <a:xfrm rot="2700000">
            <a:off x="5568696" y="4846320"/>
            <a:ext cx="82296" cy="82296"/>
          </a:xfrm>
          <a:prstGeom prst="rect">
            <a:avLst/>
          </a:prstGeom>
          <a:solidFill>
            <a:srgbClr val="D4951A">
              <a:alpha val="15000"/>
            </a:srgbClr>
          </a:solidFill>
          <a:ln w="12700">
            <a:solidFill>
              <a:srgbClr val="D4951A"/>
            </a:solidFill>
            <a:prstDash val="solid"/>
          </a:ln>
        </p:spPr>
      </p:sp>
      <p:sp>
        <p:nvSpPr>
          <p:cNvPr id="225" name="Shape 223"/>
          <p:cNvSpPr/>
          <p:nvPr/>
        </p:nvSpPr>
        <p:spPr>
          <a:xfrm rot="2700000">
            <a:off x="5692140" y="4846320"/>
            <a:ext cx="82296" cy="82296"/>
          </a:xfrm>
          <a:prstGeom prst="rect">
            <a:avLst/>
          </a:prstGeom>
          <a:solidFill>
            <a:srgbClr val="D4951A">
              <a:alpha val="15000"/>
            </a:srgbClr>
          </a:solidFill>
          <a:ln w="12700">
            <a:solidFill>
              <a:srgbClr val="D4951A"/>
            </a:solidFill>
            <a:prstDash val="solid"/>
          </a:ln>
        </p:spPr>
      </p:sp>
      <p:sp>
        <p:nvSpPr>
          <p:cNvPr id="226" name="Shape 224"/>
          <p:cNvSpPr/>
          <p:nvPr/>
        </p:nvSpPr>
        <p:spPr>
          <a:xfrm rot="2700000">
            <a:off x="5815584" y="4846320"/>
            <a:ext cx="82296" cy="82296"/>
          </a:xfrm>
          <a:prstGeom prst="rect">
            <a:avLst/>
          </a:prstGeom>
          <a:solidFill>
            <a:srgbClr val="D4951A">
              <a:alpha val="15000"/>
            </a:srgbClr>
          </a:solidFill>
          <a:ln w="12700">
            <a:solidFill>
              <a:srgbClr val="D4951A"/>
            </a:solidFill>
            <a:prstDash val="solid"/>
          </a:ln>
        </p:spPr>
      </p:sp>
      <p:sp>
        <p:nvSpPr>
          <p:cNvPr id="227" name="Shape 225"/>
          <p:cNvSpPr/>
          <p:nvPr/>
        </p:nvSpPr>
        <p:spPr>
          <a:xfrm rot="2700000">
            <a:off x="5939028" y="4846320"/>
            <a:ext cx="82296" cy="82296"/>
          </a:xfrm>
          <a:prstGeom prst="rect">
            <a:avLst/>
          </a:prstGeom>
          <a:solidFill>
            <a:srgbClr val="D4951A">
              <a:alpha val="15000"/>
            </a:srgbClr>
          </a:solidFill>
          <a:ln w="12700">
            <a:solidFill>
              <a:srgbClr val="D4951A"/>
            </a:solidFill>
            <a:prstDash val="solid"/>
          </a:ln>
        </p:spPr>
      </p:sp>
      <p:sp>
        <p:nvSpPr>
          <p:cNvPr id="228" name="Shape 226"/>
          <p:cNvSpPr/>
          <p:nvPr/>
        </p:nvSpPr>
        <p:spPr>
          <a:xfrm rot="2700000">
            <a:off x="6062472" y="4846320"/>
            <a:ext cx="82296" cy="82296"/>
          </a:xfrm>
          <a:prstGeom prst="rect">
            <a:avLst/>
          </a:prstGeom>
          <a:solidFill>
            <a:srgbClr val="D4951A">
              <a:alpha val="15000"/>
            </a:srgbClr>
          </a:solidFill>
          <a:ln w="12700">
            <a:solidFill>
              <a:srgbClr val="D4951A"/>
            </a:solidFill>
            <a:prstDash val="solid"/>
          </a:ln>
        </p:spPr>
      </p:sp>
      <p:sp>
        <p:nvSpPr>
          <p:cNvPr id="229" name="Shape 227"/>
          <p:cNvSpPr/>
          <p:nvPr/>
        </p:nvSpPr>
        <p:spPr>
          <a:xfrm rot="2700000">
            <a:off x="6185916" y="4846320"/>
            <a:ext cx="82296" cy="82296"/>
          </a:xfrm>
          <a:prstGeom prst="rect">
            <a:avLst/>
          </a:prstGeom>
          <a:solidFill>
            <a:srgbClr val="D4951A">
              <a:alpha val="15000"/>
            </a:srgbClr>
          </a:solidFill>
          <a:ln w="12700">
            <a:solidFill>
              <a:srgbClr val="D4951A"/>
            </a:solidFill>
            <a:prstDash val="solid"/>
          </a:ln>
        </p:spPr>
      </p:sp>
      <p:sp>
        <p:nvSpPr>
          <p:cNvPr id="230" name="Shape 228"/>
          <p:cNvSpPr/>
          <p:nvPr/>
        </p:nvSpPr>
        <p:spPr>
          <a:xfrm rot="2700000">
            <a:off x="6309360" y="4846320"/>
            <a:ext cx="82296" cy="82296"/>
          </a:xfrm>
          <a:prstGeom prst="rect">
            <a:avLst/>
          </a:prstGeom>
          <a:solidFill>
            <a:srgbClr val="D4951A">
              <a:alpha val="15000"/>
            </a:srgbClr>
          </a:solidFill>
          <a:ln w="12700">
            <a:solidFill>
              <a:srgbClr val="D4951A"/>
            </a:solidFill>
            <a:prstDash val="solid"/>
          </a:ln>
        </p:spPr>
      </p:sp>
      <p:sp>
        <p:nvSpPr>
          <p:cNvPr id="231" name="Shape 229"/>
          <p:cNvSpPr/>
          <p:nvPr/>
        </p:nvSpPr>
        <p:spPr>
          <a:xfrm rot="2700000">
            <a:off x="6432804" y="4846320"/>
            <a:ext cx="82296" cy="82296"/>
          </a:xfrm>
          <a:prstGeom prst="rect">
            <a:avLst/>
          </a:prstGeom>
          <a:solidFill>
            <a:srgbClr val="D4951A">
              <a:alpha val="15000"/>
            </a:srgbClr>
          </a:solidFill>
          <a:ln w="12700">
            <a:solidFill>
              <a:srgbClr val="D4951A"/>
            </a:solidFill>
            <a:prstDash val="solid"/>
          </a:ln>
        </p:spPr>
      </p:sp>
      <p:sp>
        <p:nvSpPr>
          <p:cNvPr id="232" name="Shape 230"/>
          <p:cNvSpPr/>
          <p:nvPr/>
        </p:nvSpPr>
        <p:spPr>
          <a:xfrm rot="2700000">
            <a:off x="6556248" y="4846320"/>
            <a:ext cx="82296" cy="82296"/>
          </a:xfrm>
          <a:prstGeom prst="rect">
            <a:avLst/>
          </a:prstGeom>
          <a:solidFill>
            <a:srgbClr val="D4951A">
              <a:alpha val="15000"/>
            </a:srgbClr>
          </a:solidFill>
          <a:ln w="12700">
            <a:solidFill>
              <a:srgbClr val="D4951A"/>
            </a:solidFill>
            <a:prstDash val="solid"/>
          </a:ln>
        </p:spPr>
      </p:sp>
      <p:sp>
        <p:nvSpPr>
          <p:cNvPr id="233" name="Shape 231"/>
          <p:cNvSpPr/>
          <p:nvPr/>
        </p:nvSpPr>
        <p:spPr>
          <a:xfrm rot="2700000">
            <a:off x="6679692" y="4846320"/>
            <a:ext cx="82296" cy="82296"/>
          </a:xfrm>
          <a:prstGeom prst="rect">
            <a:avLst/>
          </a:prstGeom>
          <a:solidFill>
            <a:srgbClr val="D4951A">
              <a:alpha val="15000"/>
            </a:srgbClr>
          </a:solidFill>
          <a:ln w="12700">
            <a:solidFill>
              <a:srgbClr val="D4951A"/>
            </a:solidFill>
            <a:prstDash val="solid"/>
          </a:ln>
        </p:spPr>
      </p:sp>
      <p:sp>
        <p:nvSpPr>
          <p:cNvPr id="234" name="Shape 232"/>
          <p:cNvSpPr/>
          <p:nvPr/>
        </p:nvSpPr>
        <p:spPr>
          <a:xfrm rot="2700000">
            <a:off x="6803136" y="4846320"/>
            <a:ext cx="82296" cy="82296"/>
          </a:xfrm>
          <a:prstGeom prst="rect">
            <a:avLst/>
          </a:prstGeom>
          <a:solidFill>
            <a:srgbClr val="D4951A">
              <a:alpha val="15000"/>
            </a:srgbClr>
          </a:solidFill>
          <a:ln w="12700">
            <a:solidFill>
              <a:srgbClr val="D4951A"/>
            </a:solidFill>
            <a:prstDash val="solid"/>
          </a:ln>
        </p:spPr>
      </p:sp>
      <p:sp>
        <p:nvSpPr>
          <p:cNvPr id="235" name="Shape 233"/>
          <p:cNvSpPr/>
          <p:nvPr/>
        </p:nvSpPr>
        <p:spPr>
          <a:xfrm rot="2700000">
            <a:off x="6926580" y="4846320"/>
            <a:ext cx="82296" cy="82296"/>
          </a:xfrm>
          <a:prstGeom prst="rect">
            <a:avLst/>
          </a:prstGeom>
          <a:solidFill>
            <a:srgbClr val="D4951A">
              <a:alpha val="15000"/>
            </a:srgbClr>
          </a:solidFill>
          <a:ln w="12700">
            <a:solidFill>
              <a:srgbClr val="D4951A"/>
            </a:solidFill>
            <a:prstDash val="solid"/>
          </a:ln>
        </p:spPr>
      </p:sp>
      <p:sp>
        <p:nvSpPr>
          <p:cNvPr id="236" name="Shape 234"/>
          <p:cNvSpPr/>
          <p:nvPr/>
        </p:nvSpPr>
        <p:spPr>
          <a:xfrm rot="2700000">
            <a:off x="7050024" y="4846320"/>
            <a:ext cx="82296" cy="82296"/>
          </a:xfrm>
          <a:prstGeom prst="rect">
            <a:avLst/>
          </a:prstGeom>
          <a:solidFill>
            <a:srgbClr val="D4951A">
              <a:alpha val="15000"/>
            </a:srgbClr>
          </a:solidFill>
          <a:ln w="12700">
            <a:solidFill>
              <a:srgbClr val="D4951A"/>
            </a:solidFill>
            <a:prstDash val="solid"/>
          </a:ln>
        </p:spPr>
      </p:sp>
      <p:sp>
        <p:nvSpPr>
          <p:cNvPr id="237" name="Shape 235"/>
          <p:cNvSpPr/>
          <p:nvPr/>
        </p:nvSpPr>
        <p:spPr>
          <a:xfrm rot="2700000">
            <a:off x="7173468" y="4846320"/>
            <a:ext cx="82296" cy="82296"/>
          </a:xfrm>
          <a:prstGeom prst="rect">
            <a:avLst/>
          </a:prstGeom>
          <a:solidFill>
            <a:srgbClr val="D4951A">
              <a:alpha val="15000"/>
            </a:srgbClr>
          </a:solidFill>
          <a:ln w="12700">
            <a:solidFill>
              <a:srgbClr val="D4951A"/>
            </a:solidFill>
            <a:prstDash val="solid"/>
          </a:ln>
        </p:spPr>
      </p:sp>
      <p:sp>
        <p:nvSpPr>
          <p:cNvPr id="238" name="Shape 236"/>
          <p:cNvSpPr/>
          <p:nvPr/>
        </p:nvSpPr>
        <p:spPr>
          <a:xfrm rot="2700000">
            <a:off x="7296912" y="4846320"/>
            <a:ext cx="82296" cy="82296"/>
          </a:xfrm>
          <a:prstGeom prst="rect">
            <a:avLst/>
          </a:prstGeom>
          <a:solidFill>
            <a:srgbClr val="D4951A">
              <a:alpha val="15000"/>
            </a:srgbClr>
          </a:solidFill>
          <a:ln w="12700">
            <a:solidFill>
              <a:srgbClr val="D4951A"/>
            </a:solidFill>
            <a:prstDash val="solid"/>
          </a:ln>
        </p:spPr>
      </p:sp>
      <p:sp>
        <p:nvSpPr>
          <p:cNvPr id="239" name="Shape 237"/>
          <p:cNvSpPr/>
          <p:nvPr/>
        </p:nvSpPr>
        <p:spPr>
          <a:xfrm rot="2700000">
            <a:off x="7420356" y="4846320"/>
            <a:ext cx="82296" cy="82296"/>
          </a:xfrm>
          <a:prstGeom prst="rect">
            <a:avLst/>
          </a:prstGeom>
          <a:solidFill>
            <a:srgbClr val="D4951A">
              <a:alpha val="15000"/>
            </a:srgbClr>
          </a:solidFill>
          <a:ln w="12700">
            <a:solidFill>
              <a:srgbClr val="D4951A"/>
            </a:solidFill>
            <a:prstDash val="solid"/>
          </a:ln>
        </p:spPr>
      </p:sp>
      <p:sp>
        <p:nvSpPr>
          <p:cNvPr id="240" name="Shape 238"/>
          <p:cNvSpPr/>
          <p:nvPr/>
        </p:nvSpPr>
        <p:spPr>
          <a:xfrm rot="2700000">
            <a:off x="7543800" y="4846320"/>
            <a:ext cx="82296" cy="82296"/>
          </a:xfrm>
          <a:prstGeom prst="rect">
            <a:avLst/>
          </a:prstGeom>
          <a:solidFill>
            <a:srgbClr val="D4951A">
              <a:alpha val="15000"/>
            </a:srgbClr>
          </a:solidFill>
          <a:ln w="12700">
            <a:solidFill>
              <a:srgbClr val="D4951A"/>
            </a:solidFill>
            <a:prstDash val="solid"/>
          </a:ln>
        </p:spPr>
      </p:sp>
      <p:sp>
        <p:nvSpPr>
          <p:cNvPr id="241" name="Shape 239"/>
          <p:cNvSpPr/>
          <p:nvPr/>
        </p:nvSpPr>
        <p:spPr>
          <a:xfrm rot="2700000">
            <a:off x="7667244" y="4846320"/>
            <a:ext cx="82296" cy="82296"/>
          </a:xfrm>
          <a:prstGeom prst="rect">
            <a:avLst/>
          </a:prstGeom>
          <a:solidFill>
            <a:srgbClr val="D4951A">
              <a:alpha val="15000"/>
            </a:srgbClr>
          </a:solidFill>
          <a:ln w="12700">
            <a:solidFill>
              <a:srgbClr val="D4951A"/>
            </a:solidFill>
            <a:prstDash val="solid"/>
          </a:ln>
        </p:spPr>
      </p:sp>
      <p:sp>
        <p:nvSpPr>
          <p:cNvPr id="242" name="Shape 240"/>
          <p:cNvSpPr/>
          <p:nvPr/>
        </p:nvSpPr>
        <p:spPr>
          <a:xfrm rot="2700000">
            <a:off x="7790688" y="4846320"/>
            <a:ext cx="82296" cy="82296"/>
          </a:xfrm>
          <a:prstGeom prst="rect">
            <a:avLst/>
          </a:prstGeom>
          <a:solidFill>
            <a:srgbClr val="D4951A">
              <a:alpha val="15000"/>
            </a:srgbClr>
          </a:solidFill>
          <a:ln w="12700">
            <a:solidFill>
              <a:srgbClr val="D4951A"/>
            </a:solidFill>
            <a:prstDash val="solid"/>
          </a:ln>
        </p:spPr>
      </p:sp>
      <p:sp>
        <p:nvSpPr>
          <p:cNvPr id="243" name="Shape 241"/>
          <p:cNvSpPr/>
          <p:nvPr/>
        </p:nvSpPr>
        <p:spPr>
          <a:xfrm rot="2700000">
            <a:off x="7914132" y="4846320"/>
            <a:ext cx="82296" cy="82296"/>
          </a:xfrm>
          <a:prstGeom prst="rect">
            <a:avLst/>
          </a:prstGeom>
          <a:solidFill>
            <a:srgbClr val="D4951A">
              <a:alpha val="15000"/>
            </a:srgbClr>
          </a:solidFill>
          <a:ln w="12700">
            <a:solidFill>
              <a:srgbClr val="D4951A"/>
            </a:solidFill>
            <a:prstDash val="solid"/>
          </a:ln>
        </p:spPr>
      </p:sp>
      <p:sp>
        <p:nvSpPr>
          <p:cNvPr id="244" name="Shape 242"/>
          <p:cNvSpPr/>
          <p:nvPr/>
        </p:nvSpPr>
        <p:spPr>
          <a:xfrm rot="2700000">
            <a:off x="8037576" y="4846320"/>
            <a:ext cx="82296" cy="82296"/>
          </a:xfrm>
          <a:prstGeom prst="rect">
            <a:avLst/>
          </a:prstGeom>
          <a:solidFill>
            <a:srgbClr val="D4951A">
              <a:alpha val="15000"/>
            </a:srgbClr>
          </a:solidFill>
          <a:ln w="12700">
            <a:solidFill>
              <a:srgbClr val="D4951A"/>
            </a:solidFill>
            <a:prstDash val="solid"/>
          </a:ln>
        </p:spPr>
      </p:sp>
      <p:sp>
        <p:nvSpPr>
          <p:cNvPr id="245" name="Shape 243"/>
          <p:cNvSpPr/>
          <p:nvPr/>
        </p:nvSpPr>
        <p:spPr>
          <a:xfrm rot="2700000">
            <a:off x="8161020" y="4846320"/>
            <a:ext cx="82296" cy="82296"/>
          </a:xfrm>
          <a:prstGeom prst="rect">
            <a:avLst/>
          </a:prstGeom>
          <a:solidFill>
            <a:srgbClr val="D4951A">
              <a:alpha val="15000"/>
            </a:srgbClr>
          </a:solidFill>
          <a:ln w="12700">
            <a:solidFill>
              <a:srgbClr val="D4951A"/>
            </a:solidFill>
            <a:prstDash val="solid"/>
          </a:ln>
        </p:spPr>
      </p:sp>
      <p:sp>
        <p:nvSpPr>
          <p:cNvPr id="246" name="Shape 244"/>
          <p:cNvSpPr/>
          <p:nvPr/>
        </p:nvSpPr>
        <p:spPr>
          <a:xfrm rot="2700000">
            <a:off x="8284464" y="4846320"/>
            <a:ext cx="82296" cy="82296"/>
          </a:xfrm>
          <a:prstGeom prst="rect">
            <a:avLst/>
          </a:prstGeom>
          <a:solidFill>
            <a:srgbClr val="D4951A">
              <a:alpha val="15000"/>
            </a:srgbClr>
          </a:solidFill>
          <a:ln w="12700">
            <a:solidFill>
              <a:srgbClr val="D4951A"/>
            </a:solidFill>
            <a:prstDash val="solid"/>
          </a:ln>
        </p:spPr>
      </p:sp>
      <p:sp>
        <p:nvSpPr>
          <p:cNvPr id="247" name="Shape 245"/>
          <p:cNvSpPr/>
          <p:nvPr/>
        </p:nvSpPr>
        <p:spPr>
          <a:xfrm rot="2700000">
            <a:off x="8407908" y="4846320"/>
            <a:ext cx="82296" cy="82296"/>
          </a:xfrm>
          <a:prstGeom prst="rect">
            <a:avLst/>
          </a:prstGeom>
          <a:solidFill>
            <a:srgbClr val="D4951A">
              <a:alpha val="15000"/>
            </a:srgbClr>
          </a:solidFill>
          <a:ln w="12700">
            <a:solidFill>
              <a:srgbClr val="D4951A"/>
            </a:solidFill>
            <a:prstDash val="solid"/>
          </a:ln>
        </p:spPr>
      </p:sp>
      <p:sp>
        <p:nvSpPr>
          <p:cNvPr id="248" name="Shape 246"/>
          <p:cNvSpPr/>
          <p:nvPr/>
        </p:nvSpPr>
        <p:spPr>
          <a:xfrm rot="2700000">
            <a:off x="8531352" y="4846320"/>
            <a:ext cx="82296" cy="82296"/>
          </a:xfrm>
          <a:prstGeom prst="rect">
            <a:avLst/>
          </a:prstGeom>
          <a:solidFill>
            <a:srgbClr val="D4951A">
              <a:alpha val="15000"/>
            </a:srgbClr>
          </a:solidFill>
          <a:ln w="12700">
            <a:solidFill>
              <a:srgbClr val="D4951A"/>
            </a:solidFill>
            <a:prstDash val="solid"/>
          </a:ln>
        </p:spPr>
      </p:sp>
      <p:sp>
        <p:nvSpPr>
          <p:cNvPr id="249" name="Shape 247"/>
          <p:cNvSpPr/>
          <p:nvPr/>
        </p:nvSpPr>
        <p:spPr>
          <a:xfrm rot="2700000">
            <a:off x="8654796" y="4846320"/>
            <a:ext cx="82296" cy="82296"/>
          </a:xfrm>
          <a:prstGeom prst="rect">
            <a:avLst/>
          </a:prstGeom>
          <a:solidFill>
            <a:srgbClr val="D4951A">
              <a:alpha val="15000"/>
            </a:srgbClr>
          </a:solidFill>
          <a:ln w="12700">
            <a:solidFill>
              <a:srgbClr val="D4951A"/>
            </a:solidFill>
            <a:prstDash val="solid"/>
          </a:ln>
        </p:spPr>
      </p:sp>
      <p:sp>
        <p:nvSpPr>
          <p:cNvPr id="250" name="Shape 248"/>
          <p:cNvSpPr/>
          <p:nvPr/>
        </p:nvSpPr>
        <p:spPr>
          <a:xfrm rot="2700000">
            <a:off x="8778240" y="4846320"/>
            <a:ext cx="82296" cy="82296"/>
          </a:xfrm>
          <a:prstGeom prst="rect">
            <a:avLst/>
          </a:prstGeom>
          <a:solidFill>
            <a:srgbClr val="D4951A">
              <a:alpha val="15000"/>
            </a:srgbClr>
          </a:solidFill>
          <a:ln w="12700">
            <a:solidFill>
              <a:srgbClr val="D4951A"/>
            </a:solidFill>
            <a:prstDash val="solid"/>
          </a:ln>
        </p:spPr>
      </p:sp>
      <p:sp>
        <p:nvSpPr>
          <p:cNvPr id="251" name="Shape 249"/>
          <p:cNvSpPr/>
          <p:nvPr/>
        </p:nvSpPr>
        <p:spPr>
          <a:xfrm rot="2700000">
            <a:off x="8901684" y="4846320"/>
            <a:ext cx="82296" cy="82296"/>
          </a:xfrm>
          <a:prstGeom prst="rect">
            <a:avLst/>
          </a:prstGeom>
          <a:solidFill>
            <a:srgbClr val="D4951A">
              <a:alpha val="15000"/>
            </a:srgbClr>
          </a:solidFill>
          <a:ln w="12700">
            <a:solidFill>
              <a:srgbClr val="D4951A"/>
            </a:solidFill>
            <a:prstDash val="solid"/>
          </a:ln>
        </p:spPr>
      </p:sp>
      <p:sp>
        <p:nvSpPr>
          <p:cNvPr id="252" name="Shape 250"/>
          <p:cNvSpPr/>
          <p:nvPr/>
        </p:nvSpPr>
        <p:spPr>
          <a:xfrm rot="2700000">
            <a:off x="9025128" y="4846320"/>
            <a:ext cx="82296" cy="82296"/>
          </a:xfrm>
          <a:prstGeom prst="rect">
            <a:avLst/>
          </a:prstGeom>
          <a:solidFill>
            <a:srgbClr val="D4951A">
              <a:alpha val="15000"/>
            </a:srgbClr>
          </a:solidFill>
          <a:ln w="12700">
            <a:solidFill>
              <a:srgbClr val="D4951A"/>
            </a:solidFill>
            <a:prstDash val="solid"/>
          </a:ln>
        </p:spPr>
      </p:sp>
      <p:sp>
        <p:nvSpPr>
          <p:cNvPr id="253" name="Text 251"/>
          <p:cNvSpPr/>
          <p:nvPr/>
        </p:nvSpPr>
        <p:spPr>
          <a:xfrm>
            <a:off x="365760" y="4901184"/>
            <a:ext cx="8412480" cy="228600"/>
          </a:xfrm>
          <a:prstGeom prst="rect">
            <a:avLst/>
          </a:prstGeom>
          <a:noFill/>
          <a:ln/>
        </p:spPr>
        <p:txBody>
          <a:bodyPr wrap="square" rtlCol="0" anchor="ctr"/>
          <a:lstStyle/>
          <a:p>
            <a:pPr algn="r" indent="0" marL="0">
              <a:buNone/>
            </a:pPr>
            <a:r>
              <a:rPr lang="en-US" sz="800" spc="150" kern="0" dirty="0">
                <a:solidFill>
                  <a:srgbClr val="5A6E82"/>
                </a:solidFill>
                <a:latin typeface="Calibri" pitchFamily="34" charset="0"/>
                <a:ea typeface="Calibri" pitchFamily="34" charset="-122"/>
                <a:cs typeface="Calibri" pitchFamily="34" charset="-120"/>
              </a:rPr>
              <a:t>PET FACTORY MAROC  ·  CHOIX DU COMPRESSEUR</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60A10"/>
          </a:solidFill>
          <a:ln/>
        </p:spPr>
      </p:sp>
      <p:sp>
        <p:nvSpPr>
          <p:cNvPr id="3" name="Shape 1"/>
          <p:cNvSpPr/>
          <p:nvPr/>
        </p:nvSpPr>
        <p:spPr>
          <a:xfrm rot="2700000">
            <a:off x="13716" y="749808"/>
            <a:ext cx="82296" cy="82296"/>
          </a:xfrm>
          <a:prstGeom prst="rect">
            <a:avLst/>
          </a:prstGeom>
          <a:solidFill>
            <a:srgbClr val="D4951A">
              <a:alpha val="55000"/>
            </a:srgbClr>
          </a:solidFill>
          <a:ln w="12700">
            <a:solidFill>
              <a:srgbClr val="D4951A"/>
            </a:solidFill>
            <a:prstDash val="solid"/>
          </a:ln>
        </p:spPr>
      </p:sp>
      <p:sp>
        <p:nvSpPr>
          <p:cNvPr id="4" name="Shape 2"/>
          <p:cNvSpPr/>
          <p:nvPr/>
        </p:nvSpPr>
        <p:spPr>
          <a:xfrm rot="2700000">
            <a:off x="137160" y="749808"/>
            <a:ext cx="82296" cy="82296"/>
          </a:xfrm>
          <a:prstGeom prst="rect">
            <a:avLst/>
          </a:prstGeom>
          <a:solidFill>
            <a:srgbClr val="D4951A">
              <a:alpha val="55000"/>
            </a:srgbClr>
          </a:solidFill>
          <a:ln w="12700">
            <a:solidFill>
              <a:srgbClr val="D4951A"/>
            </a:solidFill>
            <a:prstDash val="solid"/>
          </a:ln>
        </p:spPr>
      </p:sp>
      <p:sp>
        <p:nvSpPr>
          <p:cNvPr id="5" name="Shape 3"/>
          <p:cNvSpPr/>
          <p:nvPr/>
        </p:nvSpPr>
        <p:spPr>
          <a:xfrm rot="2700000">
            <a:off x="260604" y="749808"/>
            <a:ext cx="82296" cy="82296"/>
          </a:xfrm>
          <a:prstGeom prst="rect">
            <a:avLst/>
          </a:prstGeom>
          <a:solidFill>
            <a:srgbClr val="D4951A">
              <a:alpha val="55000"/>
            </a:srgbClr>
          </a:solidFill>
          <a:ln w="12700">
            <a:solidFill>
              <a:srgbClr val="D4951A"/>
            </a:solidFill>
            <a:prstDash val="solid"/>
          </a:ln>
        </p:spPr>
      </p:sp>
      <p:sp>
        <p:nvSpPr>
          <p:cNvPr id="6" name="Shape 4"/>
          <p:cNvSpPr/>
          <p:nvPr/>
        </p:nvSpPr>
        <p:spPr>
          <a:xfrm rot="2700000">
            <a:off x="384048" y="749808"/>
            <a:ext cx="82296" cy="82296"/>
          </a:xfrm>
          <a:prstGeom prst="rect">
            <a:avLst/>
          </a:prstGeom>
          <a:solidFill>
            <a:srgbClr val="D4951A">
              <a:alpha val="55000"/>
            </a:srgbClr>
          </a:solidFill>
          <a:ln w="12700">
            <a:solidFill>
              <a:srgbClr val="D4951A"/>
            </a:solidFill>
            <a:prstDash val="solid"/>
          </a:ln>
        </p:spPr>
      </p:sp>
      <p:sp>
        <p:nvSpPr>
          <p:cNvPr id="7" name="Shape 5"/>
          <p:cNvSpPr/>
          <p:nvPr/>
        </p:nvSpPr>
        <p:spPr>
          <a:xfrm rot="2700000">
            <a:off x="507492" y="749808"/>
            <a:ext cx="82296" cy="82296"/>
          </a:xfrm>
          <a:prstGeom prst="rect">
            <a:avLst/>
          </a:prstGeom>
          <a:solidFill>
            <a:srgbClr val="D4951A">
              <a:alpha val="55000"/>
            </a:srgbClr>
          </a:solidFill>
          <a:ln w="12700">
            <a:solidFill>
              <a:srgbClr val="D4951A"/>
            </a:solidFill>
            <a:prstDash val="solid"/>
          </a:ln>
        </p:spPr>
      </p:sp>
      <p:sp>
        <p:nvSpPr>
          <p:cNvPr id="8" name="Shape 6"/>
          <p:cNvSpPr/>
          <p:nvPr/>
        </p:nvSpPr>
        <p:spPr>
          <a:xfrm rot="2700000">
            <a:off x="630936" y="749808"/>
            <a:ext cx="82296" cy="82296"/>
          </a:xfrm>
          <a:prstGeom prst="rect">
            <a:avLst/>
          </a:prstGeom>
          <a:solidFill>
            <a:srgbClr val="D4951A">
              <a:alpha val="55000"/>
            </a:srgbClr>
          </a:solidFill>
          <a:ln w="12700">
            <a:solidFill>
              <a:srgbClr val="D4951A"/>
            </a:solidFill>
            <a:prstDash val="solid"/>
          </a:ln>
        </p:spPr>
      </p:sp>
      <p:sp>
        <p:nvSpPr>
          <p:cNvPr id="9" name="Shape 7"/>
          <p:cNvSpPr/>
          <p:nvPr/>
        </p:nvSpPr>
        <p:spPr>
          <a:xfrm rot="2700000">
            <a:off x="754380" y="749808"/>
            <a:ext cx="82296" cy="82296"/>
          </a:xfrm>
          <a:prstGeom prst="rect">
            <a:avLst/>
          </a:prstGeom>
          <a:solidFill>
            <a:srgbClr val="D4951A">
              <a:alpha val="55000"/>
            </a:srgbClr>
          </a:solidFill>
          <a:ln w="12700">
            <a:solidFill>
              <a:srgbClr val="D4951A"/>
            </a:solidFill>
            <a:prstDash val="solid"/>
          </a:ln>
        </p:spPr>
      </p:sp>
      <p:sp>
        <p:nvSpPr>
          <p:cNvPr id="10" name="Shape 8"/>
          <p:cNvSpPr/>
          <p:nvPr/>
        </p:nvSpPr>
        <p:spPr>
          <a:xfrm rot="2700000">
            <a:off x="877824" y="749808"/>
            <a:ext cx="82296" cy="82296"/>
          </a:xfrm>
          <a:prstGeom prst="rect">
            <a:avLst/>
          </a:prstGeom>
          <a:solidFill>
            <a:srgbClr val="D4951A">
              <a:alpha val="55000"/>
            </a:srgbClr>
          </a:solidFill>
          <a:ln w="12700">
            <a:solidFill>
              <a:srgbClr val="D4951A"/>
            </a:solidFill>
            <a:prstDash val="solid"/>
          </a:ln>
        </p:spPr>
      </p:sp>
      <p:sp>
        <p:nvSpPr>
          <p:cNvPr id="11" name="Shape 9"/>
          <p:cNvSpPr/>
          <p:nvPr/>
        </p:nvSpPr>
        <p:spPr>
          <a:xfrm rot="2700000">
            <a:off x="1001268" y="749808"/>
            <a:ext cx="82296" cy="82296"/>
          </a:xfrm>
          <a:prstGeom prst="rect">
            <a:avLst/>
          </a:prstGeom>
          <a:solidFill>
            <a:srgbClr val="D4951A">
              <a:alpha val="55000"/>
            </a:srgbClr>
          </a:solidFill>
          <a:ln w="12700">
            <a:solidFill>
              <a:srgbClr val="D4951A"/>
            </a:solidFill>
            <a:prstDash val="solid"/>
          </a:ln>
        </p:spPr>
      </p:sp>
      <p:sp>
        <p:nvSpPr>
          <p:cNvPr id="12" name="Shape 10"/>
          <p:cNvSpPr/>
          <p:nvPr/>
        </p:nvSpPr>
        <p:spPr>
          <a:xfrm rot="2700000">
            <a:off x="1124712" y="749808"/>
            <a:ext cx="82296" cy="82296"/>
          </a:xfrm>
          <a:prstGeom prst="rect">
            <a:avLst/>
          </a:prstGeom>
          <a:solidFill>
            <a:srgbClr val="D4951A">
              <a:alpha val="55000"/>
            </a:srgbClr>
          </a:solidFill>
          <a:ln w="12700">
            <a:solidFill>
              <a:srgbClr val="D4951A"/>
            </a:solidFill>
            <a:prstDash val="solid"/>
          </a:ln>
        </p:spPr>
      </p:sp>
      <p:sp>
        <p:nvSpPr>
          <p:cNvPr id="13" name="Shape 11"/>
          <p:cNvSpPr/>
          <p:nvPr/>
        </p:nvSpPr>
        <p:spPr>
          <a:xfrm rot="2700000">
            <a:off x="1248156" y="749808"/>
            <a:ext cx="82296" cy="82296"/>
          </a:xfrm>
          <a:prstGeom prst="rect">
            <a:avLst/>
          </a:prstGeom>
          <a:solidFill>
            <a:srgbClr val="D4951A">
              <a:alpha val="55000"/>
            </a:srgbClr>
          </a:solidFill>
          <a:ln w="12700">
            <a:solidFill>
              <a:srgbClr val="D4951A"/>
            </a:solidFill>
            <a:prstDash val="solid"/>
          </a:ln>
        </p:spPr>
      </p:sp>
      <p:sp>
        <p:nvSpPr>
          <p:cNvPr id="14" name="Shape 12"/>
          <p:cNvSpPr/>
          <p:nvPr/>
        </p:nvSpPr>
        <p:spPr>
          <a:xfrm rot="2700000">
            <a:off x="1371600" y="749808"/>
            <a:ext cx="82296" cy="82296"/>
          </a:xfrm>
          <a:prstGeom prst="rect">
            <a:avLst/>
          </a:prstGeom>
          <a:solidFill>
            <a:srgbClr val="D4951A">
              <a:alpha val="55000"/>
            </a:srgbClr>
          </a:solidFill>
          <a:ln w="12700">
            <a:solidFill>
              <a:srgbClr val="D4951A"/>
            </a:solidFill>
            <a:prstDash val="solid"/>
          </a:ln>
        </p:spPr>
      </p:sp>
      <p:sp>
        <p:nvSpPr>
          <p:cNvPr id="15" name="Shape 13"/>
          <p:cNvSpPr/>
          <p:nvPr/>
        </p:nvSpPr>
        <p:spPr>
          <a:xfrm rot="2700000">
            <a:off x="1495044" y="749808"/>
            <a:ext cx="82296" cy="82296"/>
          </a:xfrm>
          <a:prstGeom prst="rect">
            <a:avLst/>
          </a:prstGeom>
          <a:solidFill>
            <a:srgbClr val="D4951A">
              <a:alpha val="55000"/>
            </a:srgbClr>
          </a:solidFill>
          <a:ln w="12700">
            <a:solidFill>
              <a:srgbClr val="D4951A"/>
            </a:solidFill>
            <a:prstDash val="solid"/>
          </a:ln>
        </p:spPr>
      </p:sp>
      <p:sp>
        <p:nvSpPr>
          <p:cNvPr id="16" name="Shape 14"/>
          <p:cNvSpPr/>
          <p:nvPr/>
        </p:nvSpPr>
        <p:spPr>
          <a:xfrm rot="2700000">
            <a:off x="1618488" y="749808"/>
            <a:ext cx="82296" cy="82296"/>
          </a:xfrm>
          <a:prstGeom prst="rect">
            <a:avLst/>
          </a:prstGeom>
          <a:solidFill>
            <a:srgbClr val="D4951A">
              <a:alpha val="55000"/>
            </a:srgbClr>
          </a:solidFill>
          <a:ln w="12700">
            <a:solidFill>
              <a:srgbClr val="D4951A"/>
            </a:solidFill>
            <a:prstDash val="solid"/>
          </a:ln>
        </p:spPr>
      </p:sp>
      <p:sp>
        <p:nvSpPr>
          <p:cNvPr id="17" name="Shape 15"/>
          <p:cNvSpPr/>
          <p:nvPr/>
        </p:nvSpPr>
        <p:spPr>
          <a:xfrm rot="2700000">
            <a:off x="1741932" y="749808"/>
            <a:ext cx="82296" cy="82296"/>
          </a:xfrm>
          <a:prstGeom prst="rect">
            <a:avLst/>
          </a:prstGeom>
          <a:solidFill>
            <a:srgbClr val="D4951A">
              <a:alpha val="55000"/>
            </a:srgbClr>
          </a:solidFill>
          <a:ln w="12700">
            <a:solidFill>
              <a:srgbClr val="D4951A"/>
            </a:solidFill>
            <a:prstDash val="solid"/>
          </a:ln>
        </p:spPr>
      </p:sp>
      <p:sp>
        <p:nvSpPr>
          <p:cNvPr id="18" name="Shape 16"/>
          <p:cNvSpPr/>
          <p:nvPr/>
        </p:nvSpPr>
        <p:spPr>
          <a:xfrm rot="2700000">
            <a:off x="1865376" y="749808"/>
            <a:ext cx="82296" cy="82296"/>
          </a:xfrm>
          <a:prstGeom prst="rect">
            <a:avLst/>
          </a:prstGeom>
          <a:solidFill>
            <a:srgbClr val="D4951A">
              <a:alpha val="55000"/>
            </a:srgbClr>
          </a:solidFill>
          <a:ln w="12700">
            <a:solidFill>
              <a:srgbClr val="D4951A"/>
            </a:solidFill>
            <a:prstDash val="solid"/>
          </a:ln>
        </p:spPr>
      </p:sp>
      <p:sp>
        <p:nvSpPr>
          <p:cNvPr id="19" name="Shape 17"/>
          <p:cNvSpPr/>
          <p:nvPr/>
        </p:nvSpPr>
        <p:spPr>
          <a:xfrm rot="2700000">
            <a:off x="1988820" y="749808"/>
            <a:ext cx="82296" cy="82296"/>
          </a:xfrm>
          <a:prstGeom prst="rect">
            <a:avLst/>
          </a:prstGeom>
          <a:solidFill>
            <a:srgbClr val="D4951A">
              <a:alpha val="55000"/>
            </a:srgbClr>
          </a:solidFill>
          <a:ln w="12700">
            <a:solidFill>
              <a:srgbClr val="D4951A"/>
            </a:solidFill>
            <a:prstDash val="solid"/>
          </a:ln>
        </p:spPr>
      </p:sp>
      <p:sp>
        <p:nvSpPr>
          <p:cNvPr id="20" name="Shape 18"/>
          <p:cNvSpPr/>
          <p:nvPr/>
        </p:nvSpPr>
        <p:spPr>
          <a:xfrm rot="2700000">
            <a:off x="2112264" y="749808"/>
            <a:ext cx="82296" cy="82296"/>
          </a:xfrm>
          <a:prstGeom prst="rect">
            <a:avLst/>
          </a:prstGeom>
          <a:solidFill>
            <a:srgbClr val="D4951A">
              <a:alpha val="55000"/>
            </a:srgbClr>
          </a:solidFill>
          <a:ln w="12700">
            <a:solidFill>
              <a:srgbClr val="D4951A"/>
            </a:solidFill>
            <a:prstDash val="solid"/>
          </a:ln>
        </p:spPr>
      </p:sp>
      <p:sp>
        <p:nvSpPr>
          <p:cNvPr id="21" name="Shape 19"/>
          <p:cNvSpPr/>
          <p:nvPr/>
        </p:nvSpPr>
        <p:spPr>
          <a:xfrm rot="2700000">
            <a:off x="2235708" y="749808"/>
            <a:ext cx="82296" cy="82296"/>
          </a:xfrm>
          <a:prstGeom prst="rect">
            <a:avLst/>
          </a:prstGeom>
          <a:solidFill>
            <a:srgbClr val="D4951A">
              <a:alpha val="55000"/>
            </a:srgbClr>
          </a:solidFill>
          <a:ln w="12700">
            <a:solidFill>
              <a:srgbClr val="D4951A"/>
            </a:solidFill>
            <a:prstDash val="solid"/>
          </a:ln>
        </p:spPr>
      </p:sp>
      <p:sp>
        <p:nvSpPr>
          <p:cNvPr id="22" name="Shape 20"/>
          <p:cNvSpPr/>
          <p:nvPr/>
        </p:nvSpPr>
        <p:spPr>
          <a:xfrm rot="2700000">
            <a:off x="2359152" y="749808"/>
            <a:ext cx="82296" cy="82296"/>
          </a:xfrm>
          <a:prstGeom prst="rect">
            <a:avLst/>
          </a:prstGeom>
          <a:solidFill>
            <a:srgbClr val="D4951A">
              <a:alpha val="55000"/>
            </a:srgbClr>
          </a:solidFill>
          <a:ln w="12700">
            <a:solidFill>
              <a:srgbClr val="D4951A"/>
            </a:solidFill>
            <a:prstDash val="solid"/>
          </a:ln>
        </p:spPr>
      </p:sp>
      <p:sp>
        <p:nvSpPr>
          <p:cNvPr id="23" name="Shape 21"/>
          <p:cNvSpPr/>
          <p:nvPr/>
        </p:nvSpPr>
        <p:spPr>
          <a:xfrm rot="2700000">
            <a:off x="2482596" y="749808"/>
            <a:ext cx="82296" cy="82296"/>
          </a:xfrm>
          <a:prstGeom prst="rect">
            <a:avLst/>
          </a:prstGeom>
          <a:solidFill>
            <a:srgbClr val="D4951A">
              <a:alpha val="55000"/>
            </a:srgbClr>
          </a:solidFill>
          <a:ln w="12700">
            <a:solidFill>
              <a:srgbClr val="D4951A"/>
            </a:solidFill>
            <a:prstDash val="solid"/>
          </a:ln>
        </p:spPr>
      </p:sp>
      <p:sp>
        <p:nvSpPr>
          <p:cNvPr id="24" name="Shape 22"/>
          <p:cNvSpPr/>
          <p:nvPr/>
        </p:nvSpPr>
        <p:spPr>
          <a:xfrm rot="2700000">
            <a:off x="2606040" y="749808"/>
            <a:ext cx="82296" cy="82296"/>
          </a:xfrm>
          <a:prstGeom prst="rect">
            <a:avLst/>
          </a:prstGeom>
          <a:solidFill>
            <a:srgbClr val="D4951A">
              <a:alpha val="55000"/>
            </a:srgbClr>
          </a:solidFill>
          <a:ln w="12700">
            <a:solidFill>
              <a:srgbClr val="D4951A"/>
            </a:solidFill>
            <a:prstDash val="solid"/>
          </a:ln>
        </p:spPr>
      </p:sp>
      <p:sp>
        <p:nvSpPr>
          <p:cNvPr id="25" name="Shape 23"/>
          <p:cNvSpPr/>
          <p:nvPr/>
        </p:nvSpPr>
        <p:spPr>
          <a:xfrm rot="2700000">
            <a:off x="2729484" y="749808"/>
            <a:ext cx="82296" cy="82296"/>
          </a:xfrm>
          <a:prstGeom prst="rect">
            <a:avLst/>
          </a:prstGeom>
          <a:solidFill>
            <a:srgbClr val="D4951A">
              <a:alpha val="55000"/>
            </a:srgbClr>
          </a:solidFill>
          <a:ln w="12700">
            <a:solidFill>
              <a:srgbClr val="D4951A"/>
            </a:solidFill>
            <a:prstDash val="solid"/>
          </a:ln>
        </p:spPr>
      </p:sp>
      <p:sp>
        <p:nvSpPr>
          <p:cNvPr id="26" name="Shape 24"/>
          <p:cNvSpPr/>
          <p:nvPr/>
        </p:nvSpPr>
        <p:spPr>
          <a:xfrm rot="2700000">
            <a:off x="2852928" y="749808"/>
            <a:ext cx="82296" cy="82296"/>
          </a:xfrm>
          <a:prstGeom prst="rect">
            <a:avLst/>
          </a:prstGeom>
          <a:solidFill>
            <a:srgbClr val="D4951A">
              <a:alpha val="55000"/>
            </a:srgbClr>
          </a:solidFill>
          <a:ln w="12700">
            <a:solidFill>
              <a:srgbClr val="D4951A"/>
            </a:solidFill>
            <a:prstDash val="solid"/>
          </a:ln>
        </p:spPr>
      </p:sp>
      <p:sp>
        <p:nvSpPr>
          <p:cNvPr id="27" name="Shape 25"/>
          <p:cNvSpPr/>
          <p:nvPr/>
        </p:nvSpPr>
        <p:spPr>
          <a:xfrm rot="2700000">
            <a:off x="2976372" y="749808"/>
            <a:ext cx="82296" cy="82296"/>
          </a:xfrm>
          <a:prstGeom prst="rect">
            <a:avLst/>
          </a:prstGeom>
          <a:solidFill>
            <a:srgbClr val="D4951A">
              <a:alpha val="55000"/>
            </a:srgbClr>
          </a:solidFill>
          <a:ln w="12700">
            <a:solidFill>
              <a:srgbClr val="D4951A"/>
            </a:solidFill>
            <a:prstDash val="solid"/>
          </a:ln>
        </p:spPr>
      </p:sp>
      <p:sp>
        <p:nvSpPr>
          <p:cNvPr id="28" name="Shape 26"/>
          <p:cNvSpPr/>
          <p:nvPr/>
        </p:nvSpPr>
        <p:spPr>
          <a:xfrm rot="2700000">
            <a:off x="3099816" y="749808"/>
            <a:ext cx="82296" cy="82296"/>
          </a:xfrm>
          <a:prstGeom prst="rect">
            <a:avLst/>
          </a:prstGeom>
          <a:solidFill>
            <a:srgbClr val="D4951A">
              <a:alpha val="55000"/>
            </a:srgbClr>
          </a:solidFill>
          <a:ln w="12700">
            <a:solidFill>
              <a:srgbClr val="D4951A"/>
            </a:solidFill>
            <a:prstDash val="solid"/>
          </a:ln>
        </p:spPr>
      </p:sp>
      <p:sp>
        <p:nvSpPr>
          <p:cNvPr id="29" name="Shape 27"/>
          <p:cNvSpPr/>
          <p:nvPr/>
        </p:nvSpPr>
        <p:spPr>
          <a:xfrm rot="2700000">
            <a:off x="3223260" y="749808"/>
            <a:ext cx="82296" cy="82296"/>
          </a:xfrm>
          <a:prstGeom prst="rect">
            <a:avLst/>
          </a:prstGeom>
          <a:solidFill>
            <a:srgbClr val="D4951A">
              <a:alpha val="55000"/>
            </a:srgbClr>
          </a:solidFill>
          <a:ln w="12700">
            <a:solidFill>
              <a:srgbClr val="D4951A"/>
            </a:solidFill>
            <a:prstDash val="solid"/>
          </a:ln>
        </p:spPr>
      </p:sp>
      <p:sp>
        <p:nvSpPr>
          <p:cNvPr id="30" name="Shape 28"/>
          <p:cNvSpPr/>
          <p:nvPr/>
        </p:nvSpPr>
        <p:spPr>
          <a:xfrm rot="2700000">
            <a:off x="3346704" y="749808"/>
            <a:ext cx="82296" cy="82296"/>
          </a:xfrm>
          <a:prstGeom prst="rect">
            <a:avLst/>
          </a:prstGeom>
          <a:solidFill>
            <a:srgbClr val="D4951A">
              <a:alpha val="55000"/>
            </a:srgbClr>
          </a:solidFill>
          <a:ln w="12700">
            <a:solidFill>
              <a:srgbClr val="D4951A"/>
            </a:solidFill>
            <a:prstDash val="solid"/>
          </a:ln>
        </p:spPr>
      </p:sp>
      <p:sp>
        <p:nvSpPr>
          <p:cNvPr id="31" name="Shape 29"/>
          <p:cNvSpPr/>
          <p:nvPr/>
        </p:nvSpPr>
        <p:spPr>
          <a:xfrm rot="2700000">
            <a:off x="3470148" y="749808"/>
            <a:ext cx="82296" cy="82296"/>
          </a:xfrm>
          <a:prstGeom prst="rect">
            <a:avLst/>
          </a:prstGeom>
          <a:solidFill>
            <a:srgbClr val="D4951A">
              <a:alpha val="55000"/>
            </a:srgbClr>
          </a:solidFill>
          <a:ln w="12700">
            <a:solidFill>
              <a:srgbClr val="D4951A"/>
            </a:solidFill>
            <a:prstDash val="solid"/>
          </a:ln>
        </p:spPr>
      </p:sp>
      <p:sp>
        <p:nvSpPr>
          <p:cNvPr id="32" name="Shape 30"/>
          <p:cNvSpPr/>
          <p:nvPr/>
        </p:nvSpPr>
        <p:spPr>
          <a:xfrm rot="2700000">
            <a:off x="3593592" y="749808"/>
            <a:ext cx="82296" cy="82296"/>
          </a:xfrm>
          <a:prstGeom prst="rect">
            <a:avLst/>
          </a:prstGeom>
          <a:solidFill>
            <a:srgbClr val="D4951A">
              <a:alpha val="55000"/>
            </a:srgbClr>
          </a:solidFill>
          <a:ln w="12700">
            <a:solidFill>
              <a:srgbClr val="D4951A"/>
            </a:solidFill>
            <a:prstDash val="solid"/>
          </a:ln>
        </p:spPr>
      </p:sp>
      <p:sp>
        <p:nvSpPr>
          <p:cNvPr id="33" name="Shape 31"/>
          <p:cNvSpPr/>
          <p:nvPr/>
        </p:nvSpPr>
        <p:spPr>
          <a:xfrm rot="2700000">
            <a:off x="3717036" y="749808"/>
            <a:ext cx="82296" cy="82296"/>
          </a:xfrm>
          <a:prstGeom prst="rect">
            <a:avLst/>
          </a:prstGeom>
          <a:solidFill>
            <a:srgbClr val="D4951A">
              <a:alpha val="55000"/>
            </a:srgbClr>
          </a:solidFill>
          <a:ln w="12700">
            <a:solidFill>
              <a:srgbClr val="D4951A"/>
            </a:solidFill>
            <a:prstDash val="solid"/>
          </a:ln>
        </p:spPr>
      </p:sp>
      <p:sp>
        <p:nvSpPr>
          <p:cNvPr id="34" name="Shape 32"/>
          <p:cNvSpPr/>
          <p:nvPr/>
        </p:nvSpPr>
        <p:spPr>
          <a:xfrm rot="2700000">
            <a:off x="3840480" y="749808"/>
            <a:ext cx="82296" cy="82296"/>
          </a:xfrm>
          <a:prstGeom prst="rect">
            <a:avLst/>
          </a:prstGeom>
          <a:solidFill>
            <a:srgbClr val="D4951A">
              <a:alpha val="55000"/>
            </a:srgbClr>
          </a:solidFill>
          <a:ln w="12700">
            <a:solidFill>
              <a:srgbClr val="D4951A"/>
            </a:solidFill>
            <a:prstDash val="solid"/>
          </a:ln>
        </p:spPr>
      </p:sp>
      <p:sp>
        <p:nvSpPr>
          <p:cNvPr id="35" name="Shape 33"/>
          <p:cNvSpPr/>
          <p:nvPr/>
        </p:nvSpPr>
        <p:spPr>
          <a:xfrm rot="2700000">
            <a:off x="3963924" y="749808"/>
            <a:ext cx="82296" cy="82296"/>
          </a:xfrm>
          <a:prstGeom prst="rect">
            <a:avLst/>
          </a:prstGeom>
          <a:solidFill>
            <a:srgbClr val="D4951A">
              <a:alpha val="55000"/>
            </a:srgbClr>
          </a:solidFill>
          <a:ln w="12700">
            <a:solidFill>
              <a:srgbClr val="D4951A"/>
            </a:solidFill>
            <a:prstDash val="solid"/>
          </a:ln>
        </p:spPr>
      </p:sp>
      <p:sp>
        <p:nvSpPr>
          <p:cNvPr id="36" name="Shape 34"/>
          <p:cNvSpPr/>
          <p:nvPr/>
        </p:nvSpPr>
        <p:spPr>
          <a:xfrm rot="2700000">
            <a:off x="4087368" y="749808"/>
            <a:ext cx="82296" cy="82296"/>
          </a:xfrm>
          <a:prstGeom prst="rect">
            <a:avLst/>
          </a:prstGeom>
          <a:solidFill>
            <a:srgbClr val="D4951A">
              <a:alpha val="55000"/>
            </a:srgbClr>
          </a:solidFill>
          <a:ln w="12700">
            <a:solidFill>
              <a:srgbClr val="D4951A"/>
            </a:solidFill>
            <a:prstDash val="solid"/>
          </a:ln>
        </p:spPr>
      </p:sp>
      <p:sp>
        <p:nvSpPr>
          <p:cNvPr id="37" name="Shape 35"/>
          <p:cNvSpPr/>
          <p:nvPr/>
        </p:nvSpPr>
        <p:spPr>
          <a:xfrm rot="2700000">
            <a:off x="4210812" y="749808"/>
            <a:ext cx="82296" cy="82296"/>
          </a:xfrm>
          <a:prstGeom prst="rect">
            <a:avLst/>
          </a:prstGeom>
          <a:solidFill>
            <a:srgbClr val="D4951A">
              <a:alpha val="55000"/>
            </a:srgbClr>
          </a:solidFill>
          <a:ln w="12700">
            <a:solidFill>
              <a:srgbClr val="D4951A"/>
            </a:solidFill>
            <a:prstDash val="solid"/>
          </a:ln>
        </p:spPr>
      </p:sp>
      <p:sp>
        <p:nvSpPr>
          <p:cNvPr id="38" name="Shape 36"/>
          <p:cNvSpPr/>
          <p:nvPr/>
        </p:nvSpPr>
        <p:spPr>
          <a:xfrm rot="2700000">
            <a:off x="4334256" y="749808"/>
            <a:ext cx="82296" cy="82296"/>
          </a:xfrm>
          <a:prstGeom prst="rect">
            <a:avLst/>
          </a:prstGeom>
          <a:solidFill>
            <a:srgbClr val="D4951A">
              <a:alpha val="55000"/>
            </a:srgbClr>
          </a:solidFill>
          <a:ln w="12700">
            <a:solidFill>
              <a:srgbClr val="D4951A"/>
            </a:solidFill>
            <a:prstDash val="solid"/>
          </a:ln>
        </p:spPr>
      </p:sp>
      <p:sp>
        <p:nvSpPr>
          <p:cNvPr id="39" name="Shape 37"/>
          <p:cNvSpPr/>
          <p:nvPr/>
        </p:nvSpPr>
        <p:spPr>
          <a:xfrm rot="2700000">
            <a:off x="4457700" y="749808"/>
            <a:ext cx="82296" cy="82296"/>
          </a:xfrm>
          <a:prstGeom prst="rect">
            <a:avLst/>
          </a:prstGeom>
          <a:solidFill>
            <a:srgbClr val="D4951A">
              <a:alpha val="55000"/>
            </a:srgbClr>
          </a:solidFill>
          <a:ln w="12700">
            <a:solidFill>
              <a:srgbClr val="D4951A"/>
            </a:solidFill>
            <a:prstDash val="solid"/>
          </a:ln>
        </p:spPr>
      </p:sp>
      <p:sp>
        <p:nvSpPr>
          <p:cNvPr id="40" name="Shape 38"/>
          <p:cNvSpPr/>
          <p:nvPr/>
        </p:nvSpPr>
        <p:spPr>
          <a:xfrm rot="2700000">
            <a:off x="4581144" y="749808"/>
            <a:ext cx="82296" cy="82296"/>
          </a:xfrm>
          <a:prstGeom prst="rect">
            <a:avLst/>
          </a:prstGeom>
          <a:solidFill>
            <a:srgbClr val="D4951A">
              <a:alpha val="55000"/>
            </a:srgbClr>
          </a:solidFill>
          <a:ln w="12700">
            <a:solidFill>
              <a:srgbClr val="D4951A"/>
            </a:solidFill>
            <a:prstDash val="solid"/>
          </a:ln>
        </p:spPr>
      </p:sp>
      <p:sp>
        <p:nvSpPr>
          <p:cNvPr id="41" name="Shape 39"/>
          <p:cNvSpPr/>
          <p:nvPr/>
        </p:nvSpPr>
        <p:spPr>
          <a:xfrm rot="2700000">
            <a:off x="4704588" y="749808"/>
            <a:ext cx="82296" cy="82296"/>
          </a:xfrm>
          <a:prstGeom prst="rect">
            <a:avLst/>
          </a:prstGeom>
          <a:solidFill>
            <a:srgbClr val="D4951A">
              <a:alpha val="55000"/>
            </a:srgbClr>
          </a:solidFill>
          <a:ln w="12700">
            <a:solidFill>
              <a:srgbClr val="D4951A"/>
            </a:solidFill>
            <a:prstDash val="solid"/>
          </a:ln>
        </p:spPr>
      </p:sp>
      <p:sp>
        <p:nvSpPr>
          <p:cNvPr id="42" name="Shape 40"/>
          <p:cNvSpPr/>
          <p:nvPr/>
        </p:nvSpPr>
        <p:spPr>
          <a:xfrm rot="2700000">
            <a:off x="4828032" y="749808"/>
            <a:ext cx="82296" cy="82296"/>
          </a:xfrm>
          <a:prstGeom prst="rect">
            <a:avLst/>
          </a:prstGeom>
          <a:solidFill>
            <a:srgbClr val="D4951A">
              <a:alpha val="55000"/>
            </a:srgbClr>
          </a:solidFill>
          <a:ln w="12700">
            <a:solidFill>
              <a:srgbClr val="D4951A"/>
            </a:solidFill>
            <a:prstDash val="solid"/>
          </a:ln>
        </p:spPr>
      </p:sp>
      <p:sp>
        <p:nvSpPr>
          <p:cNvPr id="43" name="Shape 41"/>
          <p:cNvSpPr/>
          <p:nvPr/>
        </p:nvSpPr>
        <p:spPr>
          <a:xfrm rot="2700000">
            <a:off x="4951476" y="749808"/>
            <a:ext cx="82296" cy="82296"/>
          </a:xfrm>
          <a:prstGeom prst="rect">
            <a:avLst/>
          </a:prstGeom>
          <a:solidFill>
            <a:srgbClr val="D4951A">
              <a:alpha val="55000"/>
            </a:srgbClr>
          </a:solidFill>
          <a:ln w="12700">
            <a:solidFill>
              <a:srgbClr val="D4951A"/>
            </a:solidFill>
            <a:prstDash val="solid"/>
          </a:ln>
        </p:spPr>
      </p:sp>
      <p:sp>
        <p:nvSpPr>
          <p:cNvPr id="44" name="Shape 42"/>
          <p:cNvSpPr/>
          <p:nvPr/>
        </p:nvSpPr>
        <p:spPr>
          <a:xfrm rot="2700000">
            <a:off x="5074920" y="749808"/>
            <a:ext cx="82296" cy="82296"/>
          </a:xfrm>
          <a:prstGeom prst="rect">
            <a:avLst/>
          </a:prstGeom>
          <a:solidFill>
            <a:srgbClr val="D4951A">
              <a:alpha val="55000"/>
            </a:srgbClr>
          </a:solidFill>
          <a:ln w="12700">
            <a:solidFill>
              <a:srgbClr val="D4951A"/>
            </a:solidFill>
            <a:prstDash val="solid"/>
          </a:ln>
        </p:spPr>
      </p:sp>
      <p:sp>
        <p:nvSpPr>
          <p:cNvPr id="45" name="Shape 43"/>
          <p:cNvSpPr/>
          <p:nvPr/>
        </p:nvSpPr>
        <p:spPr>
          <a:xfrm rot="2700000">
            <a:off x="5198364" y="749808"/>
            <a:ext cx="82296" cy="82296"/>
          </a:xfrm>
          <a:prstGeom prst="rect">
            <a:avLst/>
          </a:prstGeom>
          <a:solidFill>
            <a:srgbClr val="D4951A">
              <a:alpha val="55000"/>
            </a:srgbClr>
          </a:solidFill>
          <a:ln w="12700">
            <a:solidFill>
              <a:srgbClr val="D4951A"/>
            </a:solidFill>
            <a:prstDash val="solid"/>
          </a:ln>
        </p:spPr>
      </p:sp>
      <p:sp>
        <p:nvSpPr>
          <p:cNvPr id="46" name="Shape 44"/>
          <p:cNvSpPr/>
          <p:nvPr/>
        </p:nvSpPr>
        <p:spPr>
          <a:xfrm rot="2700000">
            <a:off x="5321808" y="749808"/>
            <a:ext cx="82296" cy="82296"/>
          </a:xfrm>
          <a:prstGeom prst="rect">
            <a:avLst/>
          </a:prstGeom>
          <a:solidFill>
            <a:srgbClr val="D4951A">
              <a:alpha val="55000"/>
            </a:srgbClr>
          </a:solidFill>
          <a:ln w="12700">
            <a:solidFill>
              <a:srgbClr val="D4951A"/>
            </a:solidFill>
            <a:prstDash val="solid"/>
          </a:ln>
        </p:spPr>
      </p:sp>
      <p:sp>
        <p:nvSpPr>
          <p:cNvPr id="47" name="Shape 45"/>
          <p:cNvSpPr/>
          <p:nvPr/>
        </p:nvSpPr>
        <p:spPr>
          <a:xfrm rot="2700000">
            <a:off x="5445252" y="749808"/>
            <a:ext cx="82296" cy="82296"/>
          </a:xfrm>
          <a:prstGeom prst="rect">
            <a:avLst/>
          </a:prstGeom>
          <a:solidFill>
            <a:srgbClr val="D4951A">
              <a:alpha val="55000"/>
            </a:srgbClr>
          </a:solidFill>
          <a:ln w="12700">
            <a:solidFill>
              <a:srgbClr val="D4951A"/>
            </a:solidFill>
            <a:prstDash val="solid"/>
          </a:ln>
        </p:spPr>
      </p:sp>
      <p:sp>
        <p:nvSpPr>
          <p:cNvPr id="48" name="Shape 46"/>
          <p:cNvSpPr/>
          <p:nvPr/>
        </p:nvSpPr>
        <p:spPr>
          <a:xfrm rot="2700000">
            <a:off x="5568696" y="749808"/>
            <a:ext cx="82296" cy="82296"/>
          </a:xfrm>
          <a:prstGeom prst="rect">
            <a:avLst/>
          </a:prstGeom>
          <a:solidFill>
            <a:srgbClr val="D4951A">
              <a:alpha val="55000"/>
            </a:srgbClr>
          </a:solidFill>
          <a:ln w="12700">
            <a:solidFill>
              <a:srgbClr val="D4951A"/>
            </a:solidFill>
            <a:prstDash val="solid"/>
          </a:ln>
        </p:spPr>
      </p:sp>
      <p:sp>
        <p:nvSpPr>
          <p:cNvPr id="49" name="Shape 47"/>
          <p:cNvSpPr/>
          <p:nvPr/>
        </p:nvSpPr>
        <p:spPr>
          <a:xfrm rot="2700000">
            <a:off x="5692140" y="749808"/>
            <a:ext cx="82296" cy="82296"/>
          </a:xfrm>
          <a:prstGeom prst="rect">
            <a:avLst/>
          </a:prstGeom>
          <a:solidFill>
            <a:srgbClr val="D4951A">
              <a:alpha val="55000"/>
            </a:srgbClr>
          </a:solidFill>
          <a:ln w="12700">
            <a:solidFill>
              <a:srgbClr val="D4951A"/>
            </a:solidFill>
            <a:prstDash val="solid"/>
          </a:ln>
        </p:spPr>
      </p:sp>
      <p:sp>
        <p:nvSpPr>
          <p:cNvPr id="50" name="Shape 48"/>
          <p:cNvSpPr/>
          <p:nvPr/>
        </p:nvSpPr>
        <p:spPr>
          <a:xfrm rot="2700000">
            <a:off x="5815584" y="749808"/>
            <a:ext cx="82296" cy="82296"/>
          </a:xfrm>
          <a:prstGeom prst="rect">
            <a:avLst/>
          </a:prstGeom>
          <a:solidFill>
            <a:srgbClr val="D4951A">
              <a:alpha val="55000"/>
            </a:srgbClr>
          </a:solidFill>
          <a:ln w="12700">
            <a:solidFill>
              <a:srgbClr val="D4951A"/>
            </a:solidFill>
            <a:prstDash val="solid"/>
          </a:ln>
        </p:spPr>
      </p:sp>
      <p:sp>
        <p:nvSpPr>
          <p:cNvPr id="51" name="Shape 49"/>
          <p:cNvSpPr/>
          <p:nvPr/>
        </p:nvSpPr>
        <p:spPr>
          <a:xfrm rot="2700000">
            <a:off x="5939028" y="749808"/>
            <a:ext cx="82296" cy="82296"/>
          </a:xfrm>
          <a:prstGeom prst="rect">
            <a:avLst/>
          </a:prstGeom>
          <a:solidFill>
            <a:srgbClr val="D4951A">
              <a:alpha val="55000"/>
            </a:srgbClr>
          </a:solidFill>
          <a:ln w="12700">
            <a:solidFill>
              <a:srgbClr val="D4951A"/>
            </a:solidFill>
            <a:prstDash val="solid"/>
          </a:ln>
        </p:spPr>
      </p:sp>
      <p:sp>
        <p:nvSpPr>
          <p:cNvPr id="52" name="Shape 50"/>
          <p:cNvSpPr/>
          <p:nvPr/>
        </p:nvSpPr>
        <p:spPr>
          <a:xfrm rot="2700000">
            <a:off x="6062472" y="749808"/>
            <a:ext cx="82296" cy="82296"/>
          </a:xfrm>
          <a:prstGeom prst="rect">
            <a:avLst/>
          </a:prstGeom>
          <a:solidFill>
            <a:srgbClr val="D4951A">
              <a:alpha val="55000"/>
            </a:srgbClr>
          </a:solidFill>
          <a:ln w="12700">
            <a:solidFill>
              <a:srgbClr val="D4951A"/>
            </a:solidFill>
            <a:prstDash val="solid"/>
          </a:ln>
        </p:spPr>
      </p:sp>
      <p:sp>
        <p:nvSpPr>
          <p:cNvPr id="53" name="Shape 51"/>
          <p:cNvSpPr/>
          <p:nvPr/>
        </p:nvSpPr>
        <p:spPr>
          <a:xfrm rot="2700000">
            <a:off x="6185916" y="749808"/>
            <a:ext cx="82296" cy="82296"/>
          </a:xfrm>
          <a:prstGeom prst="rect">
            <a:avLst/>
          </a:prstGeom>
          <a:solidFill>
            <a:srgbClr val="D4951A">
              <a:alpha val="55000"/>
            </a:srgbClr>
          </a:solidFill>
          <a:ln w="12700">
            <a:solidFill>
              <a:srgbClr val="D4951A"/>
            </a:solidFill>
            <a:prstDash val="solid"/>
          </a:ln>
        </p:spPr>
      </p:sp>
      <p:sp>
        <p:nvSpPr>
          <p:cNvPr id="54" name="Shape 52"/>
          <p:cNvSpPr/>
          <p:nvPr/>
        </p:nvSpPr>
        <p:spPr>
          <a:xfrm rot="2700000">
            <a:off x="6309360" y="749808"/>
            <a:ext cx="82296" cy="82296"/>
          </a:xfrm>
          <a:prstGeom prst="rect">
            <a:avLst/>
          </a:prstGeom>
          <a:solidFill>
            <a:srgbClr val="D4951A">
              <a:alpha val="55000"/>
            </a:srgbClr>
          </a:solidFill>
          <a:ln w="12700">
            <a:solidFill>
              <a:srgbClr val="D4951A"/>
            </a:solidFill>
            <a:prstDash val="solid"/>
          </a:ln>
        </p:spPr>
      </p:sp>
      <p:sp>
        <p:nvSpPr>
          <p:cNvPr id="55" name="Shape 53"/>
          <p:cNvSpPr/>
          <p:nvPr/>
        </p:nvSpPr>
        <p:spPr>
          <a:xfrm rot="2700000">
            <a:off x="6432804" y="749808"/>
            <a:ext cx="82296" cy="82296"/>
          </a:xfrm>
          <a:prstGeom prst="rect">
            <a:avLst/>
          </a:prstGeom>
          <a:solidFill>
            <a:srgbClr val="D4951A">
              <a:alpha val="55000"/>
            </a:srgbClr>
          </a:solidFill>
          <a:ln w="12700">
            <a:solidFill>
              <a:srgbClr val="D4951A"/>
            </a:solidFill>
            <a:prstDash val="solid"/>
          </a:ln>
        </p:spPr>
      </p:sp>
      <p:sp>
        <p:nvSpPr>
          <p:cNvPr id="56" name="Shape 54"/>
          <p:cNvSpPr/>
          <p:nvPr/>
        </p:nvSpPr>
        <p:spPr>
          <a:xfrm rot="2700000">
            <a:off x="6556248" y="749808"/>
            <a:ext cx="82296" cy="82296"/>
          </a:xfrm>
          <a:prstGeom prst="rect">
            <a:avLst/>
          </a:prstGeom>
          <a:solidFill>
            <a:srgbClr val="D4951A">
              <a:alpha val="55000"/>
            </a:srgbClr>
          </a:solidFill>
          <a:ln w="12700">
            <a:solidFill>
              <a:srgbClr val="D4951A"/>
            </a:solidFill>
            <a:prstDash val="solid"/>
          </a:ln>
        </p:spPr>
      </p:sp>
      <p:sp>
        <p:nvSpPr>
          <p:cNvPr id="57" name="Shape 55"/>
          <p:cNvSpPr/>
          <p:nvPr/>
        </p:nvSpPr>
        <p:spPr>
          <a:xfrm rot="2700000">
            <a:off x="6679692" y="749808"/>
            <a:ext cx="82296" cy="82296"/>
          </a:xfrm>
          <a:prstGeom prst="rect">
            <a:avLst/>
          </a:prstGeom>
          <a:solidFill>
            <a:srgbClr val="D4951A">
              <a:alpha val="55000"/>
            </a:srgbClr>
          </a:solidFill>
          <a:ln w="12700">
            <a:solidFill>
              <a:srgbClr val="D4951A"/>
            </a:solidFill>
            <a:prstDash val="solid"/>
          </a:ln>
        </p:spPr>
      </p:sp>
      <p:sp>
        <p:nvSpPr>
          <p:cNvPr id="58" name="Shape 56"/>
          <p:cNvSpPr/>
          <p:nvPr/>
        </p:nvSpPr>
        <p:spPr>
          <a:xfrm rot="2700000">
            <a:off x="6803136" y="749808"/>
            <a:ext cx="82296" cy="82296"/>
          </a:xfrm>
          <a:prstGeom prst="rect">
            <a:avLst/>
          </a:prstGeom>
          <a:solidFill>
            <a:srgbClr val="D4951A">
              <a:alpha val="55000"/>
            </a:srgbClr>
          </a:solidFill>
          <a:ln w="12700">
            <a:solidFill>
              <a:srgbClr val="D4951A"/>
            </a:solidFill>
            <a:prstDash val="solid"/>
          </a:ln>
        </p:spPr>
      </p:sp>
      <p:sp>
        <p:nvSpPr>
          <p:cNvPr id="59" name="Shape 57"/>
          <p:cNvSpPr/>
          <p:nvPr/>
        </p:nvSpPr>
        <p:spPr>
          <a:xfrm rot="2700000">
            <a:off x="6926580" y="749808"/>
            <a:ext cx="82296" cy="82296"/>
          </a:xfrm>
          <a:prstGeom prst="rect">
            <a:avLst/>
          </a:prstGeom>
          <a:solidFill>
            <a:srgbClr val="D4951A">
              <a:alpha val="55000"/>
            </a:srgbClr>
          </a:solidFill>
          <a:ln w="12700">
            <a:solidFill>
              <a:srgbClr val="D4951A"/>
            </a:solidFill>
            <a:prstDash val="solid"/>
          </a:ln>
        </p:spPr>
      </p:sp>
      <p:sp>
        <p:nvSpPr>
          <p:cNvPr id="60" name="Shape 58"/>
          <p:cNvSpPr/>
          <p:nvPr/>
        </p:nvSpPr>
        <p:spPr>
          <a:xfrm rot="2700000">
            <a:off x="7050024" y="749808"/>
            <a:ext cx="82296" cy="82296"/>
          </a:xfrm>
          <a:prstGeom prst="rect">
            <a:avLst/>
          </a:prstGeom>
          <a:solidFill>
            <a:srgbClr val="D4951A">
              <a:alpha val="55000"/>
            </a:srgbClr>
          </a:solidFill>
          <a:ln w="12700">
            <a:solidFill>
              <a:srgbClr val="D4951A"/>
            </a:solidFill>
            <a:prstDash val="solid"/>
          </a:ln>
        </p:spPr>
      </p:sp>
      <p:sp>
        <p:nvSpPr>
          <p:cNvPr id="61" name="Shape 59"/>
          <p:cNvSpPr/>
          <p:nvPr/>
        </p:nvSpPr>
        <p:spPr>
          <a:xfrm rot="2700000">
            <a:off x="7173468" y="749808"/>
            <a:ext cx="82296" cy="82296"/>
          </a:xfrm>
          <a:prstGeom prst="rect">
            <a:avLst/>
          </a:prstGeom>
          <a:solidFill>
            <a:srgbClr val="D4951A">
              <a:alpha val="55000"/>
            </a:srgbClr>
          </a:solidFill>
          <a:ln w="12700">
            <a:solidFill>
              <a:srgbClr val="D4951A"/>
            </a:solidFill>
            <a:prstDash val="solid"/>
          </a:ln>
        </p:spPr>
      </p:sp>
      <p:sp>
        <p:nvSpPr>
          <p:cNvPr id="62" name="Shape 60"/>
          <p:cNvSpPr/>
          <p:nvPr/>
        </p:nvSpPr>
        <p:spPr>
          <a:xfrm rot="2700000">
            <a:off x="7296912" y="749808"/>
            <a:ext cx="82296" cy="82296"/>
          </a:xfrm>
          <a:prstGeom prst="rect">
            <a:avLst/>
          </a:prstGeom>
          <a:solidFill>
            <a:srgbClr val="D4951A">
              <a:alpha val="55000"/>
            </a:srgbClr>
          </a:solidFill>
          <a:ln w="12700">
            <a:solidFill>
              <a:srgbClr val="D4951A"/>
            </a:solidFill>
            <a:prstDash val="solid"/>
          </a:ln>
        </p:spPr>
      </p:sp>
      <p:sp>
        <p:nvSpPr>
          <p:cNvPr id="63" name="Shape 61"/>
          <p:cNvSpPr/>
          <p:nvPr/>
        </p:nvSpPr>
        <p:spPr>
          <a:xfrm rot="2700000">
            <a:off x="7420356" y="749808"/>
            <a:ext cx="82296" cy="82296"/>
          </a:xfrm>
          <a:prstGeom prst="rect">
            <a:avLst/>
          </a:prstGeom>
          <a:solidFill>
            <a:srgbClr val="D4951A">
              <a:alpha val="55000"/>
            </a:srgbClr>
          </a:solidFill>
          <a:ln w="12700">
            <a:solidFill>
              <a:srgbClr val="D4951A"/>
            </a:solidFill>
            <a:prstDash val="solid"/>
          </a:ln>
        </p:spPr>
      </p:sp>
      <p:sp>
        <p:nvSpPr>
          <p:cNvPr id="64" name="Shape 62"/>
          <p:cNvSpPr/>
          <p:nvPr/>
        </p:nvSpPr>
        <p:spPr>
          <a:xfrm rot="2700000">
            <a:off x="7543800" y="749808"/>
            <a:ext cx="82296" cy="82296"/>
          </a:xfrm>
          <a:prstGeom prst="rect">
            <a:avLst/>
          </a:prstGeom>
          <a:solidFill>
            <a:srgbClr val="D4951A">
              <a:alpha val="55000"/>
            </a:srgbClr>
          </a:solidFill>
          <a:ln w="12700">
            <a:solidFill>
              <a:srgbClr val="D4951A"/>
            </a:solidFill>
            <a:prstDash val="solid"/>
          </a:ln>
        </p:spPr>
      </p:sp>
      <p:sp>
        <p:nvSpPr>
          <p:cNvPr id="65" name="Shape 63"/>
          <p:cNvSpPr/>
          <p:nvPr/>
        </p:nvSpPr>
        <p:spPr>
          <a:xfrm rot="2700000">
            <a:off x="7667244" y="749808"/>
            <a:ext cx="82296" cy="82296"/>
          </a:xfrm>
          <a:prstGeom prst="rect">
            <a:avLst/>
          </a:prstGeom>
          <a:solidFill>
            <a:srgbClr val="D4951A">
              <a:alpha val="55000"/>
            </a:srgbClr>
          </a:solidFill>
          <a:ln w="12700">
            <a:solidFill>
              <a:srgbClr val="D4951A"/>
            </a:solidFill>
            <a:prstDash val="solid"/>
          </a:ln>
        </p:spPr>
      </p:sp>
      <p:sp>
        <p:nvSpPr>
          <p:cNvPr id="66" name="Shape 64"/>
          <p:cNvSpPr/>
          <p:nvPr/>
        </p:nvSpPr>
        <p:spPr>
          <a:xfrm rot="2700000">
            <a:off x="7790688" y="749808"/>
            <a:ext cx="82296" cy="82296"/>
          </a:xfrm>
          <a:prstGeom prst="rect">
            <a:avLst/>
          </a:prstGeom>
          <a:solidFill>
            <a:srgbClr val="D4951A">
              <a:alpha val="55000"/>
            </a:srgbClr>
          </a:solidFill>
          <a:ln w="12700">
            <a:solidFill>
              <a:srgbClr val="D4951A"/>
            </a:solidFill>
            <a:prstDash val="solid"/>
          </a:ln>
        </p:spPr>
      </p:sp>
      <p:sp>
        <p:nvSpPr>
          <p:cNvPr id="67" name="Shape 65"/>
          <p:cNvSpPr/>
          <p:nvPr/>
        </p:nvSpPr>
        <p:spPr>
          <a:xfrm rot="2700000">
            <a:off x="7914132" y="749808"/>
            <a:ext cx="82296" cy="82296"/>
          </a:xfrm>
          <a:prstGeom prst="rect">
            <a:avLst/>
          </a:prstGeom>
          <a:solidFill>
            <a:srgbClr val="D4951A">
              <a:alpha val="55000"/>
            </a:srgbClr>
          </a:solidFill>
          <a:ln w="12700">
            <a:solidFill>
              <a:srgbClr val="D4951A"/>
            </a:solidFill>
            <a:prstDash val="solid"/>
          </a:ln>
        </p:spPr>
      </p:sp>
      <p:sp>
        <p:nvSpPr>
          <p:cNvPr id="68" name="Shape 66"/>
          <p:cNvSpPr/>
          <p:nvPr/>
        </p:nvSpPr>
        <p:spPr>
          <a:xfrm rot="2700000">
            <a:off x="8037576" y="749808"/>
            <a:ext cx="82296" cy="82296"/>
          </a:xfrm>
          <a:prstGeom prst="rect">
            <a:avLst/>
          </a:prstGeom>
          <a:solidFill>
            <a:srgbClr val="D4951A">
              <a:alpha val="55000"/>
            </a:srgbClr>
          </a:solidFill>
          <a:ln w="12700">
            <a:solidFill>
              <a:srgbClr val="D4951A"/>
            </a:solidFill>
            <a:prstDash val="solid"/>
          </a:ln>
        </p:spPr>
      </p:sp>
      <p:sp>
        <p:nvSpPr>
          <p:cNvPr id="69" name="Shape 67"/>
          <p:cNvSpPr/>
          <p:nvPr/>
        </p:nvSpPr>
        <p:spPr>
          <a:xfrm rot="2700000">
            <a:off x="8161020" y="749808"/>
            <a:ext cx="82296" cy="82296"/>
          </a:xfrm>
          <a:prstGeom prst="rect">
            <a:avLst/>
          </a:prstGeom>
          <a:solidFill>
            <a:srgbClr val="D4951A">
              <a:alpha val="55000"/>
            </a:srgbClr>
          </a:solidFill>
          <a:ln w="12700">
            <a:solidFill>
              <a:srgbClr val="D4951A"/>
            </a:solidFill>
            <a:prstDash val="solid"/>
          </a:ln>
        </p:spPr>
      </p:sp>
      <p:sp>
        <p:nvSpPr>
          <p:cNvPr id="70" name="Shape 68"/>
          <p:cNvSpPr/>
          <p:nvPr/>
        </p:nvSpPr>
        <p:spPr>
          <a:xfrm rot="2700000">
            <a:off x="8284464" y="749808"/>
            <a:ext cx="82296" cy="82296"/>
          </a:xfrm>
          <a:prstGeom prst="rect">
            <a:avLst/>
          </a:prstGeom>
          <a:solidFill>
            <a:srgbClr val="D4951A">
              <a:alpha val="55000"/>
            </a:srgbClr>
          </a:solidFill>
          <a:ln w="12700">
            <a:solidFill>
              <a:srgbClr val="D4951A"/>
            </a:solidFill>
            <a:prstDash val="solid"/>
          </a:ln>
        </p:spPr>
      </p:sp>
      <p:sp>
        <p:nvSpPr>
          <p:cNvPr id="71" name="Shape 69"/>
          <p:cNvSpPr/>
          <p:nvPr/>
        </p:nvSpPr>
        <p:spPr>
          <a:xfrm rot="2700000">
            <a:off x="8407908" y="749808"/>
            <a:ext cx="82296" cy="82296"/>
          </a:xfrm>
          <a:prstGeom prst="rect">
            <a:avLst/>
          </a:prstGeom>
          <a:solidFill>
            <a:srgbClr val="D4951A">
              <a:alpha val="55000"/>
            </a:srgbClr>
          </a:solidFill>
          <a:ln w="12700">
            <a:solidFill>
              <a:srgbClr val="D4951A"/>
            </a:solidFill>
            <a:prstDash val="solid"/>
          </a:ln>
        </p:spPr>
      </p:sp>
      <p:sp>
        <p:nvSpPr>
          <p:cNvPr id="72" name="Shape 70"/>
          <p:cNvSpPr/>
          <p:nvPr/>
        </p:nvSpPr>
        <p:spPr>
          <a:xfrm rot="2700000">
            <a:off x="8531352" y="749808"/>
            <a:ext cx="82296" cy="82296"/>
          </a:xfrm>
          <a:prstGeom prst="rect">
            <a:avLst/>
          </a:prstGeom>
          <a:solidFill>
            <a:srgbClr val="D4951A">
              <a:alpha val="55000"/>
            </a:srgbClr>
          </a:solidFill>
          <a:ln w="12700">
            <a:solidFill>
              <a:srgbClr val="D4951A"/>
            </a:solidFill>
            <a:prstDash val="solid"/>
          </a:ln>
        </p:spPr>
      </p:sp>
      <p:sp>
        <p:nvSpPr>
          <p:cNvPr id="73" name="Shape 71"/>
          <p:cNvSpPr/>
          <p:nvPr/>
        </p:nvSpPr>
        <p:spPr>
          <a:xfrm rot="2700000">
            <a:off x="8654796" y="749808"/>
            <a:ext cx="82296" cy="82296"/>
          </a:xfrm>
          <a:prstGeom prst="rect">
            <a:avLst/>
          </a:prstGeom>
          <a:solidFill>
            <a:srgbClr val="D4951A">
              <a:alpha val="55000"/>
            </a:srgbClr>
          </a:solidFill>
          <a:ln w="12700">
            <a:solidFill>
              <a:srgbClr val="D4951A"/>
            </a:solidFill>
            <a:prstDash val="solid"/>
          </a:ln>
        </p:spPr>
      </p:sp>
      <p:sp>
        <p:nvSpPr>
          <p:cNvPr id="74" name="Shape 72"/>
          <p:cNvSpPr/>
          <p:nvPr/>
        </p:nvSpPr>
        <p:spPr>
          <a:xfrm rot="2700000">
            <a:off x="8778240" y="749808"/>
            <a:ext cx="82296" cy="82296"/>
          </a:xfrm>
          <a:prstGeom prst="rect">
            <a:avLst/>
          </a:prstGeom>
          <a:solidFill>
            <a:srgbClr val="D4951A">
              <a:alpha val="55000"/>
            </a:srgbClr>
          </a:solidFill>
          <a:ln w="12700">
            <a:solidFill>
              <a:srgbClr val="D4951A"/>
            </a:solidFill>
            <a:prstDash val="solid"/>
          </a:ln>
        </p:spPr>
      </p:sp>
      <p:sp>
        <p:nvSpPr>
          <p:cNvPr id="75" name="Shape 73"/>
          <p:cNvSpPr/>
          <p:nvPr/>
        </p:nvSpPr>
        <p:spPr>
          <a:xfrm rot="2700000">
            <a:off x="8901684" y="749808"/>
            <a:ext cx="82296" cy="82296"/>
          </a:xfrm>
          <a:prstGeom prst="rect">
            <a:avLst/>
          </a:prstGeom>
          <a:solidFill>
            <a:srgbClr val="D4951A">
              <a:alpha val="55000"/>
            </a:srgbClr>
          </a:solidFill>
          <a:ln w="12700">
            <a:solidFill>
              <a:srgbClr val="D4951A"/>
            </a:solidFill>
            <a:prstDash val="solid"/>
          </a:ln>
        </p:spPr>
      </p:sp>
      <p:sp>
        <p:nvSpPr>
          <p:cNvPr id="76" name="Shape 74"/>
          <p:cNvSpPr/>
          <p:nvPr/>
        </p:nvSpPr>
        <p:spPr>
          <a:xfrm rot="2700000">
            <a:off x="9025128" y="749808"/>
            <a:ext cx="82296" cy="82296"/>
          </a:xfrm>
          <a:prstGeom prst="rect">
            <a:avLst/>
          </a:prstGeom>
          <a:solidFill>
            <a:srgbClr val="D4951A">
              <a:alpha val="55000"/>
            </a:srgbClr>
          </a:solidFill>
          <a:ln w="12700">
            <a:solidFill>
              <a:srgbClr val="D4951A"/>
            </a:solidFill>
            <a:prstDash val="solid"/>
          </a:ln>
        </p:spPr>
      </p:sp>
      <p:sp>
        <p:nvSpPr>
          <p:cNvPr id="77" name="Shape 75"/>
          <p:cNvSpPr/>
          <p:nvPr/>
        </p:nvSpPr>
        <p:spPr>
          <a:xfrm>
            <a:off x="0" y="0"/>
            <a:ext cx="64008" cy="868680"/>
          </a:xfrm>
          <a:prstGeom prst="rect">
            <a:avLst/>
          </a:prstGeom>
          <a:solidFill>
            <a:srgbClr val="D4951A"/>
          </a:solidFill>
          <a:ln/>
        </p:spPr>
      </p:sp>
      <p:sp>
        <p:nvSpPr>
          <p:cNvPr id="78" name="Shape 76"/>
          <p:cNvSpPr/>
          <p:nvPr/>
        </p:nvSpPr>
        <p:spPr>
          <a:xfrm>
            <a:off x="100584" y="0"/>
            <a:ext cx="27432" cy="868680"/>
          </a:xfrm>
          <a:prstGeom prst="rect">
            <a:avLst/>
          </a:prstGeom>
          <a:solidFill>
            <a:srgbClr val="1B9A8A"/>
          </a:solidFill>
          <a:ln/>
        </p:spPr>
      </p:sp>
      <p:sp>
        <p:nvSpPr>
          <p:cNvPr id="79" name="Text 77"/>
          <p:cNvSpPr/>
          <p:nvPr/>
        </p:nvSpPr>
        <p:spPr>
          <a:xfrm>
            <a:off x="228600" y="0"/>
            <a:ext cx="8046720" cy="530352"/>
          </a:xfrm>
          <a:prstGeom prst="rect">
            <a:avLst/>
          </a:prstGeom>
          <a:noFill/>
          <a:ln/>
        </p:spPr>
        <p:txBody>
          <a:bodyPr wrap="square" rtlCol="0" anchor="b"/>
          <a:lstStyle/>
          <a:p>
            <a:pPr indent="0" marL="0">
              <a:buNone/>
            </a:pPr>
            <a:r>
              <a:rPr lang="en-US" sz="1900" b="1" spc="120" kern="0" dirty="0">
                <a:solidFill>
                  <a:srgbClr val="D4951A"/>
                </a:solidFill>
                <a:latin typeface="Georgia" pitchFamily="34" charset="0"/>
                <a:ea typeface="Georgia" pitchFamily="34" charset="-122"/>
                <a:cs typeface="Georgia" pitchFamily="34" charset="-120"/>
              </a:rPr>
              <a:t>QUALITÉ D'AIR — NORME ISO 8573-1</a:t>
            </a:r>
            <a:endParaRPr lang="en-US" sz="1900" dirty="0"/>
          </a:p>
        </p:txBody>
      </p:sp>
      <p:sp>
        <p:nvSpPr>
          <p:cNvPr id="80" name="Text 78"/>
          <p:cNvSpPr/>
          <p:nvPr/>
        </p:nvSpPr>
        <p:spPr>
          <a:xfrm>
            <a:off x="228600" y="512064"/>
            <a:ext cx="8046720" cy="329184"/>
          </a:xfrm>
          <a:prstGeom prst="rect">
            <a:avLst/>
          </a:prstGeom>
          <a:noFill/>
          <a:ln/>
        </p:spPr>
        <p:txBody>
          <a:bodyPr wrap="square" rtlCol="0" anchor="t"/>
          <a:lstStyle/>
          <a:p>
            <a:pPr indent="0" marL="0">
              <a:buNone/>
            </a:pPr>
            <a:r>
              <a:rPr lang="en-US" sz="1000" i="1" dirty="0">
                <a:solidFill>
                  <a:srgbClr val="5A6E82"/>
                </a:solidFill>
                <a:latin typeface="Calibri" pitchFamily="34" charset="0"/>
                <a:ea typeface="Calibri" pitchFamily="34" charset="-122"/>
                <a:cs typeface="Calibri" pitchFamily="34" charset="-120"/>
              </a:rPr>
              <a:t>Exigences pour une ligne alimentaire sèche</a:t>
            </a:r>
            <a:endParaRPr lang="en-US" sz="1000" dirty="0"/>
          </a:p>
        </p:txBody>
      </p:sp>
      <p:sp>
        <p:nvSpPr>
          <p:cNvPr id="81" name="Shape 79"/>
          <p:cNvSpPr/>
          <p:nvPr/>
        </p:nvSpPr>
        <p:spPr>
          <a:xfrm rot="2700000">
            <a:off x="8668512" y="164592"/>
            <a:ext cx="82296" cy="82296"/>
          </a:xfrm>
          <a:prstGeom prst="rect">
            <a:avLst/>
          </a:prstGeom>
          <a:solidFill>
            <a:srgbClr val="D4951A"/>
          </a:solidFill>
          <a:ln w="12700">
            <a:solidFill>
              <a:srgbClr val="0B0E18"/>
            </a:solidFill>
            <a:prstDash val="solid"/>
          </a:ln>
        </p:spPr>
      </p:sp>
      <p:sp>
        <p:nvSpPr>
          <p:cNvPr id="82" name="Shape 80"/>
          <p:cNvSpPr/>
          <p:nvPr/>
        </p:nvSpPr>
        <p:spPr>
          <a:xfrm rot="2700000">
            <a:off x="8531352" y="164592"/>
            <a:ext cx="82296" cy="82296"/>
          </a:xfrm>
          <a:prstGeom prst="rect">
            <a:avLst/>
          </a:prstGeom>
          <a:solidFill>
            <a:srgbClr val="1B9A8A"/>
          </a:solidFill>
          <a:ln w="12700">
            <a:solidFill>
              <a:srgbClr val="0B0E18"/>
            </a:solidFill>
            <a:prstDash val="solid"/>
          </a:ln>
        </p:spPr>
      </p:sp>
      <p:sp>
        <p:nvSpPr>
          <p:cNvPr id="83" name="Shape 81"/>
          <p:cNvSpPr/>
          <p:nvPr/>
        </p:nvSpPr>
        <p:spPr>
          <a:xfrm rot="2700000">
            <a:off x="8394192" y="164592"/>
            <a:ext cx="82296" cy="82296"/>
          </a:xfrm>
          <a:prstGeom prst="rect">
            <a:avLst/>
          </a:prstGeom>
          <a:solidFill>
            <a:srgbClr val="D4951A"/>
          </a:solidFill>
          <a:ln w="12700">
            <a:solidFill>
              <a:srgbClr val="0B0E18"/>
            </a:solidFill>
            <a:prstDash val="solid"/>
          </a:ln>
        </p:spPr>
      </p:sp>
      <p:sp>
        <p:nvSpPr>
          <p:cNvPr id="84" name="Shape 82"/>
          <p:cNvSpPr/>
          <p:nvPr/>
        </p:nvSpPr>
        <p:spPr>
          <a:xfrm rot="2700000">
            <a:off x="8257032" y="164592"/>
            <a:ext cx="82296" cy="82296"/>
          </a:xfrm>
          <a:prstGeom prst="rect">
            <a:avLst/>
          </a:prstGeom>
          <a:solidFill>
            <a:srgbClr val="1B9A8A"/>
          </a:solidFill>
          <a:ln w="12700">
            <a:solidFill>
              <a:srgbClr val="0B0E18"/>
            </a:solidFill>
            <a:prstDash val="solid"/>
          </a:ln>
        </p:spPr>
      </p:sp>
      <p:sp>
        <p:nvSpPr>
          <p:cNvPr id="85" name="Text 83"/>
          <p:cNvSpPr/>
          <p:nvPr/>
        </p:nvSpPr>
        <p:spPr>
          <a:xfrm>
            <a:off x="320040" y="932688"/>
            <a:ext cx="8503920" cy="347472"/>
          </a:xfrm>
          <a:prstGeom prst="rect">
            <a:avLst/>
          </a:prstGeom>
          <a:noFill/>
          <a:ln/>
        </p:spPr>
        <p:txBody>
          <a:bodyPr wrap="square" rtlCol="0" anchor="ctr"/>
          <a:lstStyle/>
          <a:p>
            <a:pPr indent="0" marL="0">
              <a:buNone/>
            </a:pPr>
            <a:r>
              <a:rPr lang="en-US" sz="1150" i="1" dirty="0">
                <a:solidFill>
                  <a:srgbClr val="C8B89A"/>
                </a:solidFill>
                <a:latin typeface="Calibri" pitchFamily="34" charset="0"/>
                <a:ea typeface="Calibri" pitchFamily="34" charset="-122"/>
                <a:cs typeface="Calibri" pitchFamily="34" charset="-120"/>
              </a:rPr>
              <a:t>La norme ISO 8573-1 définit la qualité de l'air comprimé selon 3 paramètres : particules, eau (point de rosée), et huile.</a:t>
            </a:r>
            <a:endParaRPr lang="en-US" sz="1150" dirty="0"/>
          </a:p>
        </p:txBody>
      </p:sp>
      <p:sp>
        <p:nvSpPr>
          <p:cNvPr id="86" name="Shape 84"/>
          <p:cNvSpPr/>
          <p:nvPr/>
        </p:nvSpPr>
        <p:spPr>
          <a:xfrm>
            <a:off x="256032" y="1371600"/>
            <a:ext cx="2194560" cy="502920"/>
          </a:xfrm>
          <a:prstGeom prst="rect">
            <a:avLst/>
          </a:prstGeom>
          <a:solidFill>
            <a:srgbClr val="D4951A"/>
          </a:solidFill>
          <a:ln w="12700">
            <a:solidFill>
              <a:srgbClr val="1C2A3A"/>
            </a:solidFill>
            <a:prstDash val="solid"/>
          </a:ln>
        </p:spPr>
      </p:sp>
      <p:sp>
        <p:nvSpPr>
          <p:cNvPr id="87" name="Text 85"/>
          <p:cNvSpPr/>
          <p:nvPr/>
        </p:nvSpPr>
        <p:spPr>
          <a:xfrm>
            <a:off x="301752" y="1371600"/>
            <a:ext cx="2103120" cy="502920"/>
          </a:xfrm>
          <a:prstGeom prst="rect">
            <a:avLst/>
          </a:prstGeom>
          <a:noFill/>
          <a:ln/>
        </p:spPr>
        <p:txBody>
          <a:bodyPr wrap="square" rtlCol="0" anchor="ctr"/>
          <a:lstStyle/>
          <a:p>
            <a:pPr algn="ctr" indent="0" marL="0">
              <a:buNone/>
            </a:pPr>
            <a:r>
              <a:rPr lang="en-US" sz="950" b="1" dirty="0">
                <a:solidFill>
                  <a:srgbClr val="0B0E18"/>
                </a:solidFill>
                <a:latin typeface="Calibri" pitchFamily="34" charset="0"/>
                <a:ea typeface="Calibri" pitchFamily="34" charset="-122"/>
                <a:cs typeface="Calibri" pitchFamily="34" charset="-120"/>
              </a:rPr>
              <a:t>Paramètre</a:t>
            </a:r>
            <a:endParaRPr lang="en-US" sz="950" dirty="0"/>
          </a:p>
        </p:txBody>
      </p:sp>
      <p:sp>
        <p:nvSpPr>
          <p:cNvPr id="88" name="Shape 86"/>
          <p:cNvSpPr/>
          <p:nvPr/>
        </p:nvSpPr>
        <p:spPr>
          <a:xfrm>
            <a:off x="2450592" y="1371600"/>
            <a:ext cx="2286000" cy="502920"/>
          </a:xfrm>
          <a:prstGeom prst="rect">
            <a:avLst/>
          </a:prstGeom>
          <a:solidFill>
            <a:srgbClr val="D4951A"/>
          </a:solidFill>
          <a:ln w="12700">
            <a:solidFill>
              <a:srgbClr val="1C2A3A"/>
            </a:solidFill>
            <a:prstDash val="solid"/>
          </a:ln>
        </p:spPr>
      </p:sp>
      <p:sp>
        <p:nvSpPr>
          <p:cNvPr id="89" name="Text 87"/>
          <p:cNvSpPr/>
          <p:nvPr/>
        </p:nvSpPr>
        <p:spPr>
          <a:xfrm>
            <a:off x="2496312" y="1371600"/>
            <a:ext cx="2194560" cy="502920"/>
          </a:xfrm>
          <a:prstGeom prst="rect">
            <a:avLst/>
          </a:prstGeom>
          <a:noFill/>
          <a:ln/>
        </p:spPr>
        <p:txBody>
          <a:bodyPr wrap="square" rtlCol="0" anchor="ctr"/>
          <a:lstStyle/>
          <a:p>
            <a:pPr algn="ctr" indent="0" marL="0">
              <a:buNone/>
            </a:pPr>
            <a:r>
              <a:rPr lang="en-US" sz="950" b="1" dirty="0">
                <a:solidFill>
                  <a:srgbClr val="0B0E18"/>
                </a:solidFill>
                <a:latin typeface="Calibri" pitchFamily="34" charset="0"/>
                <a:ea typeface="Calibri" pitchFamily="34" charset="-122"/>
                <a:cs typeface="Calibri" pitchFamily="34" charset="-120"/>
              </a:rPr>
              <a:t>Air process</a:t>
            </a:r>
            <a:endParaRPr lang="en-US" sz="950" dirty="0"/>
          </a:p>
          <a:p>
            <a:pPr algn="ctr" indent="0" marL="0">
              <a:buNone/>
            </a:pPr>
            <a:r>
              <a:rPr lang="en-US" sz="950" b="1" dirty="0">
                <a:solidFill>
                  <a:srgbClr val="0B0E18"/>
                </a:solidFill>
                <a:latin typeface="Calibri" pitchFamily="34" charset="0"/>
                <a:ea typeface="Calibri" pitchFamily="34" charset="-122"/>
                <a:cs typeface="Calibri" pitchFamily="34" charset="-120"/>
              </a:rPr>
              <a:t>(actionneurs, convoyage)</a:t>
            </a:r>
            <a:endParaRPr lang="en-US" sz="950" dirty="0"/>
          </a:p>
        </p:txBody>
      </p:sp>
      <p:sp>
        <p:nvSpPr>
          <p:cNvPr id="90" name="Shape 88"/>
          <p:cNvSpPr/>
          <p:nvPr/>
        </p:nvSpPr>
        <p:spPr>
          <a:xfrm>
            <a:off x="4736592" y="1371600"/>
            <a:ext cx="2286000" cy="502920"/>
          </a:xfrm>
          <a:prstGeom prst="rect">
            <a:avLst/>
          </a:prstGeom>
          <a:solidFill>
            <a:srgbClr val="D4951A"/>
          </a:solidFill>
          <a:ln w="12700">
            <a:solidFill>
              <a:srgbClr val="1C2A3A"/>
            </a:solidFill>
            <a:prstDash val="solid"/>
          </a:ln>
        </p:spPr>
      </p:sp>
      <p:sp>
        <p:nvSpPr>
          <p:cNvPr id="91" name="Text 89"/>
          <p:cNvSpPr/>
          <p:nvPr/>
        </p:nvSpPr>
        <p:spPr>
          <a:xfrm>
            <a:off x="4782312" y="1371600"/>
            <a:ext cx="2194560" cy="502920"/>
          </a:xfrm>
          <a:prstGeom prst="rect">
            <a:avLst/>
          </a:prstGeom>
          <a:noFill/>
          <a:ln/>
        </p:spPr>
        <p:txBody>
          <a:bodyPr wrap="square" rtlCol="0" anchor="ctr"/>
          <a:lstStyle/>
          <a:p>
            <a:pPr algn="ctr" indent="0" marL="0">
              <a:buNone/>
            </a:pPr>
            <a:r>
              <a:rPr lang="en-US" sz="950" b="1" dirty="0">
                <a:solidFill>
                  <a:srgbClr val="0B0E18"/>
                </a:solidFill>
                <a:latin typeface="Calibri" pitchFamily="34" charset="0"/>
                <a:ea typeface="Calibri" pitchFamily="34" charset="-122"/>
                <a:cs typeface="Calibri" pitchFamily="34" charset="-120"/>
              </a:rPr>
              <a:t>Air instrument</a:t>
            </a:r>
            <a:endParaRPr lang="en-US" sz="950" dirty="0"/>
          </a:p>
          <a:p>
            <a:pPr algn="ctr" indent="0" marL="0">
              <a:buNone/>
            </a:pPr>
            <a:r>
              <a:rPr lang="en-US" sz="950" b="1" dirty="0">
                <a:solidFill>
                  <a:srgbClr val="0B0E18"/>
                </a:solidFill>
                <a:latin typeface="Calibri" pitchFamily="34" charset="0"/>
                <a:ea typeface="Calibri" pitchFamily="34" charset="-122"/>
                <a:cs typeface="Calibri" pitchFamily="34" charset="-120"/>
              </a:rPr>
              <a:t>(positioneurs, I/P)</a:t>
            </a:r>
            <a:endParaRPr lang="en-US" sz="950" dirty="0"/>
          </a:p>
        </p:txBody>
      </p:sp>
      <p:sp>
        <p:nvSpPr>
          <p:cNvPr id="92" name="Shape 90"/>
          <p:cNvSpPr/>
          <p:nvPr/>
        </p:nvSpPr>
        <p:spPr>
          <a:xfrm>
            <a:off x="7022592" y="1371600"/>
            <a:ext cx="2286000" cy="502920"/>
          </a:xfrm>
          <a:prstGeom prst="rect">
            <a:avLst/>
          </a:prstGeom>
          <a:solidFill>
            <a:srgbClr val="D4951A"/>
          </a:solidFill>
          <a:ln w="12700">
            <a:solidFill>
              <a:srgbClr val="1C2A3A"/>
            </a:solidFill>
            <a:prstDash val="solid"/>
          </a:ln>
        </p:spPr>
      </p:sp>
      <p:sp>
        <p:nvSpPr>
          <p:cNvPr id="93" name="Text 91"/>
          <p:cNvSpPr/>
          <p:nvPr/>
        </p:nvSpPr>
        <p:spPr>
          <a:xfrm>
            <a:off x="7068312" y="1371600"/>
            <a:ext cx="2194560" cy="502920"/>
          </a:xfrm>
          <a:prstGeom prst="rect">
            <a:avLst/>
          </a:prstGeom>
          <a:noFill/>
          <a:ln/>
        </p:spPr>
        <p:txBody>
          <a:bodyPr wrap="square" rtlCol="0" anchor="ctr"/>
          <a:lstStyle/>
          <a:p>
            <a:pPr algn="ctr" indent="0" marL="0">
              <a:buNone/>
            </a:pPr>
            <a:r>
              <a:rPr lang="en-US" sz="950" b="1" dirty="0">
                <a:solidFill>
                  <a:srgbClr val="0B0E18"/>
                </a:solidFill>
                <a:latin typeface="Calibri" pitchFamily="34" charset="0"/>
                <a:ea typeface="Calibri" pitchFamily="34" charset="-122"/>
                <a:cs typeface="Calibri" pitchFamily="34" charset="-120"/>
              </a:rPr>
              <a:t>Air contact aliment</a:t>
            </a:r>
            <a:endParaRPr lang="en-US" sz="950" dirty="0"/>
          </a:p>
          <a:p>
            <a:pPr algn="ctr" indent="0" marL="0">
              <a:buNone/>
            </a:pPr>
            <a:r>
              <a:rPr lang="en-US" sz="950" b="1" dirty="0">
                <a:solidFill>
                  <a:srgbClr val="0B0E18"/>
                </a:solidFill>
                <a:latin typeface="Calibri" pitchFamily="34" charset="0"/>
                <a:ea typeface="Calibri" pitchFamily="34" charset="-122"/>
                <a:cs typeface="Calibri" pitchFamily="34" charset="-120"/>
              </a:rPr>
              <a:t>(nébulisation enrobeur)</a:t>
            </a:r>
            <a:endParaRPr lang="en-US" sz="950" dirty="0"/>
          </a:p>
        </p:txBody>
      </p:sp>
      <p:sp>
        <p:nvSpPr>
          <p:cNvPr id="94" name="Shape 92"/>
          <p:cNvSpPr/>
          <p:nvPr/>
        </p:nvSpPr>
        <p:spPr>
          <a:xfrm>
            <a:off x="256032" y="1874520"/>
            <a:ext cx="2194560" cy="457200"/>
          </a:xfrm>
          <a:prstGeom prst="rect">
            <a:avLst/>
          </a:prstGeom>
          <a:solidFill>
            <a:srgbClr val="111828"/>
          </a:solidFill>
          <a:ln w="12700">
            <a:solidFill>
              <a:srgbClr val="1C2A3A"/>
            </a:solidFill>
            <a:prstDash val="solid"/>
          </a:ln>
        </p:spPr>
      </p:sp>
      <p:sp>
        <p:nvSpPr>
          <p:cNvPr id="95" name="Text 93"/>
          <p:cNvSpPr/>
          <p:nvPr/>
        </p:nvSpPr>
        <p:spPr>
          <a:xfrm>
            <a:off x="310896" y="1874520"/>
            <a:ext cx="2084832" cy="457200"/>
          </a:xfrm>
          <a:prstGeom prst="rect">
            <a:avLst/>
          </a:prstGeom>
          <a:noFill/>
          <a:ln/>
        </p:spPr>
        <p:txBody>
          <a:bodyPr wrap="square" rtlCol="0" anchor="ctr"/>
          <a:lstStyle/>
          <a:p>
            <a:pPr algn="l" indent="0" marL="0">
              <a:buNone/>
            </a:pPr>
            <a:r>
              <a:rPr lang="en-US" sz="950" b="1" dirty="0">
                <a:solidFill>
                  <a:srgbClr val="C8B89A"/>
                </a:solidFill>
                <a:latin typeface="Calibri" pitchFamily="34" charset="0"/>
                <a:ea typeface="Calibri" pitchFamily="34" charset="-122"/>
                <a:cs typeface="Calibri" pitchFamily="34" charset="-120"/>
              </a:rPr>
              <a:t>Particules (Classe)</a:t>
            </a:r>
            <a:endParaRPr lang="en-US" sz="950" dirty="0"/>
          </a:p>
        </p:txBody>
      </p:sp>
      <p:sp>
        <p:nvSpPr>
          <p:cNvPr id="96" name="Shape 94"/>
          <p:cNvSpPr/>
          <p:nvPr/>
        </p:nvSpPr>
        <p:spPr>
          <a:xfrm>
            <a:off x="2450592" y="1874520"/>
            <a:ext cx="2286000" cy="457200"/>
          </a:xfrm>
          <a:prstGeom prst="rect">
            <a:avLst/>
          </a:prstGeom>
          <a:solidFill>
            <a:srgbClr val="111828"/>
          </a:solidFill>
          <a:ln w="12700">
            <a:solidFill>
              <a:srgbClr val="1C2A3A"/>
            </a:solidFill>
            <a:prstDash val="solid"/>
          </a:ln>
        </p:spPr>
      </p:sp>
      <p:sp>
        <p:nvSpPr>
          <p:cNvPr id="97" name="Text 95"/>
          <p:cNvSpPr/>
          <p:nvPr/>
        </p:nvSpPr>
        <p:spPr>
          <a:xfrm>
            <a:off x="2505456" y="1874520"/>
            <a:ext cx="2176272" cy="457200"/>
          </a:xfrm>
          <a:prstGeom prst="rect">
            <a:avLst/>
          </a:prstGeom>
          <a:noFill/>
          <a:ln/>
        </p:spPr>
        <p:txBody>
          <a:bodyPr wrap="square" rtlCol="0" anchor="ctr"/>
          <a:lstStyle/>
          <a:p>
            <a:pPr algn="ctr" indent="0" marL="0">
              <a:buNone/>
            </a:pPr>
            <a:r>
              <a:rPr lang="en-US" sz="950" dirty="0">
                <a:solidFill>
                  <a:srgbClr val="EDE0C8"/>
                </a:solidFill>
                <a:latin typeface="Calibri" pitchFamily="34" charset="0"/>
                <a:ea typeface="Calibri" pitchFamily="34" charset="-122"/>
                <a:cs typeface="Calibri" pitchFamily="34" charset="-120"/>
              </a:rPr>
              <a:t>Classe 2 (≤1 µm)</a:t>
            </a:r>
            <a:endParaRPr lang="en-US" sz="950" dirty="0"/>
          </a:p>
        </p:txBody>
      </p:sp>
      <p:sp>
        <p:nvSpPr>
          <p:cNvPr id="98" name="Shape 96"/>
          <p:cNvSpPr/>
          <p:nvPr/>
        </p:nvSpPr>
        <p:spPr>
          <a:xfrm>
            <a:off x="4736592" y="1874520"/>
            <a:ext cx="2286000" cy="457200"/>
          </a:xfrm>
          <a:prstGeom prst="rect">
            <a:avLst/>
          </a:prstGeom>
          <a:solidFill>
            <a:srgbClr val="111828"/>
          </a:solidFill>
          <a:ln w="12700">
            <a:solidFill>
              <a:srgbClr val="1C2A3A"/>
            </a:solidFill>
            <a:prstDash val="solid"/>
          </a:ln>
        </p:spPr>
      </p:sp>
      <p:sp>
        <p:nvSpPr>
          <p:cNvPr id="99" name="Text 97"/>
          <p:cNvSpPr/>
          <p:nvPr/>
        </p:nvSpPr>
        <p:spPr>
          <a:xfrm>
            <a:off x="4791456" y="1874520"/>
            <a:ext cx="2176272" cy="457200"/>
          </a:xfrm>
          <a:prstGeom prst="rect">
            <a:avLst/>
          </a:prstGeom>
          <a:noFill/>
          <a:ln/>
        </p:spPr>
        <p:txBody>
          <a:bodyPr wrap="square" rtlCol="0" anchor="ctr"/>
          <a:lstStyle/>
          <a:p>
            <a:pPr algn="ctr" indent="0" marL="0">
              <a:buNone/>
            </a:pPr>
            <a:r>
              <a:rPr lang="en-US" sz="950" dirty="0">
                <a:solidFill>
                  <a:srgbClr val="EDE0C8"/>
                </a:solidFill>
                <a:latin typeface="Calibri" pitchFamily="34" charset="0"/>
                <a:ea typeface="Calibri" pitchFamily="34" charset="-122"/>
                <a:cs typeface="Calibri" pitchFamily="34" charset="-120"/>
              </a:rPr>
              <a:t>Classe 1 (≤0,1 µm)</a:t>
            </a:r>
            <a:endParaRPr lang="en-US" sz="950" dirty="0"/>
          </a:p>
        </p:txBody>
      </p:sp>
      <p:sp>
        <p:nvSpPr>
          <p:cNvPr id="100" name="Shape 98"/>
          <p:cNvSpPr/>
          <p:nvPr/>
        </p:nvSpPr>
        <p:spPr>
          <a:xfrm>
            <a:off x="7022592" y="1874520"/>
            <a:ext cx="2286000" cy="457200"/>
          </a:xfrm>
          <a:prstGeom prst="rect">
            <a:avLst/>
          </a:prstGeom>
          <a:solidFill>
            <a:srgbClr val="111828"/>
          </a:solidFill>
          <a:ln w="12700">
            <a:solidFill>
              <a:srgbClr val="1C2A3A"/>
            </a:solidFill>
            <a:prstDash val="solid"/>
          </a:ln>
        </p:spPr>
      </p:sp>
      <p:sp>
        <p:nvSpPr>
          <p:cNvPr id="101" name="Text 99"/>
          <p:cNvSpPr/>
          <p:nvPr/>
        </p:nvSpPr>
        <p:spPr>
          <a:xfrm>
            <a:off x="7077456" y="1874520"/>
            <a:ext cx="2176272" cy="457200"/>
          </a:xfrm>
          <a:prstGeom prst="rect">
            <a:avLst/>
          </a:prstGeom>
          <a:noFill/>
          <a:ln/>
        </p:spPr>
        <p:txBody>
          <a:bodyPr wrap="square" rtlCol="0" anchor="ctr"/>
          <a:lstStyle/>
          <a:p>
            <a:pPr algn="ctr" indent="0" marL="0">
              <a:buNone/>
            </a:pPr>
            <a:r>
              <a:rPr lang="en-US" sz="950" dirty="0">
                <a:solidFill>
                  <a:srgbClr val="EDE0C8"/>
                </a:solidFill>
                <a:latin typeface="Calibri" pitchFamily="34" charset="0"/>
                <a:ea typeface="Calibri" pitchFamily="34" charset="-122"/>
                <a:cs typeface="Calibri" pitchFamily="34" charset="-120"/>
              </a:rPr>
              <a:t>Classe 1 (≤0,1 µm)</a:t>
            </a:r>
            <a:endParaRPr lang="en-US" sz="950" dirty="0"/>
          </a:p>
        </p:txBody>
      </p:sp>
      <p:sp>
        <p:nvSpPr>
          <p:cNvPr id="102" name="Shape 100"/>
          <p:cNvSpPr/>
          <p:nvPr/>
        </p:nvSpPr>
        <p:spPr>
          <a:xfrm>
            <a:off x="256032" y="2331720"/>
            <a:ext cx="2194560" cy="457200"/>
          </a:xfrm>
          <a:prstGeom prst="rect">
            <a:avLst/>
          </a:prstGeom>
          <a:solidFill>
            <a:srgbClr val="0E1520"/>
          </a:solidFill>
          <a:ln w="12700">
            <a:solidFill>
              <a:srgbClr val="1C2A3A"/>
            </a:solidFill>
            <a:prstDash val="solid"/>
          </a:ln>
        </p:spPr>
      </p:sp>
      <p:sp>
        <p:nvSpPr>
          <p:cNvPr id="103" name="Text 101"/>
          <p:cNvSpPr/>
          <p:nvPr/>
        </p:nvSpPr>
        <p:spPr>
          <a:xfrm>
            <a:off x="310896" y="2331720"/>
            <a:ext cx="2084832" cy="457200"/>
          </a:xfrm>
          <a:prstGeom prst="rect">
            <a:avLst/>
          </a:prstGeom>
          <a:noFill/>
          <a:ln/>
        </p:spPr>
        <p:txBody>
          <a:bodyPr wrap="square" rtlCol="0" anchor="ctr"/>
          <a:lstStyle/>
          <a:p>
            <a:pPr algn="l" indent="0" marL="0">
              <a:buNone/>
            </a:pPr>
            <a:r>
              <a:rPr lang="en-US" sz="950" b="1" dirty="0">
                <a:solidFill>
                  <a:srgbClr val="C8B89A"/>
                </a:solidFill>
                <a:latin typeface="Calibri" pitchFamily="34" charset="0"/>
                <a:ea typeface="Calibri" pitchFamily="34" charset="-122"/>
                <a:cs typeface="Calibri" pitchFamily="34" charset="-120"/>
              </a:rPr>
              <a:t>Point de rosée</a:t>
            </a:r>
            <a:endParaRPr lang="en-US" sz="950" dirty="0"/>
          </a:p>
        </p:txBody>
      </p:sp>
      <p:sp>
        <p:nvSpPr>
          <p:cNvPr id="104" name="Shape 102"/>
          <p:cNvSpPr/>
          <p:nvPr/>
        </p:nvSpPr>
        <p:spPr>
          <a:xfrm>
            <a:off x="2450592" y="2331720"/>
            <a:ext cx="2286000" cy="457200"/>
          </a:xfrm>
          <a:prstGeom prst="rect">
            <a:avLst/>
          </a:prstGeom>
          <a:solidFill>
            <a:srgbClr val="0E1520"/>
          </a:solidFill>
          <a:ln w="12700">
            <a:solidFill>
              <a:srgbClr val="1C2A3A"/>
            </a:solidFill>
            <a:prstDash val="solid"/>
          </a:ln>
        </p:spPr>
      </p:sp>
      <p:sp>
        <p:nvSpPr>
          <p:cNvPr id="105" name="Text 103"/>
          <p:cNvSpPr/>
          <p:nvPr/>
        </p:nvSpPr>
        <p:spPr>
          <a:xfrm>
            <a:off x="2505456" y="2331720"/>
            <a:ext cx="2176272" cy="457200"/>
          </a:xfrm>
          <a:prstGeom prst="rect">
            <a:avLst/>
          </a:prstGeom>
          <a:noFill/>
          <a:ln/>
        </p:spPr>
        <p:txBody>
          <a:bodyPr wrap="square" rtlCol="0" anchor="ctr"/>
          <a:lstStyle/>
          <a:p>
            <a:pPr algn="ctr" indent="0" marL="0">
              <a:buNone/>
            </a:pPr>
            <a:r>
              <a:rPr lang="en-US" sz="950" dirty="0">
                <a:solidFill>
                  <a:srgbClr val="EDE0C8"/>
                </a:solidFill>
                <a:latin typeface="Calibri" pitchFamily="34" charset="0"/>
                <a:ea typeface="Calibri" pitchFamily="34" charset="-122"/>
                <a:cs typeface="Calibri" pitchFamily="34" charset="-120"/>
              </a:rPr>
              <a:t>Classe 4 (+3°C PDP)</a:t>
            </a:r>
            <a:endParaRPr lang="en-US" sz="950" dirty="0"/>
          </a:p>
        </p:txBody>
      </p:sp>
      <p:sp>
        <p:nvSpPr>
          <p:cNvPr id="106" name="Shape 104"/>
          <p:cNvSpPr/>
          <p:nvPr/>
        </p:nvSpPr>
        <p:spPr>
          <a:xfrm>
            <a:off x="4736592" y="2331720"/>
            <a:ext cx="2286000" cy="457200"/>
          </a:xfrm>
          <a:prstGeom prst="rect">
            <a:avLst/>
          </a:prstGeom>
          <a:solidFill>
            <a:srgbClr val="0E1520"/>
          </a:solidFill>
          <a:ln w="12700">
            <a:solidFill>
              <a:srgbClr val="1C2A3A"/>
            </a:solidFill>
            <a:prstDash val="solid"/>
          </a:ln>
        </p:spPr>
      </p:sp>
      <p:sp>
        <p:nvSpPr>
          <p:cNvPr id="107" name="Text 105"/>
          <p:cNvSpPr/>
          <p:nvPr/>
        </p:nvSpPr>
        <p:spPr>
          <a:xfrm>
            <a:off x="4791456" y="2331720"/>
            <a:ext cx="2176272" cy="457200"/>
          </a:xfrm>
          <a:prstGeom prst="rect">
            <a:avLst/>
          </a:prstGeom>
          <a:noFill/>
          <a:ln/>
        </p:spPr>
        <p:txBody>
          <a:bodyPr wrap="square" rtlCol="0" anchor="ctr"/>
          <a:lstStyle/>
          <a:p>
            <a:pPr algn="ctr" indent="0" marL="0">
              <a:buNone/>
            </a:pPr>
            <a:r>
              <a:rPr lang="en-US" sz="950" dirty="0">
                <a:solidFill>
                  <a:srgbClr val="EDE0C8"/>
                </a:solidFill>
                <a:latin typeface="Calibri" pitchFamily="34" charset="0"/>
                <a:ea typeface="Calibri" pitchFamily="34" charset="-122"/>
                <a:cs typeface="Calibri" pitchFamily="34" charset="-120"/>
              </a:rPr>
              <a:t>Classe 2 (-40°C PDP)</a:t>
            </a:r>
            <a:endParaRPr lang="en-US" sz="950" dirty="0"/>
          </a:p>
        </p:txBody>
      </p:sp>
      <p:sp>
        <p:nvSpPr>
          <p:cNvPr id="108" name="Shape 106"/>
          <p:cNvSpPr/>
          <p:nvPr/>
        </p:nvSpPr>
        <p:spPr>
          <a:xfrm>
            <a:off x="7022592" y="2331720"/>
            <a:ext cx="2286000" cy="457200"/>
          </a:xfrm>
          <a:prstGeom prst="rect">
            <a:avLst/>
          </a:prstGeom>
          <a:solidFill>
            <a:srgbClr val="0E1520"/>
          </a:solidFill>
          <a:ln w="12700">
            <a:solidFill>
              <a:srgbClr val="1C2A3A"/>
            </a:solidFill>
            <a:prstDash val="solid"/>
          </a:ln>
        </p:spPr>
      </p:sp>
      <p:sp>
        <p:nvSpPr>
          <p:cNvPr id="109" name="Text 107"/>
          <p:cNvSpPr/>
          <p:nvPr/>
        </p:nvSpPr>
        <p:spPr>
          <a:xfrm>
            <a:off x="7077456" y="2331720"/>
            <a:ext cx="2176272" cy="457200"/>
          </a:xfrm>
          <a:prstGeom prst="rect">
            <a:avLst/>
          </a:prstGeom>
          <a:noFill/>
          <a:ln/>
        </p:spPr>
        <p:txBody>
          <a:bodyPr wrap="square" rtlCol="0" anchor="ctr"/>
          <a:lstStyle/>
          <a:p>
            <a:pPr algn="ctr" indent="0" marL="0">
              <a:buNone/>
            </a:pPr>
            <a:r>
              <a:rPr lang="en-US" sz="950" dirty="0">
                <a:solidFill>
                  <a:srgbClr val="EDE0C8"/>
                </a:solidFill>
                <a:latin typeface="Calibri" pitchFamily="34" charset="0"/>
                <a:ea typeface="Calibri" pitchFamily="34" charset="-122"/>
                <a:cs typeface="Calibri" pitchFamily="34" charset="-120"/>
              </a:rPr>
              <a:t>Classe 2 (-40°C PDP)</a:t>
            </a:r>
            <a:endParaRPr lang="en-US" sz="950" dirty="0"/>
          </a:p>
        </p:txBody>
      </p:sp>
      <p:sp>
        <p:nvSpPr>
          <p:cNvPr id="110" name="Shape 108"/>
          <p:cNvSpPr/>
          <p:nvPr/>
        </p:nvSpPr>
        <p:spPr>
          <a:xfrm>
            <a:off x="256032" y="2788920"/>
            <a:ext cx="2194560" cy="457200"/>
          </a:xfrm>
          <a:prstGeom prst="rect">
            <a:avLst/>
          </a:prstGeom>
          <a:solidFill>
            <a:srgbClr val="111828"/>
          </a:solidFill>
          <a:ln w="12700">
            <a:solidFill>
              <a:srgbClr val="1C2A3A"/>
            </a:solidFill>
            <a:prstDash val="solid"/>
          </a:ln>
        </p:spPr>
      </p:sp>
      <p:sp>
        <p:nvSpPr>
          <p:cNvPr id="111" name="Text 109"/>
          <p:cNvSpPr/>
          <p:nvPr/>
        </p:nvSpPr>
        <p:spPr>
          <a:xfrm>
            <a:off x="310896" y="2788920"/>
            <a:ext cx="2084832" cy="457200"/>
          </a:xfrm>
          <a:prstGeom prst="rect">
            <a:avLst/>
          </a:prstGeom>
          <a:noFill/>
          <a:ln/>
        </p:spPr>
        <p:txBody>
          <a:bodyPr wrap="square" rtlCol="0" anchor="ctr"/>
          <a:lstStyle/>
          <a:p>
            <a:pPr algn="l" indent="0" marL="0">
              <a:buNone/>
            </a:pPr>
            <a:r>
              <a:rPr lang="en-US" sz="950" b="1" dirty="0">
                <a:solidFill>
                  <a:srgbClr val="C8B89A"/>
                </a:solidFill>
                <a:latin typeface="Calibri" pitchFamily="34" charset="0"/>
                <a:ea typeface="Calibri" pitchFamily="34" charset="-122"/>
                <a:cs typeface="Calibri" pitchFamily="34" charset="-120"/>
              </a:rPr>
              <a:t>Teneur en huile</a:t>
            </a:r>
            <a:endParaRPr lang="en-US" sz="950" dirty="0"/>
          </a:p>
        </p:txBody>
      </p:sp>
      <p:sp>
        <p:nvSpPr>
          <p:cNvPr id="112" name="Shape 110"/>
          <p:cNvSpPr/>
          <p:nvPr/>
        </p:nvSpPr>
        <p:spPr>
          <a:xfrm>
            <a:off x="2450592" y="2788920"/>
            <a:ext cx="2286000" cy="457200"/>
          </a:xfrm>
          <a:prstGeom prst="rect">
            <a:avLst/>
          </a:prstGeom>
          <a:solidFill>
            <a:srgbClr val="111828"/>
          </a:solidFill>
          <a:ln w="12700">
            <a:solidFill>
              <a:srgbClr val="1C2A3A"/>
            </a:solidFill>
            <a:prstDash val="solid"/>
          </a:ln>
        </p:spPr>
      </p:sp>
      <p:sp>
        <p:nvSpPr>
          <p:cNvPr id="113" name="Text 111"/>
          <p:cNvSpPr/>
          <p:nvPr/>
        </p:nvSpPr>
        <p:spPr>
          <a:xfrm>
            <a:off x="2505456" y="2788920"/>
            <a:ext cx="2176272" cy="457200"/>
          </a:xfrm>
          <a:prstGeom prst="rect">
            <a:avLst/>
          </a:prstGeom>
          <a:noFill/>
          <a:ln/>
        </p:spPr>
        <p:txBody>
          <a:bodyPr wrap="square" rtlCol="0" anchor="ctr"/>
          <a:lstStyle/>
          <a:p>
            <a:pPr algn="ctr" indent="0" marL="0">
              <a:buNone/>
            </a:pPr>
            <a:r>
              <a:rPr lang="en-US" sz="950" dirty="0">
                <a:solidFill>
                  <a:srgbClr val="EDE0C8"/>
                </a:solidFill>
                <a:latin typeface="Calibri" pitchFamily="34" charset="0"/>
                <a:ea typeface="Calibri" pitchFamily="34" charset="-122"/>
                <a:cs typeface="Calibri" pitchFamily="34" charset="-120"/>
              </a:rPr>
              <a:t>Classe 2 (≤0,1 ppm)</a:t>
            </a:r>
            <a:endParaRPr lang="en-US" sz="950" dirty="0"/>
          </a:p>
        </p:txBody>
      </p:sp>
      <p:sp>
        <p:nvSpPr>
          <p:cNvPr id="114" name="Shape 112"/>
          <p:cNvSpPr/>
          <p:nvPr/>
        </p:nvSpPr>
        <p:spPr>
          <a:xfrm>
            <a:off x="4736592" y="2788920"/>
            <a:ext cx="2286000" cy="457200"/>
          </a:xfrm>
          <a:prstGeom prst="rect">
            <a:avLst/>
          </a:prstGeom>
          <a:solidFill>
            <a:srgbClr val="111828"/>
          </a:solidFill>
          <a:ln w="12700">
            <a:solidFill>
              <a:srgbClr val="1C2A3A"/>
            </a:solidFill>
            <a:prstDash val="solid"/>
          </a:ln>
        </p:spPr>
      </p:sp>
      <p:sp>
        <p:nvSpPr>
          <p:cNvPr id="115" name="Text 113"/>
          <p:cNvSpPr/>
          <p:nvPr/>
        </p:nvSpPr>
        <p:spPr>
          <a:xfrm>
            <a:off x="4791456" y="2788920"/>
            <a:ext cx="2176272" cy="457200"/>
          </a:xfrm>
          <a:prstGeom prst="rect">
            <a:avLst/>
          </a:prstGeom>
          <a:noFill/>
          <a:ln/>
        </p:spPr>
        <p:txBody>
          <a:bodyPr wrap="square" rtlCol="0" anchor="ctr"/>
          <a:lstStyle/>
          <a:p>
            <a:pPr algn="ctr" indent="0" marL="0">
              <a:buNone/>
            </a:pPr>
            <a:r>
              <a:rPr lang="en-US" sz="950" dirty="0">
                <a:solidFill>
                  <a:srgbClr val="EDE0C8"/>
                </a:solidFill>
                <a:latin typeface="Calibri" pitchFamily="34" charset="0"/>
                <a:ea typeface="Calibri" pitchFamily="34" charset="-122"/>
                <a:cs typeface="Calibri" pitchFamily="34" charset="-120"/>
              </a:rPr>
              <a:t>Classe 1 (≤0,01 ppm)</a:t>
            </a:r>
            <a:endParaRPr lang="en-US" sz="950" dirty="0"/>
          </a:p>
        </p:txBody>
      </p:sp>
      <p:sp>
        <p:nvSpPr>
          <p:cNvPr id="116" name="Shape 114"/>
          <p:cNvSpPr/>
          <p:nvPr/>
        </p:nvSpPr>
        <p:spPr>
          <a:xfrm>
            <a:off x="7022592" y="2788920"/>
            <a:ext cx="2286000" cy="457200"/>
          </a:xfrm>
          <a:prstGeom prst="rect">
            <a:avLst/>
          </a:prstGeom>
          <a:solidFill>
            <a:srgbClr val="111828"/>
          </a:solidFill>
          <a:ln w="12700">
            <a:solidFill>
              <a:srgbClr val="1C2A3A"/>
            </a:solidFill>
            <a:prstDash val="solid"/>
          </a:ln>
        </p:spPr>
      </p:sp>
      <p:sp>
        <p:nvSpPr>
          <p:cNvPr id="117" name="Text 115"/>
          <p:cNvSpPr/>
          <p:nvPr/>
        </p:nvSpPr>
        <p:spPr>
          <a:xfrm>
            <a:off x="7077456" y="2788920"/>
            <a:ext cx="2176272" cy="457200"/>
          </a:xfrm>
          <a:prstGeom prst="rect">
            <a:avLst/>
          </a:prstGeom>
          <a:noFill/>
          <a:ln/>
        </p:spPr>
        <p:txBody>
          <a:bodyPr wrap="square" rtlCol="0" anchor="ctr"/>
          <a:lstStyle/>
          <a:p>
            <a:pPr algn="ctr" indent="0" marL="0">
              <a:buNone/>
            </a:pPr>
            <a:r>
              <a:rPr lang="en-US" sz="950" b="1" dirty="0">
                <a:solidFill>
                  <a:srgbClr val="D94040"/>
                </a:solidFill>
                <a:latin typeface="Calibri" pitchFamily="34" charset="0"/>
                <a:ea typeface="Calibri" pitchFamily="34" charset="-122"/>
                <a:cs typeface="Calibri" pitchFamily="34" charset="-120"/>
              </a:rPr>
              <a:t>Classe 0 (0 ppm)</a:t>
            </a:r>
            <a:endParaRPr lang="en-US" sz="950" dirty="0"/>
          </a:p>
        </p:txBody>
      </p:sp>
      <p:sp>
        <p:nvSpPr>
          <p:cNvPr id="118" name="Shape 116"/>
          <p:cNvSpPr/>
          <p:nvPr/>
        </p:nvSpPr>
        <p:spPr>
          <a:xfrm>
            <a:off x="256032" y="3246120"/>
            <a:ext cx="2194560" cy="457200"/>
          </a:xfrm>
          <a:prstGeom prst="rect">
            <a:avLst/>
          </a:prstGeom>
          <a:solidFill>
            <a:srgbClr val="0E1520"/>
          </a:solidFill>
          <a:ln w="12700">
            <a:solidFill>
              <a:srgbClr val="1C2A3A"/>
            </a:solidFill>
            <a:prstDash val="solid"/>
          </a:ln>
        </p:spPr>
      </p:sp>
      <p:sp>
        <p:nvSpPr>
          <p:cNvPr id="119" name="Text 117"/>
          <p:cNvSpPr/>
          <p:nvPr/>
        </p:nvSpPr>
        <p:spPr>
          <a:xfrm>
            <a:off x="310896" y="3246120"/>
            <a:ext cx="2084832" cy="457200"/>
          </a:xfrm>
          <a:prstGeom prst="rect">
            <a:avLst/>
          </a:prstGeom>
          <a:noFill/>
          <a:ln/>
        </p:spPr>
        <p:txBody>
          <a:bodyPr wrap="square" rtlCol="0" anchor="ctr"/>
          <a:lstStyle/>
          <a:p>
            <a:pPr algn="l" indent="0" marL="0">
              <a:buNone/>
            </a:pPr>
            <a:r>
              <a:rPr lang="en-US" sz="950" b="1" dirty="0">
                <a:solidFill>
                  <a:srgbClr val="C8B89A"/>
                </a:solidFill>
                <a:latin typeface="Calibri" pitchFamily="34" charset="0"/>
                <a:ea typeface="Calibri" pitchFamily="34" charset="-122"/>
                <a:cs typeface="Calibri" pitchFamily="34" charset="-120"/>
              </a:rPr>
              <a:t>Filtre stérile (0,2 µm)</a:t>
            </a:r>
            <a:endParaRPr lang="en-US" sz="950" dirty="0"/>
          </a:p>
        </p:txBody>
      </p:sp>
      <p:sp>
        <p:nvSpPr>
          <p:cNvPr id="120" name="Shape 118"/>
          <p:cNvSpPr/>
          <p:nvPr/>
        </p:nvSpPr>
        <p:spPr>
          <a:xfrm>
            <a:off x="2450592" y="3246120"/>
            <a:ext cx="2286000" cy="457200"/>
          </a:xfrm>
          <a:prstGeom prst="rect">
            <a:avLst/>
          </a:prstGeom>
          <a:solidFill>
            <a:srgbClr val="0E1520"/>
          </a:solidFill>
          <a:ln w="12700">
            <a:solidFill>
              <a:srgbClr val="1C2A3A"/>
            </a:solidFill>
            <a:prstDash val="solid"/>
          </a:ln>
        </p:spPr>
      </p:sp>
      <p:sp>
        <p:nvSpPr>
          <p:cNvPr id="121" name="Text 119"/>
          <p:cNvSpPr/>
          <p:nvPr/>
        </p:nvSpPr>
        <p:spPr>
          <a:xfrm>
            <a:off x="2505456" y="3246120"/>
            <a:ext cx="2176272" cy="457200"/>
          </a:xfrm>
          <a:prstGeom prst="rect">
            <a:avLst/>
          </a:prstGeom>
          <a:noFill/>
          <a:ln/>
        </p:spPr>
        <p:txBody>
          <a:bodyPr wrap="square" rtlCol="0" anchor="ctr"/>
          <a:lstStyle/>
          <a:p>
            <a:pPr algn="ctr" indent="0" marL="0">
              <a:buNone/>
            </a:pPr>
            <a:r>
              <a:rPr lang="en-US" sz="950" dirty="0">
                <a:solidFill>
                  <a:srgbClr val="EDE0C8"/>
                </a:solidFill>
                <a:latin typeface="Calibri" pitchFamily="34" charset="0"/>
                <a:ea typeface="Calibri" pitchFamily="34" charset="-122"/>
                <a:cs typeface="Calibri" pitchFamily="34" charset="-120"/>
              </a:rPr>
              <a:t>Non requis</a:t>
            </a:r>
            <a:endParaRPr lang="en-US" sz="950" dirty="0"/>
          </a:p>
        </p:txBody>
      </p:sp>
      <p:sp>
        <p:nvSpPr>
          <p:cNvPr id="122" name="Shape 120"/>
          <p:cNvSpPr/>
          <p:nvPr/>
        </p:nvSpPr>
        <p:spPr>
          <a:xfrm>
            <a:off x="4736592" y="3246120"/>
            <a:ext cx="2286000" cy="457200"/>
          </a:xfrm>
          <a:prstGeom prst="rect">
            <a:avLst/>
          </a:prstGeom>
          <a:solidFill>
            <a:srgbClr val="0E1520"/>
          </a:solidFill>
          <a:ln w="12700">
            <a:solidFill>
              <a:srgbClr val="1C2A3A"/>
            </a:solidFill>
            <a:prstDash val="solid"/>
          </a:ln>
        </p:spPr>
      </p:sp>
      <p:sp>
        <p:nvSpPr>
          <p:cNvPr id="123" name="Text 121"/>
          <p:cNvSpPr/>
          <p:nvPr/>
        </p:nvSpPr>
        <p:spPr>
          <a:xfrm>
            <a:off x="4791456" y="3246120"/>
            <a:ext cx="2176272" cy="457200"/>
          </a:xfrm>
          <a:prstGeom prst="rect">
            <a:avLst/>
          </a:prstGeom>
          <a:noFill/>
          <a:ln/>
        </p:spPr>
        <p:txBody>
          <a:bodyPr wrap="square" rtlCol="0" anchor="ctr"/>
          <a:lstStyle/>
          <a:p>
            <a:pPr algn="ctr" indent="0" marL="0">
              <a:buNone/>
            </a:pPr>
            <a:r>
              <a:rPr lang="en-US" sz="950" dirty="0">
                <a:solidFill>
                  <a:srgbClr val="EDE0C8"/>
                </a:solidFill>
                <a:latin typeface="Calibri" pitchFamily="34" charset="0"/>
                <a:ea typeface="Calibri" pitchFamily="34" charset="-122"/>
                <a:cs typeface="Calibri" pitchFamily="34" charset="-120"/>
              </a:rPr>
              <a:t>Non requis</a:t>
            </a:r>
            <a:endParaRPr lang="en-US" sz="950" dirty="0"/>
          </a:p>
        </p:txBody>
      </p:sp>
      <p:sp>
        <p:nvSpPr>
          <p:cNvPr id="124" name="Shape 122"/>
          <p:cNvSpPr/>
          <p:nvPr/>
        </p:nvSpPr>
        <p:spPr>
          <a:xfrm>
            <a:off x="7022592" y="3246120"/>
            <a:ext cx="2286000" cy="457200"/>
          </a:xfrm>
          <a:prstGeom prst="rect">
            <a:avLst/>
          </a:prstGeom>
          <a:solidFill>
            <a:srgbClr val="0E1520"/>
          </a:solidFill>
          <a:ln w="12700">
            <a:solidFill>
              <a:srgbClr val="1C2A3A"/>
            </a:solidFill>
            <a:prstDash val="solid"/>
          </a:ln>
        </p:spPr>
      </p:sp>
      <p:sp>
        <p:nvSpPr>
          <p:cNvPr id="125" name="Text 123"/>
          <p:cNvSpPr/>
          <p:nvPr/>
        </p:nvSpPr>
        <p:spPr>
          <a:xfrm>
            <a:off x="7077456" y="3246120"/>
            <a:ext cx="2176272" cy="457200"/>
          </a:xfrm>
          <a:prstGeom prst="rect">
            <a:avLst/>
          </a:prstGeom>
          <a:noFill/>
          <a:ln/>
        </p:spPr>
        <p:txBody>
          <a:bodyPr wrap="square" rtlCol="0" anchor="ctr"/>
          <a:lstStyle/>
          <a:p>
            <a:pPr algn="ctr" indent="0" marL="0">
              <a:buNone/>
            </a:pPr>
            <a:r>
              <a:rPr lang="en-US" sz="950" b="1" dirty="0">
                <a:solidFill>
                  <a:srgbClr val="D94040"/>
                </a:solidFill>
                <a:latin typeface="Calibri" pitchFamily="34" charset="0"/>
                <a:ea typeface="Calibri" pitchFamily="34" charset="-122"/>
                <a:cs typeface="Calibri" pitchFamily="34" charset="-120"/>
              </a:rPr>
              <a:t>OBLIGATOIRE</a:t>
            </a:r>
            <a:endParaRPr lang="en-US" sz="950" dirty="0"/>
          </a:p>
        </p:txBody>
      </p:sp>
      <p:sp>
        <p:nvSpPr>
          <p:cNvPr id="126" name="Shape 124"/>
          <p:cNvSpPr/>
          <p:nvPr/>
        </p:nvSpPr>
        <p:spPr>
          <a:xfrm>
            <a:off x="256032" y="3703320"/>
            <a:ext cx="2194560" cy="457200"/>
          </a:xfrm>
          <a:prstGeom prst="rect">
            <a:avLst/>
          </a:prstGeom>
          <a:solidFill>
            <a:srgbClr val="111828"/>
          </a:solidFill>
          <a:ln w="12700">
            <a:solidFill>
              <a:srgbClr val="1C2A3A"/>
            </a:solidFill>
            <a:prstDash val="solid"/>
          </a:ln>
        </p:spPr>
      </p:sp>
      <p:sp>
        <p:nvSpPr>
          <p:cNvPr id="127" name="Text 125"/>
          <p:cNvSpPr/>
          <p:nvPr/>
        </p:nvSpPr>
        <p:spPr>
          <a:xfrm>
            <a:off x="310896" y="3703320"/>
            <a:ext cx="2084832" cy="457200"/>
          </a:xfrm>
          <a:prstGeom prst="rect">
            <a:avLst/>
          </a:prstGeom>
          <a:noFill/>
          <a:ln/>
        </p:spPr>
        <p:txBody>
          <a:bodyPr wrap="square" rtlCol="0" anchor="ctr"/>
          <a:lstStyle/>
          <a:p>
            <a:pPr algn="l" indent="0" marL="0">
              <a:buNone/>
            </a:pPr>
            <a:r>
              <a:rPr lang="en-US" sz="950" b="1" dirty="0">
                <a:solidFill>
                  <a:srgbClr val="C8B89A"/>
                </a:solidFill>
                <a:latin typeface="Calibri" pitchFamily="34" charset="0"/>
                <a:ea typeface="Calibri" pitchFamily="34" charset="-122"/>
                <a:cs typeface="Calibri" pitchFamily="34" charset="-120"/>
              </a:rPr>
              <a:t>Sécheur requis</a:t>
            </a:r>
            <a:endParaRPr lang="en-US" sz="950" dirty="0"/>
          </a:p>
        </p:txBody>
      </p:sp>
      <p:sp>
        <p:nvSpPr>
          <p:cNvPr id="128" name="Shape 126"/>
          <p:cNvSpPr/>
          <p:nvPr/>
        </p:nvSpPr>
        <p:spPr>
          <a:xfrm>
            <a:off x="2450592" y="3703320"/>
            <a:ext cx="2286000" cy="457200"/>
          </a:xfrm>
          <a:prstGeom prst="rect">
            <a:avLst/>
          </a:prstGeom>
          <a:solidFill>
            <a:srgbClr val="111828"/>
          </a:solidFill>
          <a:ln w="12700">
            <a:solidFill>
              <a:srgbClr val="1C2A3A"/>
            </a:solidFill>
            <a:prstDash val="solid"/>
          </a:ln>
        </p:spPr>
      </p:sp>
      <p:sp>
        <p:nvSpPr>
          <p:cNvPr id="129" name="Text 127"/>
          <p:cNvSpPr/>
          <p:nvPr/>
        </p:nvSpPr>
        <p:spPr>
          <a:xfrm>
            <a:off x="2505456" y="3703320"/>
            <a:ext cx="2176272" cy="457200"/>
          </a:xfrm>
          <a:prstGeom prst="rect">
            <a:avLst/>
          </a:prstGeom>
          <a:noFill/>
          <a:ln/>
        </p:spPr>
        <p:txBody>
          <a:bodyPr wrap="square" rtlCol="0" anchor="ctr"/>
          <a:lstStyle/>
          <a:p>
            <a:pPr algn="ctr" indent="0" marL="0">
              <a:buNone/>
            </a:pPr>
            <a:r>
              <a:rPr lang="en-US" sz="950" dirty="0">
                <a:solidFill>
                  <a:srgbClr val="EDE0C8"/>
                </a:solidFill>
                <a:latin typeface="Calibri" pitchFamily="34" charset="0"/>
                <a:ea typeface="Calibri" pitchFamily="34" charset="-122"/>
                <a:cs typeface="Calibri" pitchFamily="34" charset="-120"/>
              </a:rPr>
              <a:t>Réfrigérant</a:t>
            </a:r>
            <a:endParaRPr lang="en-US" sz="950" dirty="0"/>
          </a:p>
        </p:txBody>
      </p:sp>
      <p:sp>
        <p:nvSpPr>
          <p:cNvPr id="130" name="Shape 128"/>
          <p:cNvSpPr/>
          <p:nvPr/>
        </p:nvSpPr>
        <p:spPr>
          <a:xfrm>
            <a:off x="4736592" y="3703320"/>
            <a:ext cx="2286000" cy="457200"/>
          </a:xfrm>
          <a:prstGeom prst="rect">
            <a:avLst/>
          </a:prstGeom>
          <a:solidFill>
            <a:srgbClr val="111828"/>
          </a:solidFill>
          <a:ln w="12700">
            <a:solidFill>
              <a:srgbClr val="1C2A3A"/>
            </a:solidFill>
            <a:prstDash val="solid"/>
          </a:ln>
        </p:spPr>
      </p:sp>
      <p:sp>
        <p:nvSpPr>
          <p:cNvPr id="131" name="Text 129"/>
          <p:cNvSpPr/>
          <p:nvPr/>
        </p:nvSpPr>
        <p:spPr>
          <a:xfrm>
            <a:off x="4791456" y="3703320"/>
            <a:ext cx="2176272" cy="457200"/>
          </a:xfrm>
          <a:prstGeom prst="rect">
            <a:avLst/>
          </a:prstGeom>
          <a:noFill/>
          <a:ln/>
        </p:spPr>
        <p:txBody>
          <a:bodyPr wrap="square" rtlCol="0" anchor="ctr"/>
          <a:lstStyle/>
          <a:p>
            <a:pPr algn="ctr" indent="0" marL="0">
              <a:buNone/>
            </a:pPr>
            <a:r>
              <a:rPr lang="en-US" sz="950" dirty="0">
                <a:solidFill>
                  <a:srgbClr val="EDE0C8"/>
                </a:solidFill>
                <a:latin typeface="Calibri" pitchFamily="34" charset="0"/>
                <a:ea typeface="Calibri" pitchFamily="34" charset="-122"/>
                <a:cs typeface="Calibri" pitchFamily="34" charset="-120"/>
              </a:rPr>
              <a:t>Réfrigérant + Adsorption</a:t>
            </a:r>
            <a:endParaRPr lang="en-US" sz="950" dirty="0"/>
          </a:p>
        </p:txBody>
      </p:sp>
      <p:sp>
        <p:nvSpPr>
          <p:cNvPr id="132" name="Shape 130"/>
          <p:cNvSpPr/>
          <p:nvPr/>
        </p:nvSpPr>
        <p:spPr>
          <a:xfrm>
            <a:off x="7022592" y="3703320"/>
            <a:ext cx="2286000" cy="457200"/>
          </a:xfrm>
          <a:prstGeom prst="rect">
            <a:avLst/>
          </a:prstGeom>
          <a:solidFill>
            <a:srgbClr val="111828"/>
          </a:solidFill>
          <a:ln w="12700">
            <a:solidFill>
              <a:srgbClr val="1C2A3A"/>
            </a:solidFill>
            <a:prstDash val="solid"/>
          </a:ln>
        </p:spPr>
      </p:sp>
      <p:sp>
        <p:nvSpPr>
          <p:cNvPr id="133" name="Text 131"/>
          <p:cNvSpPr/>
          <p:nvPr/>
        </p:nvSpPr>
        <p:spPr>
          <a:xfrm>
            <a:off x="7077456" y="3703320"/>
            <a:ext cx="2176272" cy="457200"/>
          </a:xfrm>
          <a:prstGeom prst="rect">
            <a:avLst/>
          </a:prstGeom>
          <a:noFill/>
          <a:ln/>
        </p:spPr>
        <p:txBody>
          <a:bodyPr wrap="square" rtlCol="0" anchor="ctr"/>
          <a:lstStyle/>
          <a:p>
            <a:pPr algn="ctr" indent="0" marL="0">
              <a:buNone/>
            </a:pPr>
            <a:r>
              <a:rPr lang="en-US" sz="950" dirty="0">
                <a:solidFill>
                  <a:srgbClr val="EDE0C8"/>
                </a:solidFill>
                <a:latin typeface="Calibri" pitchFamily="34" charset="0"/>
                <a:ea typeface="Calibri" pitchFamily="34" charset="-122"/>
                <a:cs typeface="Calibri" pitchFamily="34" charset="-120"/>
              </a:rPr>
              <a:t>Adsorption uniquement</a:t>
            </a:r>
            <a:endParaRPr lang="en-US" sz="950" dirty="0"/>
          </a:p>
        </p:txBody>
      </p:sp>
      <p:sp>
        <p:nvSpPr>
          <p:cNvPr id="134" name="Shape 132"/>
          <p:cNvSpPr/>
          <p:nvPr/>
        </p:nvSpPr>
        <p:spPr>
          <a:xfrm>
            <a:off x="256032" y="3858768"/>
            <a:ext cx="8631936" cy="676656"/>
          </a:xfrm>
          <a:prstGeom prst="rect">
            <a:avLst/>
          </a:prstGeom>
          <a:solidFill>
            <a:srgbClr val="111828"/>
          </a:solidFill>
          <a:ln w="12700">
            <a:solidFill>
              <a:srgbClr val="1B9A8A"/>
            </a:solidFill>
            <a:prstDash val="solid"/>
          </a:ln>
          <a:effectLst>
            <a:outerShdw sx="100000" sy="100000" kx="0" ky="0" algn="bl" rotWithShape="0" blurRad="63500" dist="25400" dir="8100000">
              <a:srgbClr val="000000">
                <a:alpha val="30000"/>
              </a:srgbClr>
            </a:outerShdw>
          </a:effectLst>
        </p:spPr>
      </p:sp>
      <p:sp>
        <p:nvSpPr>
          <p:cNvPr id="135" name="Shape 133"/>
          <p:cNvSpPr/>
          <p:nvPr/>
        </p:nvSpPr>
        <p:spPr>
          <a:xfrm>
            <a:off x="256032" y="3858768"/>
            <a:ext cx="54864" cy="676656"/>
          </a:xfrm>
          <a:prstGeom prst="rect">
            <a:avLst/>
          </a:prstGeom>
          <a:solidFill>
            <a:srgbClr val="1B9A8A"/>
          </a:solidFill>
          <a:ln/>
        </p:spPr>
      </p:sp>
      <p:sp>
        <p:nvSpPr>
          <p:cNvPr id="136" name="Text 134"/>
          <p:cNvSpPr/>
          <p:nvPr/>
        </p:nvSpPr>
        <p:spPr>
          <a:xfrm>
            <a:off x="402336" y="3895344"/>
            <a:ext cx="8321040" cy="603504"/>
          </a:xfrm>
          <a:prstGeom prst="rect">
            <a:avLst/>
          </a:prstGeom>
          <a:noFill/>
          <a:ln/>
        </p:spPr>
        <p:txBody>
          <a:bodyPr wrap="square" rtlCol="0" anchor="ctr"/>
          <a:lstStyle/>
          <a:p>
            <a:pPr indent="0" marL="0">
              <a:buNone/>
            </a:pPr>
            <a:r>
              <a:rPr lang="en-US" sz="1050" b="1" dirty="0">
                <a:solidFill>
                  <a:srgbClr val="1B9A8A"/>
                </a:solidFill>
                <a:latin typeface="Calibri" pitchFamily="34" charset="0"/>
                <a:ea typeface="Calibri" pitchFamily="34" charset="-122"/>
                <a:cs typeface="Calibri" pitchFamily="34" charset="-120"/>
              </a:rPr>
              <a:t>Point critique pour la sécurité alimentaire : </a:t>
            </a:r>
            <a:pPr indent="0" marL="0">
              <a:buNone/>
            </a:pPr>
            <a:r>
              <a:rPr lang="en-US" sz="1000" dirty="0">
                <a:solidFill>
                  <a:srgbClr val="EDE0C8"/>
                </a:solidFill>
                <a:latin typeface="Calibri" pitchFamily="34" charset="0"/>
                <a:ea typeface="Calibri" pitchFamily="34" charset="-122"/>
                <a:cs typeface="Calibri" pitchFamily="34" charset="-120"/>
              </a:rPr>
              <a:t>L'air utilisé dans l'enrobeur (nébulisation des graisses et des arômes) est en contact direct avec le produit fini. Une contamination par l'huile entraîne un rejet du lot et un risque de non-conformité ONSSA. La Classe 0 ISO 8573-1 est la seule acceptable sur ce point d'usage.</a:t>
            </a:r>
            <a:endParaRPr lang="en-US" sz="1050" dirty="0"/>
          </a:p>
        </p:txBody>
      </p:sp>
      <p:sp>
        <p:nvSpPr>
          <p:cNvPr id="137" name="Shape 135"/>
          <p:cNvSpPr/>
          <p:nvPr/>
        </p:nvSpPr>
        <p:spPr>
          <a:xfrm rot="2700000">
            <a:off x="13716" y="4846320"/>
            <a:ext cx="82296" cy="82296"/>
          </a:xfrm>
          <a:prstGeom prst="rect">
            <a:avLst/>
          </a:prstGeom>
          <a:solidFill>
            <a:srgbClr val="D4951A">
              <a:alpha val="15000"/>
            </a:srgbClr>
          </a:solidFill>
          <a:ln w="12700">
            <a:solidFill>
              <a:srgbClr val="D4951A"/>
            </a:solidFill>
            <a:prstDash val="solid"/>
          </a:ln>
        </p:spPr>
      </p:sp>
      <p:sp>
        <p:nvSpPr>
          <p:cNvPr id="138" name="Shape 136"/>
          <p:cNvSpPr/>
          <p:nvPr/>
        </p:nvSpPr>
        <p:spPr>
          <a:xfrm rot="2700000">
            <a:off x="137160" y="4846320"/>
            <a:ext cx="82296" cy="82296"/>
          </a:xfrm>
          <a:prstGeom prst="rect">
            <a:avLst/>
          </a:prstGeom>
          <a:solidFill>
            <a:srgbClr val="D4951A">
              <a:alpha val="15000"/>
            </a:srgbClr>
          </a:solidFill>
          <a:ln w="12700">
            <a:solidFill>
              <a:srgbClr val="D4951A"/>
            </a:solidFill>
            <a:prstDash val="solid"/>
          </a:ln>
        </p:spPr>
      </p:sp>
      <p:sp>
        <p:nvSpPr>
          <p:cNvPr id="139" name="Shape 137"/>
          <p:cNvSpPr/>
          <p:nvPr/>
        </p:nvSpPr>
        <p:spPr>
          <a:xfrm rot="2700000">
            <a:off x="260604" y="4846320"/>
            <a:ext cx="82296" cy="82296"/>
          </a:xfrm>
          <a:prstGeom prst="rect">
            <a:avLst/>
          </a:prstGeom>
          <a:solidFill>
            <a:srgbClr val="D4951A">
              <a:alpha val="15000"/>
            </a:srgbClr>
          </a:solidFill>
          <a:ln w="12700">
            <a:solidFill>
              <a:srgbClr val="D4951A"/>
            </a:solidFill>
            <a:prstDash val="solid"/>
          </a:ln>
        </p:spPr>
      </p:sp>
      <p:sp>
        <p:nvSpPr>
          <p:cNvPr id="140" name="Shape 138"/>
          <p:cNvSpPr/>
          <p:nvPr/>
        </p:nvSpPr>
        <p:spPr>
          <a:xfrm rot="2700000">
            <a:off x="384048" y="4846320"/>
            <a:ext cx="82296" cy="82296"/>
          </a:xfrm>
          <a:prstGeom prst="rect">
            <a:avLst/>
          </a:prstGeom>
          <a:solidFill>
            <a:srgbClr val="D4951A">
              <a:alpha val="15000"/>
            </a:srgbClr>
          </a:solidFill>
          <a:ln w="12700">
            <a:solidFill>
              <a:srgbClr val="D4951A"/>
            </a:solidFill>
            <a:prstDash val="solid"/>
          </a:ln>
        </p:spPr>
      </p:sp>
      <p:sp>
        <p:nvSpPr>
          <p:cNvPr id="141" name="Shape 139"/>
          <p:cNvSpPr/>
          <p:nvPr/>
        </p:nvSpPr>
        <p:spPr>
          <a:xfrm rot="2700000">
            <a:off x="507492" y="4846320"/>
            <a:ext cx="82296" cy="82296"/>
          </a:xfrm>
          <a:prstGeom prst="rect">
            <a:avLst/>
          </a:prstGeom>
          <a:solidFill>
            <a:srgbClr val="D4951A">
              <a:alpha val="15000"/>
            </a:srgbClr>
          </a:solidFill>
          <a:ln w="12700">
            <a:solidFill>
              <a:srgbClr val="D4951A"/>
            </a:solidFill>
            <a:prstDash val="solid"/>
          </a:ln>
        </p:spPr>
      </p:sp>
      <p:sp>
        <p:nvSpPr>
          <p:cNvPr id="142" name="Shape 140"/>
          <p:cNvSpPr/>
          <p:nvPr/>
        </p:nvSpPr>
        <p:spPr>
          <a:xfrm rot="2700000">
            <a:off x="630936" y="4846320"/>
            <a:ext cx="82296" cy="82296"/>
          </a:xfrm>
          <a:prstGeom prst="rect">
            <a:avLst/>
          </a:prstGeom>
          <a:solidFill>
            <a:srgbClr val="D4951A">
              <a:alpha val="15000"/>
            </a:srgbClr>
          </a:solidFill>
          <a:ln w="12700">
            <a:solidFill>
              <a:srgbClr val="D4951A"/>
            </a:solidFill>
            <a:prstDash val="solid"/>
          </a:ln>
        </p:spPr>
      </p:sp>
      <p:sp>
        <p:nvSpPr>
          <p:cNvPr id="143" name="Shape 141"/>
          <p:cNvSpPr/>
          <p:nvPr/>
        </p:nvSpPr>
        <p:spPr>
          <a:xfrm rot="2700000">
            <a:off x="754380" y="4846320"/>
            <a:ext cx="82296" cy="82296"/>
          </a:xfrm>
          <a:prstGeom prst="rect">
            <a:avLst/>
          </a:prstGeom>
          <a:solidFill>
            <a:srgbClr val="D4951A">
              <a:alpha val="15000"/>
            </a:srgbClr>
          </a:solidFill>
          <a:ln w="12700">
            <a:solidFill>
              <a:srgbClr val="D4951A"/>
            </a:solidFill>
            <a:prstDash val="solid"/>
          </a:ln>
        </p:spPr>
      </p:sp>
      <p:sp>
        <p:nvSpPr>
          <p:cNvPr id="144" name="Shape 142"/>
          <p:cNvSpPr/>
          <p:nvPr/>
        </p:nvSpPr>
        <p:spPr>
          <a:xfrm rot="2700000">
            <a:off x="877824" y="4846320"/>
            <a:ext cx="82296" cy="82296"/>
          </a:xfrm>
          <a:prstGeom prst="rect">
            <a:avLst/>
          </a:prstGeom>
          <a:solidFill>
            <a:srgbClr val="D4951A">
              <a:alpha val="15000"/>
            </a:srgbClr>
          </a:solidFill>
          <a:ln w="12700">
            <a:solidFill>
              <a:srgbClr val="D4951A"/>
            </a:solidFill>
            <a:prstDash val="solid"/>
          </a:ln>
        </p:spPr>
      </p:sp>
      <p:sp>
        <p:nvSpPr>
          <p:cNvPr id="145" name="Shape 143"/>
          <p:cNvSpPr/>
          <p:nvPr/>
        </p:nvSpPr>
        <p:spPr>
          <a:xfrm rot="2700000">
            <a:off x="1001268" y="4846320"/>
            <a:ext cx="82296" cy="82296"/>
          </a:xfrm>
          <a:prstGeom prst="rect">
            <a:avLst/>
          </a:prstGeom>
          <a:solidFill>
            <a:srgbClr val="D4951A">
              <a:alpha val="15000"/>
            </a:srgbClr>
          </a:solidFill>
          <a:ln w="12700">
            <a:solidFill>
              <a:srgbClr val="D4951A"/>
            </a:solidFill>
            <a:prstDash val="solid"/>
          </a:ln>
        </p:spPr>
      </p:sp>
      <p:sp>
        <p:nvSpPr>
          <p:cNvPr id="146" name="Shape 144"/>
          <p:cNvSpPr/>
          <p:nvPr/>
        </p:nvSpPr>
        <p:spPr>
          <a:xfrm rot="2700000">
            <a:off x="1124712" y="4846320"/>
            <a:ext cx="82296" cy="82296"/>
          </a:xfrm>
          <a:prstGeom prst="rect">
            <a:avLst/>
          </a:prstGeom>
          <a:solidFill>
            <a:srgbClr val="D4951A">
              <a:alpha val="15000"/>
            </a:srgbClr>
          </a:solidFill>
          <a:ln w="12700">
            <a:solidFill>
              <a:srgbClr val="D4951A"/>
            </a:solidFill>
            <a:prstDash val="solid"/>
          </a:ln>
        </p:spPr>
      </p:sp>
      <p:sp>
        <p:nvSpPr>
          <p:cNvPr id="147" name="Shape 145"/>
          <p:cNvSpPr/>
          <p:nvPr/>
        </p:nvSpPr>
        <p:spPr>
          <a:xfrm rot="2700000">
            <a:off x="1248156" y="4846320"/>
            <a:ext cx="82296" cy="82296"/>
          </a:xfrm>
          <a:prstGeom prst="rect">
            <a:avLst/>
          </a:prstGeom>
          <a:solidFill>
            <a:srgbClr val="D4951A">
              <a:alpha val="15000"/>
            </a:srgbClr>
          </a:solidFill>
          <a:ln w="12700">
            <a:solidFill>
              <a:srgbClr val="D4951A"/>
            </a:solidFill>
            <a:prstDash val="solid"/>
          </a:ln>
        </p:spPr>
      </p:sp>
      <p:sp>
        <p:nvSpPr>
          <p:cNvPr id="148" name="Shape 146"/>
          <p:cNvSpPr/>
          <p:nvPr/>
        </p:nvSpPr>
        <p:spPr>
          <a:xfrm rot="2700000">
            <a:off x="1371600" y="4846320"/>
            <a:ext cx="82296" cy="82296"/>
          </a:xfrm>
          <a:prstGeom prst="rect">
            <a:avLst/>
          </a:prstGeom>
          <a:solidFill>
            <a:srgbClr val="D4951A">
              <a:alpha val="15000"/>
            </a:srgbClr>
          </a:solidFill>
          <a:ln w="12700">
            <a:solidFill>
              <a:srgbClr val="D4951A"/>
            </a:solidFill>
            <a:prstDash val="solid"/>
          </a:ln>
        </p:spPr>
      </p:sp>
      <p:sp>
        <p:nvSpPr>
          <p:cNvPr id="149" name="Shape 147"/>
          <p:cNvSpPr/>
          <p:nvPr/>
        </p:nvSpPr>
        <p:spPr>
          <a:xfrm rot="2700000">
            <a:off x="1495044" y="4846320"/>
            <a:ext cx="82296" cy="82296"/>
          </a:xfrm>
          <a:prstGeom prst="rect">
            <a:avLst/>
          </a:prstGeom>
          <a:solidFill>
            <a:srgbClr val="D4951A">
              <a:alpha val="15000"/>
            </a:srgbClr>
          </a:solidFill>
          <a:ln w="12700">
            <a:solidFill>
              <a:srgbClr val="D4951A"/>
            </a:solidFill>
            <a:prstDash val="solid"/>
          </a:ln>
        </p:spPr>
      </p:sp>
      <p:sp>
        <p:nvSpPr>
          <p:cNvPr id="150" name="Shape 148"/>
          <p:cNvSpPr/>
          <p:nvPr/>
        </p:nvSpPr>
        <p:spPr>
          <a:xfrm rot="2700000">
            <a:off x="1618488" y="4846320"/>
            <a:ext cx="82296" cy="82296"/>
          </a:xfrm>
          <a:prstGeom prst="rect">
            <a:avLst/>
          </a:prstGeom>
          <a:solidFill>
            <a:srgbClr val="D4951A">
              <a:alpha val="15000"/>
            </a:srgbClr>
          </a:solidFill>
          <a:ln w="12700">
            <a:solidFill>
              <a:srgbClr val="D4951A"/>
            </a:solidFill>
            <a:prstDash val="solid"/>
          </a:ln>
        </p:spPr>
      </p:sp>
      <p:sp>
        <p:nvSpPr>
          <p:cNvPr id="151" name="Shape 149"/>
          <p:cNvSpPr/>
          <p:nvPr/>
        </p:nvSpPr>
        <p:spPr>
          <a:xfrm rot="2700000">
            <a:off x="1741932" y="4846320"/>
            <a:ext cx="82296" cy="82296"/>
          </a:xfrm>
          <a:prstGeom prst="rect">
            <a:avLst/>
          </a:prstGeom>
          <a:solidFill>
            <a:srgbClr val="D4951A">
              <a:alpha val="15000"/>
            </a:srgbClr>
          </a:solidFill>
          <a:ln w="12700">
            <a:solidFill>
              <a:srgbClr val="D4951A"/>
            </a:solidFill>
            <a:prstDash val="solid"/>
          </a:ln>
        </p:spPr>
      </p:sp>
      <p:sp>
        <p:nvSpPr>
          <p:cNvPr id="152" name="Shape 150"/>
          <p:cNvSpPr/>
          <p:nvPr/>
        </p:nvSpPr>
        <p:spPr>
          <a:xfrm rot="2700000">
            <a:off x="1865376" y="4846320"/>
            <a:ext cx="82296" cy="82296"/>
          </a:xfrm>
          <a:prstGeom prst="rect">
            <a:avLst/>
          </a:prstGeom>
          <a:solidFill>
            <a:srgbClr val="D4951A">
              <a:alpha val="15000"/>
            </a:srgbClr>
          </a:solidFill>
          <a:ln w="12700">
            <a:solidFill>
              <a:srgbClr val="D4951A"/>
            </a:solidFill>
            <a:prstDash val="solid"/>
          </a:ln>
        </p:spPr>
      </p:sp>
      <p:sp>
        <p:nvSpPr>
          <p:cNvPr id="153" name="Shape 151"/>
          <p:cNvSpPr/>
          <p:nvPr/>
        </p:nvSpPr>
        <p:spPr>
          <a:xfrm rot="2700000">
            <a:off x="1988820" y="4846320"/>
            <a:ext cx="82296" cy="82296"/>
          </a:xfrm>
          <a:prstGeom prst="rect">
            <a:avLst/>
          </a:prstGeom>
          <a:solidFill>
            <a:srgbClr val="D4951A">
              <a:alpha val="15000"/>
            </a:srgbClr>
          </a:solidFill>
          <a:ln w="12700">
            <a:solidFill>
              <a:srgbClr val="D4951A"/>
            </a:solidFill>
            <a:prstDash val="solid"/>
          </a:ln>
        </p:spPr>
      </p:sp>
      <p:sp>
        <p:nvSpPr>
          <p:cNvPr id="154" name="Shape 152"/>
          <p:cNvSpPr/>
          <p:nvPr/>
        </p:nvSpPr>
        <p:spPr>
          <a:xfrm rot="2700000">
            <a:off x="2112264" y="4846320"/>
            <a:ext cx="82296" cy="82296"/>
          </a:xfrm>
          <a:prstGeom prst="rect">
            <a:avLst/>
          </a:prstGeom>
          <a:solidFill>
            <a:srgbClr val="D4951A">
              <a:alpha val="15000"/>
            </a:srgbClr>
          </a:solidFill>
          <a:ln w="12700">
            <a:solidFill>
              <a:srgbClr val="D4951A"/>
            </a:solidFill>
            <a:prstDash val="solid"/>
          </a:ln>
        </p:spPr>
      </p:sp>
      <p:sp>
        <p:nvSpPr>
          <p:cNvPr id="155" name="Shape 153"/>
          <p:cNvSpPr/>
          <p:nvPr/>
        </p:nvSpPr>
        <p:spPr>
          <a:xfrm rot="2700000">
            <a:off x="2235708" y="4846320"/>
            <a:ext cx="82296" cy="82296"/>
          </a:xfrm>
          <a:prstGeom prst="rect">
            <a:avLst/>
          </a:prstGeom>
          <a:solidFill>
            <a:srgbClr val="D4951A">
              <a:alpha val="15000"/>
            </a:srgbClr>
          </a:solidFill>
          <a:ln w="12700">
            <a:solidFill>
              <a:srgbClr val="D4951A"/>
            </a:solidFill>
            <a:prstDash val="solid"/>
          </a:ln>
        </p:spPr>
      </p:sp>
      <p:sp>
        <p:nvSpPr>
          <p:cNvPr id="156" name="Shape 154"/>
          <p:cNvSpPr/>
          <p:nvPr/>
        </p:nvSpPr>
        <p:spPr>
          <a:xfrm rot="2700000">
            <a:off x="2359152" y="4846320"/>
            <a:ext cx="82296" cy="82296"/>
          </a:xfrm>
          <a:prstGeom prst="rect">
            <a:avLst/>
          </a:prstGeom>
          <a:solidFill>
            <a:srgbClr val="D4951A">
              <a:alpha val="15000"/>
            </a:srgbClr>
          </a:solidFill>
          <a:ln w="12700">
            <a:solidFill>
              <a:srgbClr val="D4951A"/>
            </a:solidFill>
            <a:prstDash val="solid"/>
          </a:ln>
        </p:spPr>
      </p:sp>
      <p:sp>
        <p:nvSpPr>
          <p:cNvPr id="157" name="Shape 155"/>
          <p:cNvSpPr/>
          <p:nvPr/>
        </p:nvSpPr>
        <p:spPr>
          <a:xfrm rot="2700000">
            <a:off x="2482596" y="4846320"/>
            <a:ext cx="82296" cy="82296"/>
          </a:xfrm>
          <a:prstGeom prst="rect">
            <a:avLst/>
          </a:prstGeom>
          <a:solidFill>
            <a:srgbClr val="D4951A">
              <a:alpha val="15000"/>
            </a:srgbClr>
          </a:solidFill>
          <a:ln w="12700">
            <a:solidFill>
              <a:srgbClr val="D4951A"/>
            </a:solidFill>
            <a:prstDash val="solid"/>
          </a:ln>
        </p:spPr>
      </p:sp>
      <p:sp>
        <p:nvSpPr>
          <p:cNvPr id="158" name="Shape 156"/>
          <p:cNvSpPr/>
          <p:nvPr/>
        </p:nvSpPr>
        <p:spPr>
          <a:xfrm rot="2700000">
            <a:off x="2606040" y="4846320"/>
            <a:ext cx="82296" cy="82296"/>
          </a:xfrm>
          <a:prstGeom prst="rect">
            <a:avLst/>
          </a:prstGeom>
          <a:solidFill>
            <a:srgbClr val="D4951A">
              <a:alpha val="15000"/>
            </a:srgbClr>
          </a:solidFill>
          <a:ln w="12700">
            <a:solidFill>
              <a:srgbClr val="D4951A"/>
            </a:solidFill>
            <a:prstDash val="solid"/>
          </a:ln>
        </p:spPr>
      </p:sp>
      <p:sp>
        <p:nvSpPr>
          <p:cNvPr id="159" name="Shape 157"/>
          <p:cNvSpPr/>
          <p:nvPr/>
        </p:nvSpPr>
        <p:spPr>
          <a:xfrm rot="2700000">
            <a:off x="2729484" y="4846320"/>
            <a:ext cx="82296" cy="82296"/>
          </a:xfrm>
          <a:prstGeom prst="rect">
            <a:avLst/>
          </a:prstGeom>
          <a:solidFill>
            <a:srgbClr val="D4951A">
              <a:alpha val="15000"/>
            </a:srgbClr>
          </a:solidFill>
          <a:ln w="12700">
            <a:solidFill>
              <a:srgbClr val="D4951A"/>
            </a:solidFill>
            <a:prstDash val="solid"/>
          </a:ln>
        </p:spPr>
      </p:sp>
      <p:sp>
        <p:nvSpPr>
          <p:cNvPr id="160" name="Shape 158"/>
          <p:cNvSpPr/>
          <p:nvPr/>
        </p:nvSpPr>
        <p:spPr>
          <a:xfrm rot="2700000">
            <a:off x="2852928" y="4846320"/>
            <a:ext cx="82296" cy="82296"/>
          </a:xfrm>
          <a:prstGeom prst="rect">
            <a:avLst/>
          </a:prstGeom>
          <a:solidFill>
            <a:srgbClr val="D4951A">
              <a:alpha val="15000"/>
            </a:srgbClr>
          </a:solidFill>
          <a:ln w="12700">
            <a:solidFill>
              <a:srgbClr val="D4951A"/>
            </a:solidFill>
            <a:prstDash val="solid"/>
          </a:ln>
        </p:spPr>
      </p:sp>
      <p:sp>
        <p:nvSpPr>
          <p:cNvPr id="161" name="Shape 159"/>
          <p:cNvSpPr/>
          <p:nvPr/>
        </p:nvSpPr>
        <p:spPr>
          <a:xfrm rot="2700000">
            <a:off x="2976372" y="4846320"/>
            <a:ext cx="82296" cy="82296"/>
          </a:xfrm>
          <a:prstGeom prst="rect">
            <a:avLst/>
          </a:prstGeom>
          <a:solidFill>
            <a:srgbClr val="D4951A">
              <a:alpha val="15000"/>
            </a:srgbClr>
          </a:solidFill>
          <a:ln w="12700">
            <a:solidFill>
              <a:srgbClr val="D4951A"/>
            </a:solidFill>
            <a:prstDash val="solid"/>
          </a:ln>
        </p:spPr>
      </p:sp>
      <p:sp>
        <p:nvSpPr>
          <p:cNvPr id="162" name="Shape 160"/>
          <p:cNvSpPr/>
          <p:nvPr/>
        </p:nvSpPr>
        <p:spPr>
          <a:xfrm rot="2700000">
            <a:off x="3099816" y="4846320"/>
            <a:ext cx="82296" cy="82296"/>
          </a:xfrm>
          <a:prstGeom prst="rect">
            <a:avLst/>
          </a:prstGeom>
          <a:solidFill>
            <a:srgbClr val="D4951A">
              <a:alpha val="15000"/>
            </a:srgbClr>
          </a:solidFill>
          <a:ln w="12700">
            <a:solidFill>
              <a:srgbClr val="D4951A"/>
            </a:solidFill>
            <a:prstDash val="solid"/>
          </a:ln>
        </p:spPr>
      </p:sp>
      <p:sp>
        <p:nvSpPr>
          <p:cNvPr id="163" name="Shape 161"/>
          <p:cNvSpPr/>
          <p:nvPr/>
        </p:nvSpPr>
        <p:spPr>
          <a:xfrm rot="2700000">
            <a:off x="3223260" y="4846320"/>
            <a:ext cx="82296" cy="82296"/>
          </a:xfrm>
          <a:prstGeom prst="rect">
            <a:avLst/>
          </a:prstGeom>
          <a:solidFill>
            <a:srgbClr val="D4951A">
              <a:alpha val="15000"/>
            </a:srgbClr>
          </a:solidFill>
          <a:ln w="12700">
            <a:solidFill>
              <a:srgbClr val="D4951A"/>
            </a:solidFill>
            <a:prstDash val="solid"/>
          </a:ln>
        </p:spPr>
      </p:sp>
      <p:sp>
        <p:nvSpPr>
          <p:cNvPr id="164" name="Shape 162"/>
          <p:cNvSpPr/>
          <p:nvPr/>
        </p:nvSpPr>
        <p:spPr>
          <a:xfrm rot="2700000">
            <a:off x="3346704" y="4846320"/>
            <a:ext cx="82296" cy="82296"/>
          </a:xfrm>
          <a:prstGeom prst="rect">
            <a:avLst/>
          </a:prstGeom>
          <a:solidFill>
            <a:srgbClr val="D4951A">
              <a:alpha val="15000"/>
            </a:srgbClr>
          </a:solidFill>
          <a:ln w="12700">
            <a:solidFill>
              <a:srgbClr val="D4951A"/>
            </a:solidFill>
            <a:prstDash val="solid"/>
          </a:ln>
        </p:spPr>
      </p:sp>
      <p:sp>
        <p:nvSpPr>
          <p:cNvPr id="165" name="Shape 163"/>
          <p:cNvSpPr/>
          <p:nvPr/>
        </p:nvSpPr>
        <p:spPr>
          <a:xfrm rot="2700000">
            <a:off x="3470148" y="4846320"/>
            <a:ext cx="82296" cy="82296"/>
          </a:xfrm>
          <a:prstGeom prst="rect">
            <a:avLst/>
          </a:prstGeom>
          <a:solidFill>
            <a:srgbClr val="D4951A">
              <a:alpha val="15000"/>
            </a:srgbClr>
          </a:solidFill>
          <a:ln w="12700">
            <a:solidFill>
              <a:srgbClr val="D4951A"/>
            </a:solidFill>
            <a:prstDash val="solid"/>
          </a:ln>
        </p:spPr>
      </p:sp>
      <p:sp>
        <p:nvSpPr>
          <p:cNvPr id="166" name="Shape 164"/>
          <p:cNvSpPr/>
          <p:nvPr/>
        </p:nvSpPr>
        <p:spPr>
          <a:xfrm rot="2700000">
            <a:off x="3593592" y="4846320"/>
            <a:ext cx="82296" cy="82296"/>
          </a:xfrm>
          <a:prstGeom prst="rect">
            <a:avLst/>
          </a:prstGeom>
          <a:solidFill>
            <a:srgbClr val="D4951A">
              <a:alpha val="15000"/>
            </a:srgbClr>
          </a:solidFill>
          <a:ln w="12700">
            <a:solidFill>
              <a:srgbClr val="D4951A"/>
            </a:solidFill>
            <a:prstDash val="solid"/>
          </a:ln>
        </p:spPr>
      </p:sp>
      <p:sp>
        <p:nvSpPr>
          <p:cNvPr id="167" name="Shape 165"/>
          <p:cNvSpPr/>
          <p:nvPr/>
        </p:nvSpPr>
        <p:spPr>
          <a:xfrm rot="2700000">
            <a:off x="3717036" y="4846320"/>
            <a:ext cx="82296" cy="82296"/>
          </a:xfrm>
          <a:prstGeom prst="rect">
            <a:avLst/>
          </a:prstGeom>
          <a:solidFill>
            <a:srgbClr val="D4951A">
              <a:alpha val="15000"/>
            </a:srgbClr>
          </a:solidFill>
          <a:ln w="12700">
            <a:solidFill>
              <a:srgbClr val="D4951A"/>
            </a:solidFill>
            <a:prstDash val="solid"/>
          </a:ln>
        </p:spPr>
      </p:sp>
      <p:sp>
        <p:nvSpPr>
          <p:cNvPr id="168" name="Shape 166"/>
          <p:cNvSpPr/>
          <p:nvPr/>
        </p:nvSpPr>
        <p:spPr>
          <a:xfrm rot="2700000">
            <a:off x="3840480" y="4846320"/>
            <a:ext cx="82296" cy="82296"/>
          </a:xfrm>
          <a:prstGeom prst="rect">
            <a:avLst/>
          </a:prstGeom>
          <a:solidFill>
            <a:srgbClr val="D4951A">
              <a:alpha val="15000"/>
            </a:srgbClr>
          </a:solidFill>
          <a:ln w="12700">
            <a:solidFill>
              <a:srgbClr val="D4951A"/>
            </a:solidFill>
            <a:prstDash val="solid"/>
          </a:ln>
        </p:spPr>
      </p:sp>
      <p:sp>
        <p:nvSpPr>
          <p:cNvPr id="169" name="Shape 167"/>
          <p:cNvSpPr/>
          <p:nvPr/>
        </p:nvSpPr>
        <p:spPr>
          <a:xfrm rot="2700000">
            <a:off x="3963924" y="4846320"/>
            <a:ext cx="82296" cy="82296"/>
          </a:xfrm>
          <a:prstGeom prst="rect">
            <a:avLst/>
          </a:prstGeom>
          <a:solidFill>
            <a:srgbClr val="D4951A">
              <a:alpha val="15000"/>
            </a:srgbClr>
          </a:solidFill>
          <a:ln w="12700">
            <a:solidFill>
              <a:srgbClr val="D4951A"/>
            </a:solidFill>
            <a:prstDash val="solid"/>
          </a:ln>
        </p:spPr>
      </p:sp>
      <p:sp>
        <p:nvSpPr>
          <p:cNvPr id="170" name="Shape 168"/>
          <p:cNvSpPr/>
          <p:nvPr/>
        </p:nvSpPr>
        <p:spPr>
          <a:xfrm rot="2700000">
            <a:off x="4087368" y="4846320"/>
            <a:ext cx="82296" cy="82296"/>
          </a:xfrm>
          <a:prstGeom prst="rect">
            <a:avLst/>
          </a:prstGeom>
          <a:solidFill>
            <a:srgbClr val="D4951A">
              <a:alpha val="15000"/>
            </a:srgbClr>
          </a:solidFill>
          <a:ln w="12700">
            <a:solidFill>
              <a:srgbClr val="D4951A"/>
            </a:solidFill>
            <a:prstDash val="solid"/>
          </a:ln>
        </p:spPr>
      </p:sp>
      <p:sp>
        <p:nvSpPr>
          <p:cNvPr id="171" name="Shape 169"/>
          <p:cNvSpPr/>
          <p:nvPr/>
        </p:nvSpPr>
        <p:spPr>
          <a:xfrm rot="2700000">
            <a:off x="4210812" y="4846320"/>
            <a:ext cx="82296" cy="82296"/>
          </a:xfrm>
          <a:prstGeom prst="rect">
            <a:avLst/>
          </a:prstGeom>
          <a:solidFill>
            <a:srgbClr val="D4951A">
              <a:alpha val="15000"/>
            </a:srgbClr>
          </a:solidFill>
          <a:ln w="12700">
            <a:solidFill>
              <a:srgbClr val="D4951A"/>
            </a:solidFill>
            <a:prstDash val="solid"/>
          </a:ln>
        </p:spPr>
      </p:sp>
      <p:sp>
        <p:nvSpPr>
          <p:cNvPr id="172" name="Shape 170"/>
          <p:cNvSpPr/>
          <p:nvPr/>
        </p:nvSpPr>
        <p:spPr>
          <a:xfrm rot="2700000">
            <a:off x="4334256" y="4846320"/>
            <a:ext cx="82296" cy="82296"/>
          </a:xfrm>
          <a:prstGeom prst="rect">
            <a:avLst/>
          </a:prstGeom>
          <a:solidFill>
            <a:srgbClr val="D4951A">
              <a:alpha val="15000"/>
            </a:srgbClr>
          </a:solidFill>
          <a:ln w="12700">
            <a:solidFill>
              <a:srgbClr val="D4951A"/>
            </a:solidFill>
            <a:prstDash val="solid"/>
          </a:ln>
        </p:spPr>
      </p:sp>
      <p:sp>
        <p:nvSpPr>
          <p:cNvPr id="173" name="Shape 171"/>
          <p:cNvSpPr/>
          <p:nvPr/>
        </p:nvSpPr>
        <p:spPr>
          <a:xfrm rot="2700000">
            <a:off x="4457700" y="4846320"/>
            <a:ext cx="82296" cy="82296"/>
          </a:xfrm>
          <a:prstGeom prst="rect">
            <a:avLst/>
          </a:prstGeom>
          <a:solidFill>
            <a:srgbClr val="D4951A">
              <a:alpha val="15000"/>
            </a:srgbClr>
          </a:solidFill>
          <a:ln w="12700">
            <a:solidFill>
              <a:srgbClr val="D4951A"/>
            </a:solidFill>
            <a:prstDash val="solid"/>
          </a:ln>
        </p:spPr>
      </p:sp>
      <p:sp>
        <p:nvSpPr>
          <p:cNvPr id="174" name="Shape 172"/>
          <p:cNvSpPr/>
          <p:nvPr/>
        </p:nvSpPr>
        <p:spPr>
          <a:xfrm rot="2700000">
            <a:off x="4581144" y="4846320"/>
            <a:ext cx="82296" cy="82296"/>
          </a:xfrm>
          <a:prstGeom prst="rect">
            <a:avLst/>
          </a:prstGeom>
          <a:solidFill>
            <a:srgbClr val="D4951A">
              <a:alpha val="15000"/>
            </a:srgbClr>
          </a:solidFill>
          <a:ln w="12700">
            <a:solidFill>
              <a:srgbClr val="D4951A"/>
            </a:solidFill>
            <a:prstDash val="solid"/>
          </a:ln>
        </p:spPr>
      </p:sp>
      <p:sp>
        <p:nvSpPr>
          <p:cNvPr id="175" name="Shape 173"/>
          <p:cNvSpPr/>
          <p:nvPr/>
        </p:nvSpPr>
        <p:spPr>
          <a:xfrm rot="2700000">
            <a:off x="4704588" y="4846320"/>
            <a:ext cx="82296" cy="82296"/>
          </a:xfrm>
          <a:prstGeom prst="rect">
            <a:avLst/>
          </a:prstGeom>
          <a:solidFill>
            <a:srgbClr val="D4951A">
              <a:alpha val="15000"/>
            </a:srgbClr>
          </a:solidFill>
          <a:ln w="12700">
            <a:solidFill>
              <a:srgbClr val="D4951A"/>
            </a:solidFill>
            <a:prstDash val="solid"/>
          </a:ln>
        </p:spPr>
      </p:sp>
      <p:sp>
        <p:nvSpPr>
          <p:cNvPr id="176" name="Shape 174"/>
          <p:cNvSpPr/>
          <p:nvPr/>
        </p:nvSpPr>
        <p:spPr>
          <a:xfrm rot="2700000">
            <a:off x="4828032" y="4846320"/>
            <a:ext cx="82296" cy="82296"/>
          </a:xfrm>
          <a:prstGeom prst="rect">
            <a:avLst/>
          </a:prstGeom>
          <a:solidFill>
            <a:srgbClr val="D4951A">
              <a:alpha val="15000"/>
            </a:srgbClr>
          </a:solidFill>
          <a:ln w="12700">
            <a:solidFill>
              <a:srgbClr val="D4951A"/>
            </a:solidFill>
            <a:prstDash val="solid"/>
          </a:ln>
        </p:spPr>
      </p:sp>
      <p:sp>
        <p:nvSpPr>
          <p:cNvPr id="177" name="Shape 175"/>
          <p:cNvSpPr/>
          <p:nvPr/>
        </p:nvSpPr>
        <p:spPr>
          <a:xfrm rot="2700000">
            <a:off x="4951476" y="4846320"/>
            <a:ext cx="82296" cy="82296"/>
          </a:xfrm>
          <a:prstGeom prst="rect">
            <a:avLst/>
          </a:prstGeom>
          <a:solidFill>
            <a:srgbClr val="D4951A">
              <a:alpha val="15000"/>
            </a:srgbClr>
          </a:solidFill>
          <a:ln w="12700">
            <a:solidFill>
              <a:srgbClr val="D4951A"/>
            </a:solidFill>
            <a:prstDash val="solid"/>
          </a:ln>
        </p:spPr>
      </p:sp>
      <p:sp>
        <p:nvSpPr>
          <p:cNvPr id="178" name="Shape 176"/>
          <p:cNvSpPr/>
          <p:nvPr/>
        </p:nvSpPr>
        <p:spPr>
          <a:xfrm rot="2700000">
            <a:off x="5074920" y="4846320"/>
            <a:ext cx="82296" cy="82296"/>
          </a:xfrm>
          <a:prstGeom prst="rect">
            <a:avLst/>
          </a:prstGeom>
          <a:solidFill>
            <a:srgbClr val="D4951A">
              <a:alpha val="15000"/>
            </a:srgbClr>
          </a:solidFill>
          <a:ln w="12700">
            <a:solidFill>
              <a:srgbClr val="D4951A"/>
            </a:solidFill>
            <a:prstDash val="solid"/>
          </a:ln>
        </p:spPr>
      </p:sp>
      <p:sp>
        <p:nvSpPr>
          <p:cNvPr id="179" name="Shape 177"/>
          <p:cNvSpPr/>
          <p:nvPr/>
        </p:nvSpPr>
        <p:spPr>
          <a:xfrm rot="2700000">
            <a:off x="5198364" y="4846320"/>
            <a:ext cx="82296" cy="82296"/>
          </a:xfrm>
          <a:prstGeom prst="rect">
            <a:avLst/>
          </a:prstGeom>
          <a:solidFill>
            <a:srgbClr val="D4951A">
              <a:alpha val="15000"/>
            </a:srgbClr>
          </a:solidFill>
          <a:ln w="12700">
            <a:solidFill>
              <a:srgbClr val="D4951A"/>
            </a:solidFill>
            <a:prstDash val="solid"/>
          </a:ln>
        </p:spPr>
      </p:sp>
      <p:sp>
        <p:nvSpPr>
          <p:cNvPr id="180" name="Shape 178"/>
          <p:cNvSpPr/>
          <p:nvPr/>
        </p:nvSpPr>
        <p:spPr>
          <a:xfrm rot="2700000">
            <a:off x="5321808" y="4846320"/>
            <a:ext cx="82296" cy="82296"/>
          </a:xfrm>
          <a:prstGeom prst="rect">
            <a:avLst/>
          </a:prstGeom>
          <a:solidFill>
            <a:srgbClr val="D4951A">
              <a:alpha val="15000"/>
            </a:srgbClr>
          </a:solidFill>
          <a:ln w="12700">
            <a:solidFill>
              <a:srgbClr val="D4951A"/>
            </a:solidFill>
            <a:prstDash val="solid"/>
          </a:ln>
        </p:spPr>
      </p:sp>
      <p:sp>
        <p:nvSpPr>
          <p:cNvPr id="181" name="Shape 179"/>
          <p:cNvSpPr/>
          <p:nvPr/>
        </p:nvSpPr>
        <p:spPr>
          <a:xfrm rot="2700000">
            <a:off x="5445252" y="4846320"/>
            <a:ext cx="82296" cy="82296"/>
          </a:xfrm>
          <a:prstGeom prst="rect">
            <a:avLst/>
          </a:prstGeom>
          <a:solidFill>
            <a:srgbClr val="D4951A">
              <a:alpha val="15000"/>
            </a:srgbClr>
          </a:solidFill>
          <a:ln w="12700">
            <a:solidFill>
              <a:srgbClr val="D4951A"/>
            </a:solidFill>
            <a:prstDash val="solid"/>
          </a:ln>
        </p:spPr>
      </p:sp>
      <p:sp>
        <p:nvSpPr>
          <p:cNvPr id="182" name="Shape 180"/>
          <p:cNvSpPr/>
          <p:nvPr/>
        </p:nvSpPr>
        <p:spPr>
          <a:xfrm rot="2700000">
            <a:off x="5568696" y="4846320"/>
            <a:ext cx="82296" cy="82296"/>
          </a:xfrm>
          <a:prstGeom prst="rect">
            <a:avLst/>
          </a:prstGeom>
          <a:solidFill>
            <a:srgbClr val="D4951A">
              <a:alpha val="15000"/>
            </a:srgbClr>
          </a:solidFill>
          <a:ln w="12700">
            <a:solidFill>
              <a:srgbClr val="D4951A"/>
            </a:solidFill>
            <a:prstDash val="solid"/>
          </a:ln>
        </p:spPr>
      </p:sp>
      <p:sp>
        <p:nvSpPr>
          <p:cNvPr id="183" name="Shape 181"/>
          <p:cNvSpPr/>
          <p:nvPr/>
        </p:nvSpPr>
        <p:spPr>
          <a:xfrm rot="2700000">
            <a:off x="5692140" y="4846320"/>
            <a:ext cx="82296" cy="82296"/>
          </a:xfrm>
          <a:prstGeom prst="rect">
            <a:avLst/>
          </a:prstGeom>
          <a:solidFill>
            <a:srgbClr val="D4951A">
              <a:alpha val="15000"/>
            </a:srgbClr>
          </a:solidFill>
          <a:ln w="12700">
            <a:solidFill>
              <a:srgbClr val="D4951A"/>
            </a:solidFill>
            <a:prstDash val="solid"/>
          </a:ln>
        </p:spPr>
      </p:sp>
      <p:sp>
        <p:nvSpPr>
          <p:cNvPr id="184" name="Shape 182"/>
          <p:cNvSpPr/>
          <p:nvPr/>
        </p:nvSpPr>
        <p:spPr>
          <a:xfrm rot="2700000">
            <a:off x="5815584" y="4846320"/>
            <a:ext cx="82296" cy="82296"/>
          </a:xfrm>
          <a:prstGeom prst="rect">
            <a:avLst/>
          </a:prstGeom>
          <a:solidFill>
            <a:srgbClr val="D4951A">
              <a:alpha val="15000"/>
            </a:srgbClr>
          </a:solidFill>
          <a:ln w="12700">
            <a:solidFill>
              <a:srgbClr val="D4951A"/>
            </a:solidFill>
            <a:prstDash val="solid"/>
          </a:ln>
        </p:spPr>
      </p:sp>
      <p:sp>
        <p:nvSpPr>
          <p:cNvPr id="185" name="Shape 183"/>
          <p:cNvSpPr/>
          <p:nvPr/>
        </p:nvSpPr>
        <p:spPr>
          <a:xfrm rot="2700000">
            <a:off x="5939028" y="4846320"/>
            <a:ext cx="82296" cy="82296"/>
          </a:xfrm>
          <a:prstGeom prst="rect">
            <a:avLst/>
          </a:prstGeom>
          <a:solidFill>
            <a:srgbClr val="D4951A">
              <a:alpha val="15000"/>
            </a:srgbClr>
          </a:solidFill>
          <a:ln w="12700">
            <a:solidFill>
              <a:srgbClr val="D4951A"/>
            </a:solidFill>
            <a:prstDash val="solid"/>
          </a:ln>
        </p:spPr>
      </p:sp>
      <p:sp>
        <p:nvSpPr>
          <p:cNvPr id="186" name="Shape 184"/>
          <p:cNvSpPr/>
          <p:nvPr/>
        </p:nvSpPr>
        <p:spPr>
          <a:xfrm rot="2700000">
            <a:off x="6062472" y="4846320"/>
            <a:ext cx="82296" cy="82296"/>
          </a:xfrm>
          <a:prstGeom prst="rect">
            <a:avLst/>
          </a:prstGeom>
          <a:solidFill>
            <a:srgbClr val="D4951A">
              <a:alpha val="15000"/>
            </a:srgbClr>
          </a:solidFill>
          <a:ln w="12700">
            <a:solidFill>
              <a:srgbClr val="D4951A"/>
            </a:solidFill>
            <a:prstDash val="solid"/>
          </a:ln>
        </p:spPr>
      </p:sp>
      <p:sp>
        <p:nvSpPr>
          <p:cNvPr id="187" name="Shape 185"/>
          <p:cNvSpPr/>
          <p:nvPr/>
        </p:nvSpPr>
        <p:spPr>
          <a:xfrm rot="2700000">
            <a:off x="6185916" y="4846320"/>
            <a:ext cx="82296" cy="82296"/>
          </a:xfrm>
          <a:prstGeom prst="rect">
            <a:avLst/>
          </a:prstGeom>
          <a:solidFill>
            <a:srgbClr val="D4951A">
              <a:alpha val="15000"/>
            </a:srgbClr>
          </a:solidFill>
          <a:ln w="12700">
            <a:solidFill>
              <a:srgbClr val="D4951A"/>
            </a:solidFill>
            <a:prstDash val="solid"/>
          </a:ln>
        </p:spPr>
      </p:sp>
      <p:sp>
        <p:nvSpPr>
          <p:cNvPr id="188" name="Shape 186"/>
          <p:cNvSpPr/>
          <p:nvPr/>
        </p:nvSpPr>
        <p:spPr>
          <a:xfrm rot="2700000">
            <a:off x="6309360" y="4846320"/>
            <a:ext cx="82296" cy="82296"/>
          </a:xfrm>
          <a:prstGeom prst="rect">
            <a:avLst/>
          </a:prstGeom>
          <a:solidFill>
            <a:srgbClr val="D4951A">
              <a:alpha val="15000"/>
            </a:srgbClr>
          </a:solidFill>
          <a:ln w="12700">
            <a:solidFill>
              <a:srgbClr val="D4951A"/>
            </a:solidFill>
            <a:prstDash val="solid"/>
          </a:ln>
        </p:spPr>
      </p:sp>
      <p:sp>
        <p:nvSpPr>
          <p:cNvPr id="189" name="Shape 187"/>
          <p:cNvSpPr/>
          <p:nvPr/>
        </p:nvSpPr>
        <p:spPr>
          <a:xfrm rot="2700000">
            <a:off x="6432804" y="4846320"/>
            <a:ext cx="82296" cy="82296"/>
          </a:xfrm>
          <a:prstGeom prst="rect">
            <a:avLst/>
          </a:prstGeom>
          <a:solidFill>
            <a:srgbClr val="D4951A">
              <a:alpha val="15000"/>
            </a:srgbClr>
          </a:solidFill>
          <a:ln w="12700">
            <a:solidFill>
              <a:srgbClr val="D4951A"/>
            </a:solidFill>
            <a:prstDash val="solid"/>
          </a:ln>
        </p:spPr>
      </p:sp>
      <p:sp>
        <p:nvSpPr>
          <p:cNvPr id="190" name="Shape 188"/>
          <p:cNvSpPr/>
          <p:nvPr/>
        </p:nvSpPr>
        <p:spPr>
          <a:xfrm rot="2700000">
            <a:off x="6556248" y="4846320"/>
            <a:ext cx="82296" cy="82296"/>
          </a:xfrm>
          <a:prstGeom prst="rect">
            <a:avLst/>
          </a:prstGeom>
          <a:solidFill>
            <a:srgbClr val="D4951A">
              <a:alpha val="15000"/>
            </a:srgbClr>
          </a:solidFill>
          <a:ln w="12700">
            <a:solidFill>
              <a:srgbClr val="D4951A"/>
            </a:solidFill>
            <a:prstDash val="solid"/>
          </a:ln>
        </p:spPr>
      </p:sp>
      <p:sp>
        <p:nvSpPr>
          <p:cNvPr id="191" name="Shape 189"/>
          <p:cNvSpPr/>
          <p:nvPr/>
        </p:nvSpPr>
        <p:spPr>
          <a:xfrm rot="2700000">
            <a:off x="6679692" y="4846320"/>
            <a:ext cx="82296" cy="82296"/>
          </a:xfrm>
          <a:prstGeom prst="rect">
            <a:avLst/>
          </a:prstGeom>
          <a:solidFill>
            <a:srgbClr val="D4951A">
              <a:alpha val="15000"/>
            </a:srgbClr>
          </a:solidFill>
          <a:ln w="12700">
            <a:solidFill>
              <a:srgbClr val="D4951A"/>
            </a:solidFill>
            <a:prstDash val="solid"/>
          </a:ln>
        </p:spPr>
      </p:sp>
      <p:sp>
        <p:nvSpPr>
          <p:cNvPr id="192" name="Shape 190"/>
          <p:cNvSpPr/>
          <p:nvPr/>
        </p:nvSpPr>
        <p:spPr>
          <a:xfrm rot="2700000">
            <a:off x="6803136" y="4846320"/>
            <a:ext cx="82296" cy="82296"/>
          </a:xfrm>
          <a:prstGeom prst="rect">
            <a:avLst/>
          </a:prstGeom>
          <a:solidFill>
            <a:srgbClr val="D4951A">
              <a:alpha val="15000"/>
            </a:srgbClr>
          </a:solidFill>
          <a:ln w="12700">
            <a:solidFill>
              <a:srgbClr val="D4951A"/>
            </a:solidFill>
            <a:prstDash val="solid"/>
          </a:ln>
        </p:spPr>
      </p:sp>
      <p:sp>
        <p:nvSpPr>
          <p:cNvPr id="193" name="Shape 191"/>
          <p:cNvSpPr/>
          <p:nvPr/>
        </p:nvSpPr>
        <p:spPr>
          <a:xfrm rot="2700000">
            <a:off x="6926580" y="4846320"/>
            <a:ext cx="82296" cy="82296"/>
          </a:xfrm>
          <a:prstGeom prst="rect">
            <a:avLst/>
          </a:prstGeom>
          <a:solidFill>
            <a:srgbClr val="D4951A">
              <a:alpha val="15000"/>
            </a:srgbClr>
          </a:solidFill>
          <a:ln w="12700">
            <a:solidFill>
              <a:srgbClr val="D4951A"/>
            </a:solidFill>
            <a:prstDash val="solid"/>
          </a:ln>
        </p:spPr>
      </p:sp>
      <p:sp>
        <p:nvSpPr>
          <p:cNvPr id="194" name="Shape 192"/>
          <p:cNvSpPr/>
          <p:nvPr/>
        </p:nvSpPr>
        <p:spPr>
          <a:xfrm rot="2700000">
            <a:off x="7050024" y="4846320"/>
            <a:ext cx="82296" cy="82296"/>
          </a:xfrm>
          <a:prstGeom prst="rect">
            <a:avLst/>
          </a:prstGeom>
          <a:solidFill>
            <a:srgbClr val="D4951A">
              <a:alpha val="15000"/>
            </a:srgbClr>
          </a:solidFill>
          <a:ln w="12700">
            <a:solidFill>
              <a:srgbClr val="D4951A"/>
            </a:solidFill>
            <a:prstDash val="solid"/>
          </a:ln>
        </p:spPr>
      </p:sp>
      <p:sp>
        <p:nvSpPr>
          <p:cNvPr id="195" name="Shape 193"/>
          <p:cNvSpPr/>
          <p:nvPr/>
        </p:nvSpPr>
        <p:spPr>
          <a:xfrm rot="2700000">
            <a:off x="7173468" y="4846320"/>
            <a:ext cx="82296" cy="82296"/>
          </a:xfrm>
          <a:prstGeom prst="rect">
            <a:avLst/>
          </a:prstGeom>
          <a:solidFill>
            <a:srgbClr val="D4951A">
              <a:alpha val="15000"/>
            </a:srgbClr>
          </a:solidFill>
          <a:ln w="12700">
            <a:solidFill>
              <a:srgbClr val="D4951A"/>
            </a:solidFill>
            <a:prstDash val="solid"/>
          </a:ln>
        </p:spPr>
      </p:sp>
      <p:sp>
        <p:nvSpPr>
          <p:cNvPr id="196" name="Shape 194"/>
          <p:cNvSpPr/>
          <p:nvPr/>
        </p:nvSpPr>
        <p:spPr>
          <a:xfrm rot="2700000">
            <a:off x="7296912" y="4846320"/>
            <a:ext cx="82296" cy="82296"/>
          </a:xfrm>
          <a:prstGeom prst="rect">
            <a:avLst/>
          </a:prstGeom>
          <a:solidFill>
            <a:srgbClr val="D4951A">
              <a:alpha val="15000"/>
            </a:srgbClr>
          </a:solidFill>
          <a:ln w="12700">
            <a:solidFill>
              <a:srgbClr val="D4951A"/>
            </a:solidFill>
            <a:prstDash val="solid"/>
          </a:ln>
        </p:spPr>
      </p:sp>
      <p:sp>
        <p:nvSpPr>
          <p:cNvPr id="197" name="Shape 195"/>
          <p:cNvSpPr/>
          <p:nvPr/>
        </p:nvSpPr>
        <p:spPr>
          <a:xfrm rot="2700000">
            <a:off x="7420356" y="4846320"/>
            <a:ext cx="82296" cy="82296"/>
          </a:xfrm>
          <a:prstGeom prst="rect">
            <a:avLst/>
          </a:prstGeom>
          <a:solidFill>
            <a:srgbClr val="D4951A">
              <a:alpha val="15000"/>
            </a:srgbClr>
          </a:solidFill>
          <a:ln w="12700">
            <a:solidFill>
              <a:srgbClr val="D4951A"/>
            </a:solidFill>
            <a:prstDash val="solid"/>
          </a:ln>
        </p:spPr>
      </p:sp>
      <p:sp>
        <p:nvSpPr>
          <p:cNvPr id="198" name="Shape 196"/>
          <p:cNvSpPr/>
          <p:nvPr/>
        </p:nvSpPr>
        <p:spPr>
          <a:xfrm rot="2700000">
            <a:off x="7543800" y="4846320"/>
            <a:ext cx="82296" cy="82296"/>
          </a:xfrm>
          <a:prstGeom prst="rect">
            <a:avLst/>
          </a:prstGeom>
          <a:solidFill>
            <a:srgbClr val="D4951A">
              <a:alpha val="15000"/>
            </a:srgbClr>
          </a:solidFill>
          <a:ln w="12700">
            <a:solidFill>
              <a:srgbClr val="D4951A"/>
            </a:solidFill>
            <a:prstDash val="solid"/>
          </a:ln>
        </p:spPr>
      </p:sp>
      <p:sp>
        <p:nvSpPr>
          <p:cNvPr id="199" name="Shape 197"/>
          <p:cNvSpPr/>
          <p:nvPr/>
        </p:nvSpPr>
        <p:spPr>
          <a:xfrm rot="2700000">
            <a:off x="7667244" y="4846320"/>
            <a:ext cx="82296" cy="82296"/>
          </a:xfrm>
          <a:prstGeom prst="rect">
            <a:avLst/>
          </a:prstGeom>
          <a:solidFill>
            <a:srgbClr val="D4951A">
              <a:alpha val="15000"/>
            </a:srgbClr>
          </a:solidFill>
          <a:ln w="12700">
            <a:solidFill>
              <a:srgbClr val="D4951A"/>
            </a:solidFill>
            <a:prstDash val="solid"/>
          </a:ln>
        </p:spPr>
      </p:sp>
      <p:sp>
        <p:nvSpPr>
          <p:cNvPr id="200" name="Shape 198"/>
          <p:cNvSpPr/>
          <p:nvPr/>
        </p:nvSpPr>
        <p:spPr>
          <a:xfrm rot="2700000">
            <a:off x="7790688" y="4846320"/>
            <a:ext cx="82296" cy="82296"/>
          </a:xfrm>
          <a:prstGeom prst="rect">
            <a:avLst/>
          </a:prstGeom>
          <a:solidFill>
            <a:srgbClr val="D4951A">
              <a:alpha val="15000"/>
            </a:srgbClr>
          </a:solidFill>
          <a:ln w="12700">
            <a:solidFill>
              <a:srgbClr val="D4951A"/>
            </a:solidFill>
            <a:prstDash val="solid"/>
          </a:ln>
        </p:spPr>
      </p:sp>
      <p:sp>
        <p:nvSpPr>
          <p:cNvPr id="201" name="Shape 199"/>
          <p:cNvSpPr/>
          <p:nvPr/>
        </p:nvSpPr>
        <p:spPr>
          <a:xfrm rot="2700000">
            <a:off x="7914132" y="4846320"/>
            <a:ext cx="82296" cy="82296"/>
          </a:xfrm>
          <a:prstGeom prst="rect">
            <a:avLst/>
          </a:prstGeom>
          <a:solidFill>
            <a:srgbClr val="D4951A">
              <a:alpha val="15000"/>
            </a:srgbClr>
          </a:solidFill>
          <a:ln w="12700">
            <a:solidFill>
              <a:srgbClr val="D4951A"/>
            </a:solidFill>
            <a:prstDash val="solid"/>
          </a:ln>
        </p:spPr>
      </p:sp>
      <p:sp>
        <p:nvSpPr>
          <p:cNvPr id="202" name="Shape 200"/>
          <p:cNvSpPr/>
          <p:nvPr/>
        </p:nvSpPr>
        <p:spPr>
          <a:xfrm rot="2700000">
            <a:off x="8037576" y="4846320"/>
            <a:ext cx="82296" cy="82296"/>
          </a:xfrm>
          <a:prstGeom prst="rect">
            <a:avLst/>
          </a:prstGeom>
          <a:solidFill>
            <a:srgbClr val="D4951A">
              <a:alpha val="15000"/>
            </a:srgbClr>
          </a:solidFill>
          <a:ln w="12700">
            <a:solidFill>
              <a:srgbClr val="D4951A"/>
            </a:solidFill>
            <a:prstDash val="solid"/>
          </a:ln>
        </p:spPr>
      </p:sp>
      <p:sp>
        <p:nvSpPr>
          <p:cNvPr id="203" name="Shape 201"/>
          <p:cNvSpPr/>
          <p:nvPr/>
        </p:nvSpPr>
        <p:spPr>
          <a:xfrm rot="2700000">
            <a:off x="8161020" y="4846320"/>
            <a:ext cx="82296" cy="82296"/>
          </a:xfrm>
          <a:prstGeom prst="rect">
            <a:avLst/>
          </a:prstGeom>
          <a:solidFill>
            <a:srgbClr val="D4951A">
              <a:alpha val="15000"/>
            </a:srgbClr>
          </a:solidFill>
          <a:ln w="12700">
            <a:solidFill>
              <a:srgbClr val="D4951A"/>
            </a:solidFill>
            <a:prstDash val="solid"/>
          </a:ln>
        </p:spPr>
      </p:sp>
      <p:sp>
        <p:nvSpPr>
          <p:cNvPr id="204" name="Shape 202"/>
          <p:cNvSpPr/>
          <p:nvPr/>
        </p:nvSpPr>
        <p:spPr>
          <a:xfrm rot="2700000">
            <a:off x="8284464" y="4846320"/>
            <a:ext cx="82296" cy="82296"/>
          </a:xfrm>
          <a:prstGeom prst="rect">
            <a:avLst/>
          </a:prstGeom>
          <a:solidFill>
            <a:srgbClr val="D4951A">
              <a:alpha val="15000"/>
            </a:srgbClr>
          </a:solidFill>
          <a:ln w="12700">
            <a:solidFill>
              <a:srgbClr val="D4951A"/>
            </a:solidFill>
            <a:prstDash val="solid"/>
          </a:ln>
        </p:spPr>
      </p:sp>
      <p:sp>
        <p:nvSpPr>
          <p:cNvPr id="205" name="Shape 203"/>
          <p:cNvSpPr/>
          <p:nvPr/>
        </p:nvSpPr>
        <p:spPr>
          <a:xfrm rot="2700000">
            <a:off x="8407908" y="4846320"/>
            <a:ext cx="82296" cy="82296"/>
          </a:xfrm>
          <a:prstGeom prst="rect">
            <a:avLst/>
          </a:prstGeom>
          <a:solidFill>
            <a:srgbClr val="D4951A">
              <a:alpha val="15000"/>
            </a:srgbClr>
          </a:solidFill>
          <a:ln w="12700">
            <a:solidFill>
              <a:srgbClr val="D4951A"/>
            </a:solidFill>
            <a:prstDash val="solid"/>
          </a:ln>
        </p:spPr>
      </p:sp>
      <p:sp>
        <p:nvSpPr>
          <p:cNvPr id="206" name="Shape 204"/>
          <p:cNvSpPr/>
          <p:nvPr/>
        </p:nvSpPr>
        <p:spPr>
          <a:xfrm rot="2700000">
            <a:off x="8531352" y="4846320"/>
            <a:ext cx="82296" cy="82296"/>
          </a:xfrm>
          <a:prstGeom prst="rect">
            <a:avLst/>
          </a:prstGeom>
          <a:solidFill>
            <a:srgbClr val="D4951A">
              <a:alpha val="15000"/>
            </a:srgbClr>
          </a:solidFill>
          <a:ln w="12700">
            <a:solidFill>
              <a:srgbClr val="D4951A"/>
            </a:solidFill>
            <a:prstDash val="solid"/>
          </a:ln>
        </p:spPr>
      </p:sp>
      <p:sp>
        <p:nvSpPr>
          <p:cNvPr id="207" name="Shape 205"/>
          <p:cNvSpPr/>
          <p:nvPr/>
        </p:nvSpPr>
        <p:spPr>
          <a:xfrm rot="2700000">
            <a:off x="8654796" y="4846320"/>
            <a:ext cx="82296" cy="82296"/>
          </a:xfrm>
          <a:prstGeom prst="rect">
            <a:avLst/>
          </a:prstGeom>
          <a:solidFill>
            <a:srgbClr val="D4951A">
              <a:alpha val="15000"/>
            </a:srgbClr>
          </a:solidFill>
          <a:ln w="12700">
            <a:solidFill>
              <a:srgbClr val="D4951A"/>
            </a:solidFill>
            <a:prstDash val="solid"/>
          </a:ln>
        </p:spPr>
      </p:sp>
      <p:sp>
        <p:nvSpPr>
          <p:cNvPr id="208" name="Shape 206"/>
          <p:cNvSpPr/>
          <p:nvPr/>
        </p:nvSpPr>
        <p:spPr>
          <a:xfrm rot="2700000">
            <a:off x="8778240" y="4846320"/>
            <a:ext cx="82296" cy="82296"/>
          </a:xfrm>
          <a:prstGeom prst="rect">
            <a:avLst/>
          </a:prstGeom>
          <a:solidFill>
            <a:srgbClr val="D4951A">
              <a:alpha val="15000"/>
            </a:srgbClr>
          </a:solidFill>
          <a:ln w="12700">
            <a:solidFill>
              <a:srgbClr val="D4951A"/>
            </a:solidFill>
            <a:prstDash val="solid"/>
          </a:ln>
        </p:spPr>
      </p:sp>
      <p:sp>
        <p:nvSpPr>
          <p:cNvPr id="209" name="Shape 207"/>
          <p:cNvSpPr/>
          <p:nvPr/>
        </p:nvSpPr>
        <p:spPr>
          <a:xfrm rot="2700000">
            <a:off x="8901684" y="4846320"/>
            <a:ext cx="82296" cy="82296"/>
          </a:xfrm>
          <a:prstGeom prst="rect">
            <a:avLst/>
          </a:prstGeom>
          <a:solidFill>
            <a:srgbClr val="D4951A">
              <a:alpha val="15000"/>
            </a:srgbClr>
          </a:solidFill>
          <a:ln w="12700">
            <a:solidFill>
              <a:srgbClr val="D4951A"/>
            </a:solidFill>
            <a:prstDash val="solid"/>
          </a:ln>
        </p:spPr>
      </p:sp>
      <p:sp>
        <p:nvSpPr>
          <p:cNvPr id="210" name="Shape 208"/>
          <p:cNvSpPr/>
          <p:nvPr/>
        </p:nvSpPr>
        <p:spPr>
          <a:xfrm rot="2700000">
            <a:off x="9025128" y="4846320"/>
            <a:ext cx="82296" cy="82296"/>
          </a:xfrm>
          <a:prstGeom prst="rect">
            <a:avLst/>
          </a:prstGeom>
          <a:solidFill>
            <a:srgbClr val="D4951A">
              <a:alpha val="15000"/>
            </a:srgbClr>
          </a:solidFill>
          <a:ln w="12700">
            <a:solidFill>
              <a:srgbClr val="D4951A"/>
            </a:solidFill>
            <a:prstDash val="solid"/>
          </a:ln>
        </p:spPr>
      </p:sp>
      <p:sp>
        <p:nvSpPr>
          <p:cNvPr id="211" name="Text 209"/>
          <p:cNvSpPr/>
          <p:nvPr/>
        </p:nvSpPr>
        <p:spPr>
          <a:xfrm>
            <a:off x="365760" y="4901184"/>
            <a:ext cx="8412480" cy="228600"/>
          </a:xfrm>
          <a:prstGeom prst="rect">
            <a:avLst/>
          </a:prstGeom>
          <a:noFill/>
          <a:ln/>
        </p:spPr>
        <p:txBody>
          <a:bodyPr wrap="square" rtlCol="0" anchor="ctr"/>
          <a:lstStyle/>
          <a:p>
            <a:pPr algn="r" indent="0" marL="0">
              <a:buNone/>
            </a:pPr>
            <a:r>
              <a:rPr lang="en-US" sz="800" spc="150" kern="0" dirty="0">
                <a:solidFill>
                  <a:srgbClr val="5A6E82"/>
                </a:solidFill>
                <a:latin typeface="Calibri" pitchFamily="34" charset="0"/>
                <a:ea typeface="Calibri" pitchFamily="34" charset="-122"/>
                <a:cs typeface="Calibri" pitchFamily="34" charset="-120"/>
              </a:rPr>
              <a:t>PET FACTORY MAROC  ·  CHOIX DU COMPRESSEUR</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E1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60A10"/>
          </a:solidFill>
          <a:ln/>
        </p:spPr>
      </p:sp>
      <p:sp>
        <p:nvSpPr>
          <p:cNvPr id="3" name="Shape 1"/>
          <p:cNvSpPr/>
          <p:nvPr/>
        </p:nvSpPr>
        <p:spPr>
          <a:xfrm rot="2700000">
            <a:off x="13716" y="749808"/>
            <a:ext cx="82296" cy="82296"/>
          </a:xfrm>
          <a:prstGeom prst="rect">
            <a:avLst/>
          </a:prstGeom>
          <a:solidFill>
            <a:srgbClr val="D4951A">
              <a:alpha val="55000"/>
            </a:srgbClr>
          </a:solidFill>
          <a:ln w="12700">
            <a:solidFill>
              <a:srgbClr val="D4951A"/>
            </a:solidFill>
            <a:prstDash val="solid"/>
          </a:ln>
        </p:spPr>
      </p:sp>
      <p:sp>
        <p:nvSpPr>
          <p:cNvPr id="4" name="Shape 2"/>
          <p:cNvSpPr/>
          <p:nvPr/>
        </p:nvSpPr>
        <p:spPr>
          <a:xfrm rot="2700000">
            <a:off x="137160" y="749808"/>
            <a:ext cx="82296" cy="82296"/>
          </a:xfrm>
          <a:prstGeom prst="rect">
            <a:avLst/>
          </a:prstGeom>
          <a:solidFill>
            <a:srgbClr val="D4951A">
              <a:alpha val="55000"/>
            </a:srgbClr>
          </a:solidFill>
          <a:ln w="12700">
            <a:solidFill>
              <a:srgbClr val="D4951A"/>
            </a:solidFill>
            <a:prstDash val="solid"/>
          </a:ln>
        </p:spPr>
      </p:sp>
      <p:sp>
        <p:nvSpPr>
          <p:cNvPr id="5" name="Shape 3"/>
          <p:cNvSpPr/>
          <p:nvPr/>
        </p:nvSpPr>
        <p:spPr>
          <a:xfrm rot="2700000">
            <a:off x="260604" y="749808"/>
            <a:ext cx="82296" cy="82296"/>
          </a:xfrm>
          <a:prstGeom prst="rect">
            <a:avLst/>
          </a:prstGeom>
          <a:solidFill>
            <a:srgbClr val="D4951A">
              <a:alpha val="55000"/>
            </a:srgbClr>
          </a:solidFill>
          <a:ln w="12700">
            <a:solidFill>
              <a:srgbClr val="D4951A"/>
            </a:solidFill>
            <a:prstDash val="solid"/>
          </a:ln>
        </p:spPr>
      </p:sp>
      <p:sp>
        <p:nvSpPr>
          <p:cNvPr id="6" name="Shape 4"/>
          <p:cNvSpPr/>
          <p:nvPr/>
        </p:nvSpPr>
        <p:spPr>
          <a:xfrm rot="2700000">
            <a:off x="384048" y="749808"/>
            <a:ext cx="82296" cy="82296"/>
          </a:xfrm>
          <a:prstGeom prst="rect">
            <a:avLst/>
          </a:prstGeom>
          <a:solidFill>
            <a:srgbClr val="D4951A">
              <a:alpha val="55000"/>
            </a:srgbClr>
          </a:solidFill>
          <a:ln w="12700">
            <a:solidFill>
              <a:srgbClr val="D4951A"/>
            </a:solidFill>
            <a:prstDash val="solid"/>
          </a:ln>
        </p:spPr>
      </p:sp>
      <p:sp>
        <p:nvSpPr>
          <p:cNvPr id="7" name="Shape 5"/>
          <p:cNvSpPr/>
          <p:nvPr/>
        </p:nvSpPr>
        <p:spPr>
          <a:xfrm rot="2700000">
            <a:off x="507492" y="749808"/>
            <a:ext cx="82296" cy="82296"/>
          </a:xfrm>
          <a:prstGeom prst="rect">
            <a:avLst/>
          </a:prstGeom>
          <a:solidFill>
            <a:srgbClr val="D4951A">
              <a:alpha val="55000"/>
            </a:srgbClr>
          </a:solidFill>
          <a:ln w="12700">
            <a:solidFill>
              <a:srgbClr val="D4951A"/>
            </a:solidFill>
            <a:prstDash val="solid"/>
          </a:ln>
        </p:spPr>
      </p:sp>
      <p:sp>
        <p:nvSpPr>
          <p:cNvPr id="8" name="Shape 6"/>
          <p:cNvSpPr/>
          <p:nvPr/>
        </p:nvSpPr>
        <p:spPr>
          <a:xfrm rot="2700000">
            <a:off x="630936" y="749808"/>
            <a:ext cx="82296" cy="82296"/>
          </a:xfrm>
          <a:prstGeom prst="rect">
            <a:avLst/>
          </a:prstGeom>
          <a:solidFill>
            <a:srgbClr val="D4951A">
              <a:alpha val="55000"/>
            </a:srgbClr>
          </a:solidFill>
          <a:ln w="12700">
            <a:solidFill>
              <a:srgbClr val="D4951A"/>
            </a:solidFill>
            <a:prstDash val="solid"/>
          </a:ln>
        </p:spPr>
      </p:sp>
      <p:sp>
        <p:nvSpPr>
          <p:cNvPr id="9" name="Shape 7"/>
          <p:cNvSpPr/>
          <p:nvPr/>
        </p:nvSpPr>
        <p:spPr>
          <a:xfrm rot="2700000">
            <a:off x="754380" y="749808"/>
            <a:ext cx="82296" cy="82296"/>
          </a:xfrm>
          <a:prstGeom prst="rect">
            <a:avLst/>
          </a:prstGeom>
          <a:solidFill>
            <a:srgbClr val="D4951A">
              <a:alpha val="55000"/>
            </a:srgbClr>
          </a:solidFill>
          <a:ln w="12700">
            <a:solidFill>
              <a:srgbClr val="D4951A"/>
            </a:solidFill>
            <a:prstDash val="solid"/>
          </a:ln>
        </p:spPr>
      </p:sp>
      <p:sp>
        <p:nvSpPr>
          <p:cNvPr id="10" name="Shape 8"/>
          <p:cNvSpPr/>
          <p:nvPr/>
        </p:nvSpPr>
        <p:spPr>
          <a:xfrm rot="2700000">
            <a:off x="877824" y="749808"/>
            <a:ext cx="82296" cy="82296"/>
          </a:xfrm>
          <a:prstGeom prst="rect">
            <a:avLst/>
          </a:prstGeom>
          <a:solidFill>
            <a:srgbClr val="D4951A">
              <a:alpha val="55000"/>
            </a:srgbClr>
          </a:solidFill>
          <a:ln w="12700">
            <a:solidFill>
              <a:srgbClr val="D4951A"/>
            </a:solidFill>
            <a:prstDash val="solid"/>
          </a:ln>
        </p:spPr>
      </p:sp>
      <p:sp>
        <p:nvSpPr>
          <p:cNvPr id="11" name="Shape 9"/>
          <p:cNvSpPr/>
          <p:nvPr/>
        </p:nvSpPr>
        <p:spPr>
          <a:xfrm rot="2700000">
            <a:off x="1001268" y="749808"/>
            <a:ext cx="82296" cy="82296"/>
          </a:xfrm>
          <a:prstGeom prst="rect">
            <a:avLst/>
          </a:prstGeom>
          <a:solidFill>
            <a:srgbClr val="D4951A">
              <a:alpha val="55000"/>
            </a:srgbClr>
          </a:solidFill>
          <a:ln w="12700">
            <a:solidFill>
              <a:srgbClr val="D4951A"/>
            </a:solidFill>
            <a:prstDash val="solid"/>
          </a:ln>
        </p:spPr>
      </p:sp>
      <p:sp>
        <p:nvSpPr>
          <p:cNvPr id="12" name="Shape 10"/>
          <p:cNvSpPr/>
          <p:nvPr/>
        </p:nvSpPr>
        <p:spPr>
          <a:xfrm rot="2700000">
            <a:off x="1124712" y="749808"/>
            <a:ext cx="82296" cy="82296"/>
          </a:xfrm>
          <a:prstGeom prst="rect">
            <a:avLst/>
          </a:prstGeom>
          <a:solidFill>
            <a:srgbClr val="D4951A">
              <a:alpha val="55000"/>
            </a:srgbClr>
          </a:solidFill>
          <a:ln w="12700">
            <a:solidFill>
              <a:srgbClr val="D4951A"/>
            </a:solidFill>
            <a:prstDash val="solid"/>
          </a:ln>
        </p:spPr>
      </p:sp>
      <p:sp>
        <p:nvSpPr>
          <p:cNvPr id="13" name="Shape 11"/>
          <p:cNvSpPr/>
          <p:nvPr/>
        </p:nvSpPr>
        <p:spPr>
          <a:xfrm rot="2700000">
            <a:off x="1248156" y="749808"/>
            <a:ext cx="82296" cy="82296"/>
          </a:xfrm>
          <a:prstGeom prst="rect">
            <a:avLst/>
          </a:prstGeom>
          <a:solidFill>
            <a:srgbClr val="D4951A">
              <a:alpha val="55000"/>
            </a:srgbClr>
          </a:solidFill>
          <a:ln w="12700">
            <a:solidFill>
              <a:srgbClr val="D4951A"/>
            </a:solidFill>
            <a:prstDash val="solid"/>
          </a:ln>
        </p:spPr>
      </p:sp>
      <p:sp>
        <p:nvSpPr>
          <p:cNvPr id="14" name="Shape 12"/>
          <p:cNvSpPr/>
          <p:nvPr/>
        </p:nvSpPr>
        <p:spPr>
          <a:xfrm rot="2700000">
            <a:off x="1371600" y="749808"/>
            <a:ext cx="82296" cy="82296"/>
          </a:xfrm>
          <a:prstGeom prst="rect">
            <a:avLst/>
          </a:prstGeom>
          <a:solidFill>
            <a:srgbClr val="D4951A">
              <a:alpha val="55000"/>
            </a:srgbClr>
          </a:solidFill>
          <a:ln w="12700">
            <a:solidFill>
              <a:srgbClr val="D4951A"/>
            </a:solidFill>
            <a:prstDash val="solid"/>
          </a:ln>
        </p:spPr>
      </p:sp>
      <p:sp>
        <p:nvSpPr>
          <p:cNvPr id="15" name="Shape 13"/>
          <p:cNvSpPr/>
          <p:nvPr/>
        </p:nvSpPr>
        <p:spPr>
          <a:xfrm rot="2700000">
            <a:off x="1495044" y="749808"/>
            <a:ext cx="82296" cy="82296"/>
          </a:xfrm>
          <a:prstGeom prst="rect">
            <a:avLst/>
          </a:prstGeom>
          <a:solidFill>
            <a:srgbClr val="D4951A">
              <a:alpha val="55000"/>
            </a:srgbClr>
          </a:solidFill>
          <a:ln w="12700">
            <a:solidFill>
              <a:srgbClr val="D4951A"/>
            </a:solidFill>
            <a:prstDash val="solid"/>
          </a:ln>
        </p:spPr>
      </p:sp>
      <p:sp>
        <p:nvSpPr>
          <p:cNvPr id="16" name="Shape 14"/>
          <p:cNvSpPr/>
          <p:nvPr/>
        </p:nvSpPr>
        <p:spPr>
          <a:xfrm rot="2700000">
            <a:off x="1618488" y="749808"/>
            <a:ext cx="82296" cy="82296"/>
          </a:xfrm>
          <a:prstGeom prst="rect">
            <a:avLst/>
          </a:prstGeom>
          <a:solidFill>
            <a:srgbClr val="D4951A">
              <a:alpha val="55000"/>
            </a:srgbClr>
          </a:solidFill>
          <a:ln w="12700">
            <a:solidFill>
              <a:srgbClr val="D4951A"/>
            </a:solidFill>
            <a:prstDash val="solid"/>
          </a:ln>
        </p:spPr>
      </p:sp>
      <p:sp>
        <p:nvSpPr>
          <p:cNvPr id="17" name="Shape 15"/>
          <p:cNvSpPr/>
          <p:nvPr/>
        </p:nvSpPr>
        <p:spPr>
          <a:xfrm rot="2700000">
            <a:off x="1741932" y="749808"/>
            <a:ext cx="82296" cy="82296"/>
          </a:xfrm>
          <a:prstGeom prst="rect">
            <a:avLst/>
          </a:prstGeom>
          <a:solidFill>
            <a:srgbClr val="D4951A">
              <a:alpha val="55000"/>
            </a:srgbClr>
          </a:solidFill>
          <a:ln w="12700">
            <a:solidFill>
              <a:srgbClr val="D4951A"/>
            </a:solidFill>
            <a:prstDash val="solid"/>
          </a:ln>
        </p:spPr>
      </p:sp>
      <p:sp>
        <p:nvSpPr>
          <p:cNvPr id="18" name="Shape 16"/>
          <p:cNvSpPr/>
          <p:nvPr/>
        </p:nvSpPr>
        <p:spPr>
          <a:xfrm rot="2700000">
            <a:off x="1865376" y="749808"/>
            <a:ext cx="82296" cy="82296"/>
          </a:xfrm>
          <a:prstGeom prst="rect">
            <a:avLst/>
          </a:prstGeom>
          <a:solidFill>
            <a:srgbClr val="D4951A">
              <a:alpha val="55000"/>
            </a:srgbClr>
          </a:solidFill>
          <a:ln w="12700">
            <a:solidFill>
              <a:srgbClr val="D4951A"/>
            </a:solidFill>
            <a:prstDash val="solid"/>
          </a:ln>
        </p:spPr>
      </p:sp>
      <p:sp>
        <p:nvSpPr>
          <p:cNvPr id="19" name="Shape 17"/>
          <p:cNvSpPr/>
          <p:nvPr/>
        </p:nvSpPr>
        <p:spPr>
          <a:xfrm rot="2700000">
            <a:off x="1988820" y="749808"/>
            <a:ext cx="82296" cy="82296"/>
          </a:xfrm>
          <a:prstGeom prst="rect">
            <a:avLst/>
          </a:prstGeom>
          <a:solidFill>
            <a:srgbClr val="D4951A">
              <a:alpha val="55000"/>
            </a:srgbClr>
          </a:solidFill>
          <a:ln w="12700">
            <a:solidFill>
              <a:srgbClr val="D4951A"/>
            </a:solidFill>
            <a:prstDash val="solid"/>
          </a:ln>
        </p:spPr>
      </p:sp>
      <p:sp>
        <p:nvSpPr>
          <p:cNvPr id="20" name="Shape 18"/>
          <p:cNvSpPr/>
          <p:nvPr/>
        </p:nvSpPr>
        <p:spPr>
          <a:xfrm rot="2700000">
            <a:off x="2112264" y="749808"/>
            <a:ext cx="82296" cy="82296"/>
          </a:xfrm>
          <a:prstGeom prst="rect">
            <a:avLst/>
          </a:prstGeom>
          <a:solidFill>
            <a:srgbClr val="D4951A">
              <a:alpha val="55000"/>
            </a:srgbClr>
          </a:solidFill>
          <a:ln w="12700">
            <a:solidFill>
              <a:srgbClr val="D4951A"/>
            </a:solidFill>
            <a:prstDash val="solid"/>
          </a:ln>
        </p:spPr>
      </p:sp>
      <p:sp>
        <p:nvSpPr>
          <p:cNvPr id="21" name="Shape 19"/>
          <p:cNvSpPr/>
          <p:nvPr/>
        </p:nvSpPr>
        <p:spPr>
          <a:xfrm rot="2700000">
            <a:off x="2235708" y="749808"/>
            <a:ext cx="82296" cy="82296"/>
          </a:xfrm>
          <a:prstGeom prst="rect">
            <a:avLst/>
          </a:prstGeom>
          <a:solidFill>
            <a:srgbClr val="D4951A">
              <a:alpha val="55000"/>
            </a:srgbClr>
          </a:solidFill>
          <a:ln w="12700">
            <a:solidFill>
              <a:srgbClr val="D4951A"/>
            </a:solidFill>
            <a:prstDash val="solid"/>
          </a:ln>
        </p:spPr>
      </p:sp>
      <p:sp>
        <p:nvSpPr>
          <p:cNvPr id="22" name="Shape 20"/>
          <p:cNvSpPr/>
          <p:nvPr/>
        </p:nvSpPr>
        <p:spPr>
          <a:xfrm rot="2700000">
            <a:off x="2359152" y="749808"/>
            <a:ext cx="82296" cy="82296"/>
          </a:xfrm>
          <a:prstGeom prst="rect">
            <a:avLst/>
          </a:prstGeom>
          <a:solidFill>
            <a:srgbClr val="D4951A">
              <a:alpha val="55000"/>
            </a:srgbClr>
          </a:solidFill>
          <a:ln w="12700">
            <a:solidFill>
              <a:srgbClr val="D4951A"/>
            </a:solidFill>
            <a:prstDash val="solid"/>
          </a:ln>
        </p:spPr>
      </p:sp>
      <p:sp>
        <p:nvSpPr>
          <p:cNvPr id="23" name="Shape 21"/>
          <p:cNvSpPr/>
          <p:nvPr/>
        </p:nvSpPr>
        <p:spPr>
          <a:xfrm rot="2700000">
            <a:off x="2482596" y="749808"/>
            <a:ext cx="82296" cy="82296"/>
          </a:xfrm>
          <a:prstGeom prst="rect">
            <a:avLst/>
          </a:prstGeom>
          <a:solidFill>
            <a:srgbClr val="D4951A">
              <a:alpha val="55000"/>
            </a:srgbClr>
          </a:solidFill>
          <a:ln w="12700">
            <a:solidFill>
              <a:srgbClr val="D4951A"/>
            </a:solidFill>
            <a:prstDash val="solid"/>
          </a:ln>
        </p:spPr>
      </p:sp>
      <p:sp>
        <p:nvSpPr>
          <p:cNvPr id="24" name="Shape 22"/>
          <p:cNvSpPr/>
          <p:nvPr/>
        </p:nvSpPr>
        <p:spPr>
          <a:xfrm rot="2700000">
            <a:off x="2606040" y="749808"/>
            <a:ext cx="82296" cy="82296"/>
          </a:xfrm>
          <a:prstGeom prst="rect">
            <a:avLst/>
          </a:prstGeom>
          <a:solidFill>
            <a:srgbClr val="D4951A">
              <a:alpha val="55000"/>
            </a:srgbClr>
          </a:solidFill>
          <a:ln w="12700">
            <a:solidFill>
              <a:srgbClr val="D4951A"/>
            </a:solidFill>
            <a:prstDash val="solid"/>
          </a:ln>
        </p:spPr>
      </p:sp>
      <p:sp>
        <p:nvSpPr>
          <p:cNvPr id="25" name="Shape 23"/>
          <p:cNvSpPr/>
          <p:nvPr/>
        </p:nvSpPr>
        <p:spPr>
          <a:xfrm rot="2700000">
            <a:off x="2729484" y="749808"/>
            <a:ext cx="82296" cy="82296"/>
          </a:xfrm>
          <a:prstGeom prst="rect">
            <a:avLst/>
          </a:prstGeom>
          <a:solidFill>
            <a:srgbClr val="D4951A">
              <a:alpha val="55000"/>
            </a:srgbClr>
          </a:solidFill>
          <a:ln w="12700">
            <a:solidFill>
              <a:srgbClr val="D4951A"/>
            </a:solidFill>
            <a:prstDash val="solid"/>
          </a:ln>
        </p:spPr>
      </p:sp>
      <p:sp>
        <p:nvSpPr>
          <p:cNvPr id="26" name="Shape 24"/>
          <p:cNvSpPr/>
          <p:nvPr/>
        </p:nvSpPr>
        <p:spPr>
          <a:xfrm rot="2700000">
            <a:off x="2852928" y="749808"/>
            <a:ext cx="82296" cy="82296"/>
          </a:xfrm>
          <a:prstGeom prst="rect">
            <a:avLst/>
          </a:prstGeom>
          <a:solidFill>
            <a:srgbClr val="D4951A">
              <a:alpha val="55000"/>
            </a:srgbClr>
          </a:solidFill>
          <a:ln w="12700">
            <a:solidFill>
              <a:srgbClr val="D4951A"/>
            </a:solidFill>
            <a:prstDash val="solid"/>
          </a:ln>
        </p:spPr>
      </p:sp>
      <p:sp>
        <p:nvSpPr>
          <p:cNvPr id="27" name="Shape 25"/>
          <p:cNvSpPr/>
          <p:nvPr/>
        </p:nvSpPr>
        <p:spPr>
          <a:xfrm rot="2700000">
            <a:off x="2976372" y="749808"/>
            <a:ext cx="82296" cy="82296"/>
          </a:xfrm>
          <a:prstGeom prst="rect">
            <a:avLst/>
          </a:prstGeom>
          <a:solidFill>
            <a:srgbClr val="D4951A">
              <a:alpha val="55000"/>
            </a:srgbClr>
          </a:solidFill>
          <a:ln w="12700">
            <a:solidFill>
              <a:srgbClr val="D4951A"/>
            </a:solidFill>
            <a:prstDash val="solid"/>
          </a:ln>
        </p:spPr>
      </p:sp>
      <p:sp>
        <p:nvSpPr>
          <p:cNvPr id="28" name="Shape 26"/>
          <p:cNvSpPr/>
          <p:nvPr/>
        </p:nvSpPr>
        <p:spPr>
          <a:xfrm rot="2700000">
            <a:off x="3099816" y="749808"/>
            <a:ext cx="82296" cy="82296"/>
          </a:xfrm>
          <a:prstGeom prst="rect">
            <a:avLst/>
          </a:prstGeom>
          <a:solidFill>
            <a:srgbClr val="D4951A">
              <a:alpha val="55000"/>
            </a:srgbClr>
          </a:solidFill>
          <a:ln w="12700">
            <a:solidFill>
              <a:srgbClr val="D4951A"/>
            </a:solidFill>
            <a:prstDash val="solid"/>
          </a:ln>
        </p:spPr>
      </p:sp>
      <p:sp>
        <p:nvSpPr>
          <p:cNvPr id="29" name="Shape 27"/>
          <p:cNvSpPr/>
          <p:nvPr/>
        </p:nvSpPr>
        <p:spPr>
          <a:xfrm rot="2700000">
            <a:off x="3223260" y="749808"/>
            <a:ext cx="82296" cy="82296"/>
          </a:xfrm>
          <a:prstGeom prst="rect">
            <a:avLst/>
          </a:prstGeom>
          <a:solidFill>
            <a:srgbClr val="D4951A">
              <a:alpha val="55000"/>
            </a:srgbClr>
          </a:solidFill>
          <a:ln w="12700">
            <a:solidFill>
              <a:srgbClr val="D4951A"/>
            </a:solidFill>
            <a:prstDash val="solid"/>
          </a:ln>
        </p:spPr>
      </p:sp>
      <p:sp>
        <p:nvSpPr>
          <p:cNvPr id="30" name="Shape 28"/>
          <p:cNvSpPr/>
          <p:nvPr/>
        </p:nvSpPr>
        <p:spPr>
          <a:xfrm rot="2700000">
            <a:off x="3346704" y="749808"/>
            <a:ext cx="82296" cy="82296"/>
          </a:xfrm>
          <a:prstGeom prst="rect">
            <a:avLst/>
          </a:prstGeom>
          <a:solidFill>
            <a:srgbClr val="D4951A">
              <a:alpha val="55000"/>
            </a:srgbClr>
          </a:solidFill>
          <a:ln w="12700">
            <a:solidFill>
              <a:srgbClr val="D4951A"/>
            </a:solidFill>
            <a:prstDash val="solid"/>
          </a:ln>
        </p:spPr>
      </p:sp>
      <p:sp>
        <p:nvSpPr>
          <p:cNvPr id="31" name="Shape 29"/>
          <p:cNvSpPr/>
          <p:nvPr/>
        </p:nvSpPr>
        <p:spPr>
          <a:xfrm rot="2700000">
            <a:off x="3470148" y="749808"/>
            <a:ext cx="82296" cy="82296"/>
          </a:xfrm>
          <a:prstGeom prst="rect">
            <a:avLst/>
          </a:prstGeom>
          <a:solidFill>
            <a:srgbClr val="D4951A">
              <a:alpha val="55000"/>
            </a:srgbClr>
          </a:solidFill>
          <a:ln w="12700">
            <a:solidFill>
              <a:srgbClr val="D4951A"/>
            </a:solidFill>
            <a:prstDash val="solid"/>
          </a:ln>
        </p:spPr>
      </p:sp>
      <p:sp>
        <p:nvSpPr>
          <p:cNvPr id="32" name="Shape 30"/>
          <p:cNvSpPr/>
          <p:nvPr/>
        </p:nvSpPr>
        <p:spPr>
          <a:xfrm rot="2700000">
            <a:off x="3593592" y="749808"/>
            <a:ext cx="82296" cy="82296"/>
          </a:xfrm>
          <a:prstGeom prst="rect">
            <a:avLst/>
          </a:prstGeom>
          <a:solidFill>
            <a:srgbClr val="D4951A">
              <a:alpha val="55000"/>
            </a:srgbClr>
          </a:solidFill>
          <a:ln w="12700">
            <a:solidFill>
              <a:srgbClr val="D4951A"/>
            </a:solidFill>
            <a:prstDash val="solid"/>
          </a:ln>
        </p:spPr>
      </p:sp>
      <p:sp>
        <p:nvSpPr>
          <p:cNvPr id="33" name="Shape 31"/>
          <p:cNvSpPr/>
          <p:nvPr/>
        </p:nvSpPr>
        <p:spPr>
          <a:xfrm rot="2700000">
            <a:off x="3717036" y="749808"/>
            <a:ext cx="82296" cy="82296"/>
          </a:xfrm>
          <a:prstGeom prst="rect">
            <a:avLst/>
          </a:prstGeom>
          <a:solidFill>
            <a:srgbClr val="D4951A">
              <a:alpha val="55000"/>
            </a:srgbClr>
          </a:solidFill>
          <a:ln w="12700">
            <a:solidFill>
              <a:srgbClr val="D4951A"/>
            </a:solidFill>
            <a:prstDash val="solid"/>
          </a:ln>
        </p:spPr>
      </p:sp>
      <p:sp>
        <p:nvSpPr>
          <p:cNvPr id="34" name="Shape 32"/>
          <p:cNvSpPr/>
          <p:nvPr/>
        </p:nvSpPr>
        <p:spPr>
          <a:xfrm rot="2700000">
            <a:off x="3840480" y="749808"/>
            <a:ext cx="82296" cy="82296"/>
          </a:xfrm>
          <a:prstGeom prst="rect">
            <a:avLst/>
          </a:prstGeom>
          <a:solidFill>
            <a:srgbClr val="D4951A">
              <a:alpha val="55000"/>
            </a:srgbClr>
          </a:solidFill>
          <a:ln w="12700">
            <a:solidFill>
              <a:srgbClr val="D4951A"/>
            </a:solidFill>
            <a:prstDash val="solid"/>
          </a:ln>
        </p:spPr>
      </p:sp>
      <p:sp>
        <p:nvSpPr>
          <p:cNvPr id="35" name="Shape 33"/>
          <p:cNvSpPr/>
          <p:nvPr/>
        </p:nvSpPr>
        <p:spPr>
          <a:xfrm rot="2700000">
            <a:off x="3963924" y="749808"/>
            <a:ext cx="82296" cy="82296"/>
          </a:xfrm>
          <a:prstGeom prst="rect">
            <a:avLst/>
          </a:prstGeom>
          <a:solidFill>
            <a:srgbClr val="D4951A">
              <a:alpha val="55000"/>
            </a:srgbClr>
          </a:solidFill>
          <a:ln w="12700">
            <a:solidFill>
              <a:srgbClr val="D4951A"/>
            </a:solidFill>
            <a:prstDash val="solid"/>
          </a:ln>
        </p:spPr>
      </p:sp>
      <p:sp>
        <p:nvSpPr>
          <p:cNvPr id="36" name="Shape 34"/>
          <p:cNvSpPr/>
          <p:nvPr/>
        </p:nvSpPr>
        <p:spPr>
          <a:xfrm rot="2700000">
            <a:off x="4087368" y="749808"/>
            <a:ext cx="82296" cy="82296"/>
          </a:xfrm>
          <a:prstGeom prst="rect">
            <a:avLst/>
          </a:prstGeom>
          <a:solidFill>
            <a:srgbClr val="D4951A">
              <a:alpha val="55000"/>
            </a:srgbClr>
          </a:solidFill>
          <a:ln w="12700">
            <a:solidFill>
              <a:srgbClr val="D4951A"/>
            </a:solidFill>
            <a:prstDash val="solid"/>
          </a:ln>
        </p:spPr>
      </p:sp>
      <p:sp>
        <p:nvSpPr>
          <p:cNvPr id="37" name="Shape 35"/>
          <p:cNvSpPr/>
          <p:nvPr/>
        </p:nvSpPr>
        <p:spPr>
          <a:xfrm rot="2700000">
            <a:off x="4210812" y="749808"/>
            <a:ext cx="82296" cy="82296"/>
          </a:xfrm>
          <a:prstGeom prst="rect">
            <a:avLst/>
          </a:prstGeom>
          <a:solidFill>
            <a:srgbClr val="D4951A">
              <a:alpha val="55000"/>
            </a:srgbClr>
          </a:solidFill>
          <a:ln w="12700">
            <a:solidFill>
              <a:srgbClr val="D4951A"/>
            </a:solidFill>
            <a:prstDash val="solid"/>
          </a:ln>
        </p:spPr>
      </p:sp>
      <p:sp>
        <p:nvSpPr>
          <p:cNvPr id="38" name="Shape 36"/>
          <p:cNvSpPr/>
          <p:nvPr/>
        </p:nvSpPr>
        <p:spPr>
          <a:xfrm rot="2700000">
            <a:off x="4334256" y="749808"/>
            <a:ext cx="82296" cy="82296"/>
          </a:xfrm>
          <a:prstGeom prst="rect">
            <a:avLst/>
          </a:prstGeom>
          <a:solidFill>
            <a:srgbClr val="D4951A">
              <a:alpha val="55000"/>
            </a:srgbClr>
          </a:solidFill>
          <a:ln w="12700">
            <a:solidFill>
              <a:srgbClr val="D4951A"/>
            </a:solidFill>
            <a:prstDash val="solid"/>
          </a:ln>
        </p:spPr>
      </p:sp>
      <p:sp>
        <p:nvSpPr>
          <p:cNvPr id="39" name="Shape 37"/>
          <p:cNvSpPr/>
          <p:nvPr/>
        </p:nvSpPr>
        <p:spPr>
          <a:xfrm rot="2700000">
            <a:off x="4457700" y="749808"/>
            <a:ext cx="82296" cy="82296"/>
          </a:xfrm>
          <a:prstGeom prst="rect">
            <a:avLst/>
          </a:prstGeom>
          <a:solidFill>
            <a:srgbClr val="D4951A">
              <a:alpha val="55000"/>
            </a:srgbClr>
          </a:solidFill>
          <a:ln w="12700">
            <a:solidFill>
              <a:srgbClr val="D4951A"/>
            </a:solidFill>
            <a:prstDash val="solid"/>
          </a:ln>
        </p:spPr>
      </p:sp>
      <p:sp>
        <p:nvSpPr>
          <p:cNvPr id="40" name="Shape 38"/>
          <p:cNvSpPr/>
          <p:nvPr/>
        </p:nvSpPr>
        <p:spPr>
          <a:xfrm rot="2700000">
            <a:off x="4581144" y="749808"/>
            <a:ext cx="82296" cy="82296"/>
          </a:xfrm>
          <a:prstGeom prst="rect">
            <a:avLst/>
          </a:prstGeom>
          <a:solidFill>
            <a:srgbClr val="D4951A">
              <a:alpha val="55000"/>
            </a:srgbClr>
          </a:solidFill>
          <a:ln w="12700">
            <a:solidFill>
              <a:srgbClr val="D4951A"/>
            </a:solidFill>
            <a:prstDash val="solid"/>
          </a:ln>
        </p:spPr>
      </p:sp>
      <p:sp>
        <p:nvSpPr>
          <p:cNvPr id="41" name="Shape 39"/>
          <p:cNvSpPr/>
          <p:nvPr/>
        </p:nvSpPr>
        <p:spPr>
          <a:xfrm rot="2700000">
            <a:off x="4704588" y="749808"/>
            <a:ext cx="82296" cy="82296"/>
          </a:xfrm>
          <a:prstGeom prst="rect">
            <a:avLst/>
          </a:prstGeom>
          <a:solidFill>
            <a:srgbClr val="D4951A">
              <a:alpha val="55000"/>
            </a:srgbClr>
          </a:solidFill>
          <a:ln w="12700">
            <a:solidFill>
              <a:srgbClr val="D4951A"/>
            </a:solidFill>
            <a:prstDash val="solid"/>
          </a:ln>
        </p:spPr>
      </p:sp>
      <p:sp>
        <p:nvSpPr>
          <p:cNvPr id="42" name="Shape 40"/>
          <p:cNvSpPr/>
          <p:nvPr/>
        </p:nvSpPr>
        <p:spPr>
          <a:xfrm rot="2700000">
            <a:off x="4828032" y="749808"/>
            <a:ext cx="82296" cy="82296"/>
          </a:xfrm>
          <a:prstGeom prst="rect">
            <a:avLst/>
          </a:prstGeom>
          <a:solidFill>
            <a:srgbClr val="D4951A">
              <a:alpha val="55000"/>
            </a:srgbClr>
          </a:solidFill>
          <a:ln w="12700">
            <a:solidFill>
              <a:srgbClr val="D4951A"/>
            </a:solidFill>
            <a:prstDash val="solid"/>
          </a:ln>
        </p:spPr>
      </p:sp>
      <p:sp>
        <p:nvSpPr>
          <p:cNvPr id="43" name="Shape 41"/>
          <p:cNvSpPr/>
          <p:nvPr/>
        </p:nvSpPr>
        <p:spPr>
          <a:xfrm rot="2700000">
            <a:off x="4951476" y="749808"/>
            <a:ext cx="82296" cy="82296"/>
          </a:xfrm>
          <a:prstGeom prst="rect">
            <a:avLst/>
          </a:prstGeom>
          <a:solidFill>
            <a:srgbClr val="D4951A">
              <a:alpha val="55000"/>
            </a:srgbClr>
          </a:solidFill>
          <a:ln w="12700">
            <a:solidFill>
              <a:srgbClr val="D4951A"/>
            </a:solidFill>
            <a:prstDash val="solid"/>
          </a:ln>
        </p:spPr>
      </p:sp>
      <p:sp>
        <p:nvSpPr>
          <p:cNvPr id="44" name="Shape 42"/>
          <p:cNvSpPr/>
          <p:nvPr/>
        </p:nvSpPr>
        <p:spPr>
          <a:xfrm rot="2700000">
            <a:off x="5074920" y="749808"/>
            <a:ext cx="82296" cy="82296"/>
          </a:xfrm>
          <a:prstGeom prst="rect">
            <a:avLst/>
          </a:prstGeom>
          <a:solidFill>
            <a:srgbClr val="D4951A">
              <a:alpha val="55000"/>
            </a:srgbClr>
          </a:solidFill>
          <a:ln w="12700">
            <a:solidFill>
              <a:srgbClr val="D4951A"/>
            </a:solidFill>
            <a:prstDash val="solid"/>
          </a:ln>
        </p:spPr>
      </p:sp>
      <p:sp>
        <p:nvSpPr>
          <p:cNvPr id="45" name="Shape 43"/>
          <p:cNvSpPr/>
          <p:nvPr/>
        </p:nvSpPr>
        <p:spPr>
          <a:xfrm rot="2700000">
            <a:off x="5198364" y="749808"/>
            <a:ext cx="82296" cy="82296"/>
          </a:xfrm>
          <a:prstGeom prst="rect">
            <a:avLst/>
          </a:prstGeom>
          <a:solidFill>
            <a:srgbClr val="D4951A">
              <a:alpha val="55000"/>
            </a:srgbClr>
          </a:solidFill>
          <a:ln w="12700">
            <a:solidFill>
              <a:srgbClr val="D4951A"/>
            </a:solidFill>
            <a:prstDash val="solid"/>
          </a:ln>
        </p:spPr>
      </p:sp>
      <p:sp>
        <p:nvSpPr>
          <p:cNvPr id="46" name="Shape 44"/>
          <p:cNvSpPr/>
          <p:nvPr/>
        </p:nvSpPr>
        <p:spPr>
          <a:xfrm rot="2700000">
            <a:off x="5321808" y="749808"/>
            <a:ext cx="82296" cy="82296"/>
          </a:xfrm>
          <a:prstGeom prst="rect">
            <a:avLst/>
          </a:prstGeom>
          <a:solidFill>
            <a:srgbClr val="D4951A">
              <a:alpha val="55000"/>
            </a:srgbClr>
          </a:solidFill>
          <a:ln w="12700">
            <a:solidFill>
              <a:srgbClr val="D4951A"/>
            </a:solidFill>
            <a:prstDash val="solid"/>
          </a:ln>
        </p:spPr>
      </p:sp>
      <p:sp>
        <p:nvSpPr>
          <p:cNvPr id="47" name="Shape 45"/>
          <p:cNvSpPr/>
          <p:nvPr/>
        </p:nvSpPr>
        <p:spPr>
          <a:xfrm rot="2700000">
            <a:off x="5445252" y="749808"/>
            <a:ext cx="82296" cy="82296"/>
          </a:xfrm>
          <a:prstGeom prst="rect">
            <a:avLst/>
          </a:prstGeom>
          <a:solidFill>
            <a:srgbClr val="D4951A">
              <a:alpha val="55000"/>
            </a:srgbClr>
          </a:solidFill>
          <a:ln w="12700">
            <a:solidFill>
              <a:srgbClr val="D4951A"/>
            </a:solidFill>
            <a:prstDash val="solid"/>
          </a:ln>
        </p:spPr>
      </p:sp>
      <p:sp>
        <p:nvSpPr>
          <p:cNvPr id="48" name="Shape 46"/>
          <p:cNvSpPr/>
          <p:nvPr/>
        </p:nvSpPr>
        <p:spPr>
          <a:xfrm rot="2700000">
            <a:off x="5568696" y="749808"/>
            <a:ext cx="82296" cy="82296"/>
          </a:xfrm>
          <a:prstGeom prst="rect">
            <a:avLst/>
          </a:prstGeom>
          <a:solidFill>
            <a:srgbClr val="D4951A">
              <a:alpha val="55000"/>
            </a:srgbClr>
          </a:solidFill>
          <a:ln w="12700">
            <a:solidFill>
              <a:srgbClr val="D4951A"/>
            </a:solidFill>
            <a:prstDash val="solid"/>
          </a:ln>
        </p:spPr>
      </p:sp>
      <p:sp>
        <p:nvSpPr>
          <p:cNvPr id="49" name="Shape 47"/>
          <p:cNvSpPr/>
          <p:nvPr/>
        </p:nvSpPr>
        <p:spPr>
          <a:xfrm rot="2700000">
            <a:off x="5692140" y="749808"/>
            <a:ext cx="82296" cy="82296"/>
          </a:xfrm>
          <a:prstGeom prst="rect">
            <a:avLst/>
          </a:prstGeom>
          <a:solidFill>
            <a:srgbClr val="D4951A">
              <a:alpha val="55000"/>
            </a:srgbClr>
          </a:solidFill>
          <a:ln w="12700">
            <a:solidFill>
              <a:srgbClr val="D4951A"/>
            </a:solidFill>
            <a:prstDash val="solid"/>
          </a:ln>
        </p:spPr>
      </p:sp>
      <p:sp>
        <p:nvSpPr>
          <p:cNvPr id="50" name="Shape 48"/>
          <p:cNvSpPr/>
          <p:nvPr/>
        </p:nvSpPr>
        <p:spPr>
          <a:xfrm rot="2700000">
            <a:off x="5815584" y="749808"/>
            <a:ext cx="82296" cy="82296"/>
          </a:xfrm>
          <a:prstGeom prst="rect">
            <a:avLst/>
          </a:prstGeom>
          <a:solidFill>
            <a:srgbClr val="D4951A">
              <a:alpha val="55000"/>
            </a:srgbClr>
          </a:solidFill>
          <a:ln w="12700">
            <a:solidFill>
              <a:srgbClr val="D4951A"/>
            </a:solidFill>
            <a:prstDash val="solid"/>
          </a:ln>
        </p:spPr>
      </p:sp>
      <p:sp>
        <p:nvSpPr>
          <p:cNvPr id="51" name="Shape 49"/>
          <p:cNvSpPr/>
          <p:nvPr/>
        </p:nvSpPr>
        <p:spPr>
          <a:xfrm rot="2700000">
            <a:off x="5939028" y="749808"/>
            <a:ext cx="82296" cy="82296"/>
          </a:xfrm>
          <a:prstGeom prst="rect">
            <a:avLst/>
          </a:prstGeom>
          <a:solidFill>
            <a:srgbClr val="D4951A">
              <a:alpha val="55000"/>
            </a:srgbClr>
          </a:solidFill>
          <a:ln w="12700">
            <a:solidFill>
              <a:srgbClr val="D4951A"/>
            </a:solidFill>
            <a:prstDash val="solid"/>
          </a:ln>
        </p:spPr>
      </p:sp>
      <p:sp>
        <p:nvSpPr>
          <p:cNvPr id="52" name="Shape 50"/>
          <p:cNvSpPr/>
          <p:nvPr/>
        </p:nvSpPr>
        <p:spPr>
          <a:xfrm rot="2700000">
            <a:off x="6062472" y="749808"/>
            <a:ext cx="82296" cy="82296"/>
          </a:xfrm>
          <a:prstGeom prst="rect">
            <a:avLst/>
          </a:prstGeom>
          <a:solidFill>
            <a:srgbClr val="D4951A">
              <a:alpha val="55000"/>
            </a:srgbClr>
          </a:solidFill>
          <a:ln w="12700">
            <a:solidFill>
              <a:srgbClr val="D4951A"/>
            </a:solidFill>
            <a:prstDash val="solid"/>
          </a:ln>
        </p:spPr>
      </p:sp>
      <p:sp>
        <p:nvSpPr>
          <p:cNvPr id="53" name="Shape 51"/>
          <p:cNvSpPr/>
          <p:nvPr/>
        </p:nvSpPr>
        <p:spPr>
          <a:xfrm rot="2700000">
            <a:off x="6185916" y="749808"/>
            <a:ext cx="82296" cy="82296"/>
          </a:xfrm>
          <a:prstGeom prst="rect">
            <a:avLst/>
          </a:prstGeom>
          <a:solidFill>
            <a:srgbClr val="D4951A">
              <a:alpha val="55000"/>
            </a:srgbClr>
          </a:solidFill>
          <a:ln w="12700">
            <a:solidFill>
              <a:srgbClr val="D4951A"/>
            </a:solidFill>
            <a:prstDash val="solid"/>
          </a:ln>
        </p:spPr>
      </p:sp>
      <p:sp>
        <p:nvSpPr>
          <p:cNvPr id="54" name="Shape 52"/>
          <p:cNvSpPr/>
          <p:nvPr/>
        </p:nvSpPr>
        <p:spPr>
          <a:xfrm rot="2700000">
            <a:off x="6309360" y="749808"/>
            <a:ext cx="82296" cy="82296"/>
          </a:xfrm>
          <a:prstGeom prst="rect">
            <a:avLst/>
          </a:prstGeom>
          <a:solidFill>
            <a:srgbClr val="D4951A">
              <a:alpha val="55000"/>
            </a:srgbClr>
          </a:solidFill>
          <a:ln w="12700">
            <a:solidFill>
              <a:srgbClr val="D4951A"/>
            </a:solidFill>
            <a:prstDash val="solid"/>
          </a:ln>
        </p:spPr>
      </p:sp>
      <p:sp>
        <p:nvSpPr>
          <p:cNvPr id="55" name="Shape 53"/>
          <p:cNvSpPr/>
          <p:nvPr/>
        </p:nvSpPr>
        <p:spPr>
          <a:xfrm rot="2700000">
            <a:off x="6432804" y="749808"/>
            <a:ext cx="82296" cy="82296"/>
          </a:xfrm>
          <a:prstGeom prst="rect">
            <a:avLst/>
          </a:prstGeom>
          <a:solidFill>
            <a:srgbClr val="D4951A">
              <a:alpha val="55000"/>
            </a:srgbClr>
          </a:solidFill>
          <a:ln w="12700">
            <a:solidFill>
              <a:srgbClr val="D4951A"/>
            </a:solidFill>
            <a:prstDash val="solid"/>
          </a:ln>
        </p:spPr>
      </p:sp>
      <p:sp>
        <p:nvSpPr>
          <p:cNvPr id="56" name="Shape 54"/>
          <p:cNvSpPr/>
          <p:nvPr/>
        </p:nvSpPr>
        <p:spPr>
          <a:xfrm rot="2700000">
            <a:off x="6556248" y="749808"/>
            <a:ext cx="82296" cy="82296"/>
          </a:xfrm>
          <a:prstGeom prst="rect">
            <a:avLst/>
          </a:prstGeom>
          <a:solidFill>
            <a:srgbClr val="D4951A">
              <a:alpha val="55000"/>
            </a:srgbClr>
          </a:solidFill>
          <a:ln w="12700">
            <a:solidFill>
              <a:srgbClr val="D4951A"/>
            </a:solidFill>
            <a:prstDash val="solid"/>
          </a:ln>
        </p:spPr>
      </p:sp>
      <p:sp>
        <p:nvSpPr>
          <p:cNvPr id="57" name="Shape 55"/>
          <p:cNvSpPr/>
          <p:nvPr/>
        </p:nvSpPr>
        <p:spPr>
          <a:xfrm rot="2700000">
            <a:off x="6679692" y="749808"/>
            <a:ext cx="82296" cy="82296"/>
          </a:xfrm>
          <a:prstGeom prst="rect">
            <a:avLst/>
          </a:prstGeom>
          <a:solidFill>
            <a:srgbClr val="D4951A">
              <a:alpha val="55000"/>
            </a:srgbClr>
          </a:solidFill>
          <a:ln w="12700">
            <a:solidFill>
              <a:srgbClr val="D4951A"/>
            </a:solidFill>
            <a:prstDash val="solid"/>
          </a:ln>
        </p:spPr>
      </p:sp>
      <p:sp>
        <p:nvSpPr>
          <p:cNvPr id="58" name="Shape 56"/>
          <p:cNvSpPr/>
          <p:nvPr/>
        </p:nvSpPr>
        <p:spPr>
          <a:xfrm rot="2700000">
            <a:off x="6803136" y="749808"/>
            <a:ext cx="82296" cy="82296"/>
          </a:xfrm>
          <a:prstGeom prst="rect">
            <a:avLst/>
          </a:prstGeom>
          <a:solidFill>
            <a:srgbClr val="D4951A">
              <a:alpha val="55000"/>
            </a:srgbClr>
          </a:solidFill>
          <a:ln w="12700">
            <a:solidFill>
              <a:srgbClr val="D4951A"/>
            </a:solidFill>
            <a:prstDash val="solid"/>
          </a:ln>
        </p:spPr>
      </p:sp>
      <p:sp>
        <p:nvSpPr>
          <p:cNvPr id="59" name="Shape 57"/>
          <p:cNvSpPr/>
          <p:nvPr/>
        </p:nvSpPr>
        <p:spPr>
          <a:xfrm rot="2700000">
            <a:off x="6926580" y="749808"/>
            <a:ext cx="82296" cy="82296"/>
          </a:xfrm>
          <a:prstGeom prst="rect">
            <a:avLst/>
          </a:prstGeom>
          <a:solidFill>
            <a:srgbClr val="D4951A">
              <a:alpha val="55000"/>
            </a:srgbClr>
          </a:solidFill>
          <a:ln w="12700">
            <a:solidFill>
              <a:srgbClr val="D4951A"/>
            </a:solidFill>
            <a:prstDash val="solid"/>
          </a:ln>
        </p:spPr>
      </p:sp>
      <p:sp>
        <p:nvSpPr>
          <p:cNvPr id="60" name="Shape 58"/>
          <p:cNvSpPr/>
          <p:nvPr/>
        </p:nvSpPr>
        <p:spPr>
          <a:xfrm rot="2700000">
            <a:off x="7050024" y="749808"/>
            <a:ext cx="82296" cy="82296"/>
          </a:xfrm>
          <a:prstGeom prst="rect">
            <a:avLst/>
          </a:prstGeom>
          <a:solidFill>
            <a:srgbClr val="D4951A">
              <a:alpha val="55000"/>
            </a:srgbClr>
          </a:solidFill>
          <a:ln w="12700">
            <a:solidFill>
              <a:srgbClr val="D4951A"/>
            </a:solidFill>
            <a:prstDash val="solid"/>
          </a:ln>
        </p:spPr>
      </p:sp>
      <p:sp>
        <p:nvSpPr>
          <p:cNvPr id="61" name="Shape 59"/>
          <p:cNvSpPr/>
          <p:nvPr/>
        </p:nvSpPr>
        <p:spPr>
          <a:xfrm rot="2700000">
            <a:off x="7173468" y="749808"/>
            <a:ext cx="82296" cy="82296"/>
          </a:xfrm>
          <a:prstGeom prst="rect">
            <a:avLst/>
          </a:prstGeom>
          <a:solidFill>
            <a:srgbClr val="D4951A">
              <a:alpha val="55000"/>
            </a:srgbClr>
          </a:solidFill>
          <a:ln w="12700">
            <a:solidFill>
              <a:srgbClr val="D4951A"/>
            </a:solidFill>
            <a:prstDash val="solid"/>
          </a:ln>
        </p:spPr>
      </p:sp>
      <p:sp>
        <p:nvSpPr>
          <p:cNvPr id="62" name="Shape 60"/>
          <p:cNvSpPr/>
          <p:nvPr/>
        </p:nvSpPr>
        <p:spPr>
          <a:xfrm rot="2700000">
            <a:off x="7296912" y="749808"/>
            <a:ext cx="82296" cy="82296"/>
          </a:xfrm>
          <a:prstGeom prst="rect">
            <a:avLst/>
          </a:prstGeom>
          <a:solidFill>
            <a:srgbClr val="D4951A">
              <a:alpha val="55000"/>
            </a:srgbClr>
          </a:solidFill>
          <a:ln w="12700">
            <a:solidFill>
              <a:srgbClr val="D4951A"/>
            </a:solidFill>
            <a:prstDash val="solid"/>
          </a:ln>
        </p:spPr>
      </p:sp>
      <p:sp>
        <p:nvSpPr>
          <p:cNvPr id="63" name="Shape 61"/>
          <p:cNvSpPr/>
          <p:nvPr/>
        </p:nvSpPr>
        <p:spPr>
          <a:xfrm rot="2700000">
            <a:off x="7420356" y="749808"/>
            <a:ext cx="82296" cy="82296"/>
          </a:xfrm>
          <a:prstGeom prst="rect">
            <a:avLst/>
          </a:prstGeom>
          <a:solidFill>
            <a:srgbClr val="D4951A">
              <a:alpha val="55000"/>
            </a:srgbClr>
          </a:solidFill>
          <a:ln w="12700">
            <a:solidFill>
              <a:srgbClr val="D4951A"/>
            </a:solidFill>
            <a:prstDash val="solid"/>
          </a:ln>
        </p:spPr>
      </p:sp>
      <p:sp>
        <p:nvSpPr>
          <p:cNvPr id="64" name="Shape 62"/>
          <p:cNvSpPr/>
          <p:nvPr/>
        </p:nvSpPr>
        <p:spPr>
          <a:xfrm rot="2700000">
            <a:off x="7543800" y="749808"/>
            <a:ext cx="82296" cy="82296"/>
          </a:xfrm>
          <a:prstGeom prst="rect">
            <a:avLst/>
          </a:prstGeom>
          <a:solidFill>
            <a:srgbClr val="D4951A">
              <a:alpha val="55000"/>
            </a:srgbClr>
          </a:solidFill>
          <a:ln w="12700">
            <a:solidFill>
              <a:srgbClr val="D4951A"/>
            </a:solidFill>
            <a:prstDash val="solid"/>
          </a:ln>
        </p:spPr>
      </p:sp>
      <p:sp>
        <p:nvSpPr>
          <p:cNvPr id="65" name="Shape 63"/>
          <p:cNvSpPr/>
          <p:nvPr/>
        </p:nvSpPr>
        <p:spPr>
          <a:xfrm rot="2700000">
            <a:off x="7667244" y="749808"/>
            <a:ext cx="82296" cy="82296"/>
          </a:xfrm>
          <a:prstGeom prst="rect">
            <a:avLst/>
          </a:prstGeom>
          <a:solidFill>
            <a:srgbClr val="D4951A">
              <a:alpha val="55000"/>
            </a:srgbClr>
          </a:solidFill>
          <a:ln w="12700">
            <a:solidFill>
              <a:srgbClr val="D4951A"/>
            </a:solidFill>
            <a:prstDash val="solid"/>
          </a:ln>
        </p:spPr>
      </p:sp>
      <p:sp>
        <p:nvSpPr>
          <p:cNvPr id="66" name="Shape 64"/>
          <p:cNvSpPr/>
          <p:nvPr/>
        </p:nvSpPr>
        <p:spPr>
          <a:xfrm rot="2700000">
            <a:off x="7790688" y="749808"/>
            <a:ext cx="82296" cy="82296"/>
          </a:xfrm>
          <a:prstGeom prst="rect">
            <a:avLst/>
          </a:prstGeom>
          <a:solidFill>
            <a:srgbClr val="D4951A">
              <a:alpha val="55000"/>
            </a:srgbClr>
          </a:solidFill>
          <a:ln w="12700">
            <a:solidFill>
              <a:srgbClr val="D4951A"/>
            </a:solidFill>
            <a:prstDash val="solid"/>
          </a:ln>
        </p:spPr>
      </p:sp>
      <p:sp>
        <p:nvSpPr>
          <p:cNvPr id="67" name="Shape 65"/>
          <p:cNvSpPr/>
          <p:nvPr/>
        </p:nvSpPr>
        <p:spPr>
          <a:xfrm rot="2700000">
            <a:off x="7914132" y="749808"/>
            <a:ext cx="82296" cy="82296"/>
          </a:xfrm>
          <a:prstGeom prst="rect">
            <a:avLst/>
          </a:prstGeom>
          <a:solidFill>
            <a:srgbClr val="D4951A">
              <a:alpha val="55000"/>
            </a:srgbClr>
          </a:solidFill>
          <a:ln w="12700">
            <a:solidFill>
              <a:srgbClr val="D4951A"/>
            </a:solidFill>
            <a:prstDash val="solid"/>
          </a:ln>
        </p:spPr>
      </p:sp>
      <p:sp>
        <p:nvSpPr>
          <p:cNvPr id="68" name="Shape 66"/>
          <p:cNvSpPr/>
          <p:nvPr/>
        </p:nvSpPr>
        <p:spPr>
          <a:xfrm rot="2700000">
            <a:off x="8037576" y="749808"/>
            <a:ext cx="82296" cy="82296"/>
          </a:xfrm>
          <a:prstGeom prst="rect">
            <a:avLst/>
          </a:prstGeom>
          <a:solidFill>
            <a:srgbClr val="D4951A">
              <a:alpha val="55000"/>
            </a:srgbClr>
          </a:solidFill>
          <a:ln w="12700">
            <a:solidFill>
              <a:srgbClr val="D4951A"/>
            </a:solidFill>
            <a:prstDash val="solid"/>
          </a:ln>
        </p:spPr>
      </p:sp>
      <p:sp>
        <p:nvSpPr>
          <p:cNvPr id="69" name="Shape 67"/>
          <p:cNvSpPr/>
          <p:nvPr/>
        </p:nvSpPr>
        <p:spPr>
          <a:xfrm rot="2700000">
            <a:off x="8161020" y="749808"/>
            <a:ext cx="82296" cy="82296"/>
          </a:xfrm>
          <a:prstGeom prst="rect">
            <a:avLst/>
          </a:prstGeom>
          <a:solidFill>
            <a:srgbClr val="D4951A">
              <a:alpha val="55000"/>
            </a:srgbClr>
          </a:solidFill>
          <a:ln w="12700">
            <a:solidFill>
              <a:srgbClr val="D4951A"/>
            </a:solidFill>
            <a:prstDash val="solid"/>
          </a:ln>
        </p:spPr>
      </p:sp>
      <p:sp>
        <p:nvSpPr>
          <p:cNvPr id="70" name="Shape 68"/>
          <p:cNvSpPr/>
          <p:nvPr/>
        </p:nvSpPr>
        <p:spPr>
          <a:xfrm rot="2700000">
            <a:off x="8284464" y="749808"/>
            <a:ext cx="82296" cy="82296"/>
          </a:xfrm>
          <a:prstGeom prst="rect">
            <a:avLst/>
          </a:prstGeom>
          <a:solidFill>
            <a:srgbClr val="D4951A">
              <a:alpha val="55000"/>
            </a:srgbClr>
          </a:solidFill>
          <a:ln w="12700">
            <a:solidFill>
              <a:srgbClr val="D4951A"/>
            </a:solidFill>
            <a:prstDash val="solid"/>
          </a:ln>
        </p:spPr>
      </p:sp>
      <p:sp>
        <p:nvSpPr>
          <p:cNvPr id="71" name="Shape 69"/>
          <p:cNvSpPr/>
          <p:nvPr/>
        </p:nvSpPr>
        <p:spPr>
          <a:xfrm rot="2700000">
            <a:off x="8407908" y="749808"/>
            <a:ext cx="82296" cy="82296"/>
          </a:xfrm>
          <a:prstGeom prst="rect">
            <a:avLst/>
          </a:prstGeom>
          <a:solidFill>
            <a:srgbClr val="D4951A">
              <a:alpha val="55000"/>
            </a:srgbClr>
          </a:solidFill>
          <a:ln w="12700">
            <a:solidFill>
              <a:srgbClr val="D4951A"/>
            </a:solidFill>
            <a:prstDash val="solid"/>
          </a:ln>
        </p:spPr>
      </p:sp>
      <p:sp>
        <p:nvSpPr>
          <p:cNvPr id="72" name="Shape 70"/>
          <p:cNvSpPr/>
          <p:nvPr/>
        </p:nvSpPr>
        <p:spPr>
          <a:xfrm rot="2700000">
            <a:off x="8531352" y="749808"/>
            <a:ext cx="82296" cy="82296"/>
          </a:xfrm>
          <a:prstGeom prst="rect">
            <a:avLst/>
          </a:prstGeom>
          <a:solidFill>
            <a:srgbClr val="D4951A">
              <a:alpha val="55000"/>
            </a:srgbClr>
          </a:solidFill>
          <a:ln w="12700">
            <a:solidFill>
              <a:srgbClr val="D4951A"/>
            </a:solidFill>
            <a:prstDash val="solid"/>
          </a:ln>
        </p:spPr>
      </p:sp>
      <p:sp>
        <p:nvSpPr>
          <p:cNvPr id="73" name="Shape 71"/>
          <p:cNvSpPr/>
          <p:nvPr/>
        </p:nvSpPr>
        <p:spPr>
          <a:xfrm rot="2700000">
            <a:off x="8654796" y="749808"/>
            <a:ext cx="82296" cy="82296"/>
          </a:xfrm>
          <a:prstGeom prst="rect">
            <a:avLst/>
          </a:prstGeom>
          <a:solidFill>
            <a:srgbClr val="D4951A">
              <a:alpha val="55000"/>
            </a:srgbClr>
          </a:solidFill>
          <a:ln w="12700">
            <a:solidFill>
              <a:srgbClr val="D4951A"/>
            </a:solidFill>
            <a:prstDash val="solid"/>
          </a:ln>
        </p:spPr>
      </p:sp>
      <p:sp>
        <p:nvSpPr>
          <p:cNvPr id="74" name="Shape 72"/>
          <p:cNvSpPr/>
          <p:nvPr/>
        </p:nvSpPr>
        <p:spPr>
          <a:xfrm rot="2700000">
            <a:off x="8778240" y="749808"/>
            <a:ext cx="82296" cy="82296"/>
          </a:xfrm>
          <a:prstGeom prst="rect">
            <a:avLst/>
          </a:prstGeom>
          <a:solidFill>
            <a:srgbClr val="D4951A">
              <a:alpha val="55000"/>
            </a:srgbClr>
          </a:solidFill>
          <a:ln w="12700">
            <a:solidFill>
              <a:srgbClr val="D4951A"/>
            </a:solidFill>
            <a:prstDash val="solid"/>
          </a:ln>
        </p:spPr>
      </p:sp>
      <p:sp>
        <p:nvSpPr>
          <p:cNvPr id="75" name="Shape 73"/>
          <p:cNvSpPr/>
          <p:nvPr/>
        </p:nvSpPr>
        <p:spPr>
          <a:xfrm rot="2700000">
            <a:off x="8901684" y="749808"/>
            <a:ext cx="82296" cy="82296"/>
          </a:xfrm>
          <a:prstGeom prst="rect">
            <a:avLst/>
          </a:prstGeom>
          <a:solidFill>
            <a:srgbClr val="D4951A">
              <a:alpha val="55000"/>
            </a:srgbClr>
          </a:solidFill>
          <a:ln w="12700">
            <a:solidFill>
              <a:srgbClr val="D4951A"/>
            </a:solidFill>
            <a:prstDash val="solid"/>
          </a:ln>
        </p:spPr>
      </p:sp>
      <p:sp>
        <p:nvSpPr>
          <p:cNvPr id="76" name="Shape 74"/>
          <p:cNvSpPr/>
          <p:nvPr/>
        </p:nvSpPr>
        <p:spPr>
          <a:xfrm rot="2700000">
            <a:off x="9025128" y="749808"/>
            <a:ext cx="82296" cy="82296"/>
          </a:xfrm>
          <a:prstGeom prst="rect">
            <a:avLst/>
          </a:prstGeom>
          <a:solidFill>
            <a:srgbClr val="D4951A">
              <a:alpha val="55000"/>
            </a:srgbClr>
          </a:solidFill>
          <a:ln w="12700">
            <a:solidFill>
              <a:srgbClr val="D4951A"/>
            </a:solidFill>
            <a:prstDash val="solid"/>
          </a:ln>
        </p:spPr>
      </p:sp>
      <p:sp>
        <p:nvSpPr>
          <p:cNvPr id="77" name="Shape 75"/>
          <p:cNvSpPr/>
          <p:nvPr/>
        </p:nvSpPr>
        <p:spPr>
          <a:xfrm>
            <a:off x="0" y="0"/>
            <a:ext cx="64008" cy="868680"/>
          </a:xfrm>
          <a:prstGeom prst="rect">
            <a:avLst/>
          </a:prstGeom>
          <a:solidFill>
            <a:srgbClr val="D4951A"/>
          </a:solidFill>
          <a:ln/>
        </p:spPr>
      </p:sp>
      <p:sp>
        <p:nvSpPr>
          <p:cNvPr id="78" name="Shape 76"/>
          <p:cNvSpPr/>
          <p:nvPr/>
        </p:nvSpPr>
        <p:spPr>
          <a:xfrm>
            <a:off x="100584" y="0"/>
            <a:ext cx="27432" cy="868680"/>
          </a:xfrm>
          <a:prstGeom prst="rect">
            <a:avLst/>
          </a:prstGeom>
          <a:solidFill>
            <a:srgbClr val="1B9A8A"/>
          </a:solidFill>
          <a:ln/>
        </p:spPr>
      </p:sp>
      <p:sp>
        <p:nvSpPr>
          <p:cNvPr id="79" name="Text 77"/>
          <p:cNvSpPr/>
          <p:nvPr/>
        </p:nvSpPr>
        <p:spPr>
          <a:xfrm>
            <a:off x="228600" y="0"/>
            <a:ext cx="8046720" cy="530352"/>
          </a:xfrm>
          <a:prstGeom prst="rect">
            <a:avLst/>
          </a:prstGeom>
          <a:noFill/>
          <a:ln/>
        </p:spPr>
        <p:txBody>
          <a:bodyPr wrap="square" rtlCol="0" anchor="b"/>
          <a:lstStyle/>
          <a:p>
            <a:pPr indent="0" marL="0">
              <a:buNone/>
            </a:pPr>
            <a:r>
              <a:rPr lang="en-US" sz="1900" b="1" spc="120" kern="0" dirty="0">
                <a:solidFill>
                  <a:srgbClr val="D4951A"/>
                </a:solidFill>
                <a:latin typeface="Georgia" pitchFamily="34" charset="0"/>
                <a:ea typeface="Georgia" pitchFamily="34" charset="-122"/>
                <a:cs typeface="Georgia" pitchFamily="34" charset="-120"/>
              </a:rPr>
              <a:t>AVANTAGES &amp; INCONVÉNIENTS</a:t>
            </a:r>
            <a:endParaRPr lang="en-US" sz="1900" dirty="0"/>
          </a:p>
        </p:txBody>
      </p:sp>
      <p:sp>
        <p:nvSpPr>
          <p:cNvPr id="80" name="Text 78"/>
          <p:cNvSpPr/>
          <p:nvPr/>
        </p:nvSpPr>
        <p:spPr>
          <a:xfrm>
            <a:off x="228600" y="512064"/>
            <a:ext cx="8046720" cy="329184"/>
          </a:xfrm>
          <a:prstGeom prst="rect">
            <a:avLst/>
          </a:prstGeom>
          <a:noFill/>
          <a:ln/>
        </p:spPr>
        <p:txBody>
          <a:bodyPr wrap="square" rtlCol="0" anchor="t"/>
          <a:lstStyle/>
          <a:p>
            <a:pPr indent="0" marL="0">
              <a:buNone/>
            </a:pPr>
            <a:r>
              <a:rPr lang="en-US" sz="1000" i="1" dirty="0">
                <a:solidFill>
                  <a:srgbClr val="5A6E82"/>
                </a:solidFill>
                <a:latin typeface="Calibri" pitchFamily="34" charset="0"/>
                <a:ea typeface="Calibri" pitchFamily="34" charset="-122"/>
                <a:cs typeface="Calibri" pitchFamily="34" charset="-120"/>
              </a:rPr>
              <a:t>Analyse comparative détaillée</a:t>
            </a:r>
            <a:endParaRPr lang="en-US" sz="1000" dirty="0"/>
          </a:p>
        </p:txBody>
      </p:sp>
      <p:sp>
        <p:nvSpPr>
          <p:cNvPr id="81" name="Shape 79"/>
          <p:cNvSpPr/>
          <p:nvPr/>
        </p:nvSpPr>
        <p:spPr>
          <a:xfrm rot="2700000">
            <a:off x="8668512" y="164592"/>
            <a:ext cx="82296" cy="82296"/>
          </a:xfrm>
          <a:prstGeom prst="rect">
            <a:avLst/>
          </a:prstGeom>
          <a:solidFill>
            <a:srgbClr val="D4951A"/>
          </a:solidFill>
          <a:ln w="12700">
            <a:solidFill>
              <a:srgbClr val="0B0E18"/>
            </a:solidFill>
            <a:prstDash val="solid"/>
          </a:ln>
        </p:spPr>
      </p:sp>
      <p:sp>
        <p:nvSpPr>
          <p:cNvPr id="82" name="Shape 80"/>
          <p:cNvSpPr/>
          <p:nvPr/>
        </p:nvSpPr>
        <p:spPr>
          <a:xfrm rot="2700000">
            <a:off x="8531352" y="164592"/>
            <a:ext cx="82296" cy="82296"/>
          </a:xfrm>
          <a:prstGeom prst="rect">
            <a:avLst/>
          </a:prstGeom>
          <a:solidFill>
            <a:srgbClr val="1B9A8A"/>
          </a:solidFill>
          <a:ln w="12700">
            <a:solidFill>
              <a:srgbClr val="0B0E18"/>
            </a:solidFill>
            <a:prstDash val="solid"/>
          </a:ln>
        </p:spPr>
      </p:sp>
      <p:sp>
        <p:nvSpPr>
          <p:cNvPr id="83" name="Shape 81"/>
          <p:cNvSpPr/>
          <p:nvPr/>
        </p:nvSpPr>
        <p:spPr>
          <a:xfrm rot="2700000">
            <a:off x="8394192" y="164592"/>
            <a:ext cx="82296" cy="82296"/>
          </a:xfrm>
          <a:prstGeom prst="rect">
            <a:avLst/>
          </a:prstGeom>
          <a:solidFill>
            <a:srgbClr val="D4951A"/>
          </a:solidFill>
          <a:ln w="12700">
            <a:solidFill>
              <a:srgbClr val="0B0E18"/>
            </a:solidFill>
            <a:prstDash val="solid"/>
          </a:ln>
        </p:spPr>
      </p:sp>
      <p:sp>
        <p:nvSpPr>
          <p:cNvPr id="84" name="Shape 82"/>
          <p:cNvSpPr/>
          <p:nvPr/>
        </p:nvSpPr>
        <p:spPr>
          <a:xfrm rot="2700000">
            <a:off x="8257032" y="164592"/>
            <a:ext cx="82296" cy="82296"/>
          </a:xfrm>
          <a:prstGeom prst="rect">
            <a:avLst/>
          </a:prstGeom>
          <a:solidFill>
            <a:srgbClr val="1B9A8A"/>
          </a:solidFill>
          <a:ln w="12700">
            <a:solidFill>
              <a:srgbClr val="0B0E18"/>
            </a:solidFill>
            <a:prstDash val="solid"/>
          </a:ln>
        </p:spPr>
      </p:sp>
      <p:sp>
        <p:nvSpPr>
          <p:cNvPr id="85" name="Shape 83"/>
          <p:cNvSpPr/>
          <p:nvPr/>
        </p:nvSpPr>
        <p:spPr>
          <a:xfrm>
            <a:off x="256032" y="914400"/>
            <a:ext cx="4206240" cy="420624"/>
          </a:xfrm>
          <a:prstGeom prst="rect">
            <a:avLst/>
          </a:prstGeom>
          <a:solidFill>
            <a:srgbClr val="C0622B"/>
          </a:solidFill>
          <a:ln/>
          <a:effectLst>
            <a:outerShdw sx="100000" sy="100000" kx="0" ky="0" algn="bl" rotWithShape="0" blurRad="63500" dist="25400" dir="8100000">
              <a:srgbClr val="000000">
                <a:alpha val="30000"/>
              </a:srgbClr>
            </a:outerShdw>
          </a:effectLst>
        </p:spPr>
      </p:sp>
      <p:sp>
        <p:nvSpPr>
          <p:cNvPr id="86" name="Text 84"/>
          <p:cNvSpPr/>
          <p:nvPr/>
        </p:nvSpPr>
        <p:spPr>
          <a:xfrm>
            <a:off x="347472" y="914400"/>
            <a:ext cx="4069080" cy="420624"/>
          </a:xfrm>
          <a:prstGeom prst="rect">
            <a:avLst/>
          </a:prstGeom>
          <a:noFill/>
          <a:ln/>
        </p:spPr>
        <p:txBody>
          <a:bodyPr wrap="square" rtlCol="0" anchor="ctr"/>
          <a:lstStyle/>
          <a:p>
            <a:pPr indent="0" marL="0">
              <a:buNone/>
            </a:pPr>
            <a:r>
              <a:rPr lang="en-US" sz="1200" b="1" dirty="0">
                <a:solidFill>
                  <a:srgbClr val="EDE0C8"/>
                </a:solidFill>
                <a:latin typeface="Georgia" pitchFamily="34" charset="0"/>
                <a:ea typeface="Georgia" pitchFamily="34" charset="-122"/>
                <a:cs typeface="Georgia" pitchFamily="34" charset="-120"/>
              </a:rPr>
              <a:t>⚙  COMPRESSEUR À HUILE</a:t>
            </a:r>
            <a:endParaRPr lang="en-US" sz="1200" dirty="0"/>
          </a:p>
        </p:txBody>
      </p:sp>
      <p:sp>
        <p:nvSpPr>
          <p:cNvPr id="87" name="Shape 85"/>
          <p:cNvSpPr/>
          <p:nvPr/>
        </p:nvSpPr>
        <p:spPr>
          <a:xfrm>
            <a:off x="4681728" y="914400"/>
            <a:ext cx="4206240" cy="420624"/>
          </a:xfrm>
          <a:prstGeom prst="rect">
            <a:avLst/>
          </a:prstGeom>
          <a:solidFill>
            <a:srgbClr val="1A5FA8"/>
          </a:solidFill>
          <a:ln/>
          <a:effectLst>
            <a:outerShdw sx="100000" sy="100000" kx="0" ky="0" algn="bl" rotWithShape="0" blurRad="63500" dist="25400" dir="8100000">
              <a:srgbClr val="000000">
                <a:alpha val="30000"/>
              </a:srgbClr>
            </a:outerShdw>
          </a:effectLst>
        </p:spPr>
      </p:sp>
      <p:sp>
        <p:nvSpPr>
          <p:cNvPr id="88" name="Text 86"/>
          <p:cNvSpPr/>
          <p:nvPr/>
        </p:nvSpPr>
        <p:spPr>
          <a:xfrm>
            <a:off x="4773168" y="914400"/>
            <a:ext cx="4069080" cy="420624"/>
          </a:xfrm>
          <a:prstGeom prst="rect">
            <a:avLst/>
          </a:prstGeom>
          <a:noFill/>
          <a:ln/>
        </p:spPr>
        <p:txBody>
          <a:bodyPr wrap="square" rtlCol="0" anchor="ctr"/>
          <a:lstStyle/>
          <a:p>
            <a:pPr indent="0" marL="0">
              <a:buNone/>
            </a:pPr>
            <a:r>
              <a:rPr lang="en-US" sz="1200" b="1" dirty="0">
                <a:solidFill>
                  <a:srgbClr val="EDE0C8"/>
                </a:solidFill>
                <a:latin typeface="Georgia" pitchFamily="34" charset="0"/>
                <a:ea typeface="Georgia" pitchFamily="34" charset="-122"/>
                <a:cs typeface="Georgia" pitchFamily="34" charset="-120"/>
              </a:rPr>
              <a:t>💧  COMPRESSEUR SANS HUILE</a:t>
            </a:r>
            <a:endParaRPr lang="en-US" sz="1200" dirty="0"/>
          </a:p>
        </p:txBody>
      </p:sp>
      <p:sp>
        <p:nvSpPr>
          <p:cNvPr id="89" name="Shape 87"/>
          <p:cNvSpPr/>
          <p:nvPr/>
        </p:nvSpPr>
        <p:spPr>
          <a:xfrm>
            <a:off x="256032" y="1417320"/>
            <a:ext cx="4206240" cy="1554480"/>
          </a:xfrm>
          <a:prstGeom prst="rect">
            <a:avLst/>
          </a:prstGeom>
          <a:solidFill>
            <a:srgbClr val="111828"/>
          </a:solidFill>
          <a:ln w="12700">
            <a:solidFill>
              <a:srgbClr val="1C2A3A"/>
            </a:solidFill>
            <a:prstDash val="solid"/>
          </a:ln>
          <a:effectLst>
            <a:outerShdw sx="100000" sy="100000" kx="0" ky="0" algn="bl" rotWithShape="0" blurRad="63500" dist="25400" dir="8100000">
              <a:srgbClr val="000000">
                <a:alpha val="30000"/>
              </a:srgbClr>
            </a:outerShdw>
          </a:effectLst>
        </p:spPr>
      </p:sp>
      <p:sp>
        <p:nvSpPr>
          <p:cNvPr id="90" name="Shape 88"/>
          <p:cNvSpPr/>
          <p:nvPr/>
        </p:nvSpPr>
        <p:spPr>
          <a:xfrm>
            <a:off x="256032" y="1417320"/>
            <a:ext cx="4206240" cy="45720"/>
          </a:xfrm>
          <a:prstGeom prst="rect">
            <a:avLst/>
          </a:prstGeom>
          <a:solidFill>
            <a:srgbClr val="3DAF7A"/>
          </a:solidFill>
          <a:ln/>
        </p:spPr>
      </p:sp>
      <p:sp>
        <p:nvSpPr>
          <p:cNvPr id="91" name="Text 89"/>
          <p:cNvSpPr/>
          <p:nvPr/>
        </p:nvSpPr>
        <p:spPr>
          <a:xfrm>
            <a:off x="365760" y="1481328"/>
            <a:ext cx="3977640" cy="292608"/>
          </a:xfrm>
          <a:prstGeom prst="rect">
            <a:avLst/>
          </a:prstGeom>
          <a:noFill/>
          <a:ln/>
        </p:spPr>
        <p:txBody>
          <a:bodyPr wrap="square" rtlCol="0" anchor="ctr"/>
          <a:lstStyle/>
          <a:p>
            <a:pPr indent="0" marL="0">
              <a:buNone/>
            </a:pPr>
            <a:r>
              <a:rPr lang="en-US" sz="1000" b="1" dirty="0">
                <a:solidFill>
                  <a:srgbClr val="3DAF7A"/>
                </a:solidFill>
                <a:latin typeface="Georgia" pitchFamily="34" charset="0"/>
                <a:ea typeface="Georgia" pitchFamily="34" charset="-122"/>
                <a:cs typeface="Georgia" pitchFamily="34" charset="-120"/>
              </a:rPr>
              <a:t>AVANTAGES</a:t>
            </a:r>
            <a:endParaRPr lang="en-US" sz="1000" dirty="0"/>
          </a:p>
        </p:txBody>
      </p:sp>
      <p:sp>
        <p:nvSpPr>
          <p:cNvPr id="92" name="Text 90"/>
          <p:cNvSpPr/>
          <p:nvPr/>
        </p:nvSpPr>
        <p:spPr>
          <a:xfrm>
            <a:off x="365760" y="1810512"/>
            <a:ext cx="3931920" cy="1536192"/>
          </a:xfrm>
          <a:prstGeom prst="rect">
            <a:avLst/>
          </a:prstGeom>
          <a:noFill/>
          <a:ln/>
        </p:spPr>
        <p:txBody>
          <a:bodyPr wrap="square" rtlCol="0" anchor="t"/>
          <a:lstStyle/>
          <a:p>
            <a:pPr indent="0" marL="0">
              <a:spcAft>
                <a:spcPts val="500"/>
              </a:spcAft>
              <a:buNone/>
            </a:pPr>
            <a:r>
              <a:rPr lang="en-US" sz="950" dirty="0">
                <a:solidFill>
                  <a:srgbClr val="3DAF7A"/>
                </a:solidFill>
                <a:latin typeface="Calibri" pitchFamily="34" charset="0"/>
                <a:ea typeface="Calibri" pitchFamily="34" charset="-122"/>
                <a:cs typeface="Calibri" pitchFamily="34" charset="-120"/>
              </a:rPr>
              <a:t>✔  Coût d'achat inférieur (−30 à −50%)</a:t>
            </a:r>
            <a:endParaRPr lang="en-US" sz="950" dirty="0"/>
          </a:p>
          <a:p>
            <a:pPr indent="0" marL="0">
              <a:spcAft>
                <a:spcPts val="500"/>
              </a:spcAft>
              <a:buNone/>
            </a:pPr>
            <a:r>
              <a:rPr lang="en-US" sz="950" dirty="0">
                <a:solidFill>
                  <a:srgbClr val="3DAF7A"/>
                </a:solidFill>
                <a:latin typeface="Calibri" pitchFamily="34" charset="0"/>
                <a:ea typeface="Calibri" pitchFamily="34" charset="-122"/>
                <a:cs typeface="Calibri" pitchFamily="34" charset="-120"/>
              </a:rPr>
              <a:t>✔  Très répandu — maintenance simple au Maroc</a:t>
            </a:r>
            <a:endParaRPr lang="en-US" sz="950" dirty="0"/>
          </a:p>
          <a:p>
            <a:pPr indent="0" marL="0">
              <a:spcAft>
                <a:spcPts val="500"/>
              </a:spcAft>
              <a:buNone/>
            </a:pPr>
            <a:r>
              <a:rPr lang="en-US" sz="950" dirty="0">
                <a:solidFill>
                  <a:srgbClr val="3DAF7A"/>
                </a:solidFill>
                <a:latin typeface="Calibri" pitchFamily="34" charset="0"/>
                <a:ea typeface="Calibri" pitchFamily="34" charset="-122"/>
                <a:cs typeface="Calibri" pitchFamily="34" charset="-120"/>
              </a:rPr>
              <a:t>✔  Robuste — supporte températures élevées</a:t>
            </a:r>
            <a:endParaRPr lang="en-US" sz="950" dirty="0"/>
          </a:p>
          <a:p>
            <a:pPr indent="0" marL="0">
              <a:spcAft>
                <a:spcPts val="500"/>
              </a:spcAft>
              <a:buNone/>
            </a:pPr>
            <a:r>
              <a:rPr lang="en-US" sz="950" dirty="0">
                <a:solidFill>
                  <a:srgbClr val="3DAF7A"/>
                </a:solidFill>
                <a:latin typeface="Calibri" pitchFamily="34" charset="0"/>
                <a:ea typeface="Calibri" pitchFamily="34" charset="-122"/>
                <a:cs typeface="Calibri" pitchFamily="34" charset="-120"/>
              </a:rPr>
              <a:t>✔  Large gamme de débits disponibles</a:t>
            </a:r>
            <a:endParaRPr lang="en-US" sz="950" dirty="0"/>
          </a:p>
        </p:txBody>
      </p:sp>
      <p:sp>
        <p:nvSpPr>
          <p:cNvPr id="93" name="Shape 91"/>
          <p:cNvSpPr/>
          <p:nvPr/>
        </p:nvSpPr>
        <p:spPr>
          <a:xfrm>
            <a:off x="256032" y="3035808"/>
            <a:ext cx="4206240" cy="1792224"/>
          </a:xfrm>
          <a:prstGeom prst="rect">
            <a:avLst/>
          </a:prstGeom>
          <a:solidFill>
            <a:srgbClr val="111828"/>
          </a:solidFill>
          <a:ln w="12700">
            <a:solidFill>
              <a:srgbClr val="1C2A3A"/>
            </a:solidFill>
            <a:prstDash val="solid"/>
          </a:ln>
          <a:effectLst>
            <a:outerShdw sx="100000" sy="100000" kx="0" ky="0" algn="bl" rotWithShape="0" blurRad="63500" dist="25400" dir="8100000">
              <a:srgbClr val="000000">
                <a:alpha val="30000"/>
              </a:srgbClr>
            </a:outerShdw>
          </a:effectLst>
        </p:spPr>
      </p:sp>
      <p:sp>
        <p:nvSpPr>
          <p:cNvPr id="94" name="Shape 92"/>
          <p:cNvSpPr/>
          <p:nvPr/>
        </p:nvSpPr>
        <p:spPr>
          <a:xfrm>
            <a:off x="256032" y="3035808"/>
            <a:ext cx="4206240" cy="45720"/>
          </a:xfrm>
          <a:prstGeom prst="rect">
            <a:avLst/>
          </a:prstGeom>
          <a:solidFill>
            <a:srgbClr val="D94040"/>
          </a:solidFill>
          <a:ln/>
        </p:spPr>
      </p:sp>
      <p:sp>
        <p:nvSpPr>
          <p:cNvPr id="95" name="Text 93"/>
          <p:cNvSpPr/>
          <p:nvPr/>
        </p:nvSpPr>
        <p:spPr>
          <a:xfrm>
            <a:off x="365760" y="3099816"/>
            <a:ext cx="3977640" cy="292608"/>
          </a:xfrm>
          <a:prstGeom prst="rect">
            <a:avLst/>
          </a:prstGeom>
          <a:noFill/>
          <a:ln/>
        </p:spPr>
        <p:txBody>
          <a:bodyPr wrap="square" rtlCol="0" anchor="ctr"/>
          <a:lstStyle/>
          <a:p>
            <a:pPr indent="0" marL="0">
              <a:buNone/>
            </a:pPr>
            <a:r>
              <a:rPr lang="en-US" sz="1000" b="1" dirty="0">
                <a:solidFill>
                  <a:srgbClr val="D94040"/>
                </a:solidFill>
                <a:latin typeface="Georgia" pitchFamily="34" charset="0"/>
                <a:ea typeface="Georgia" pitchFamily="34" charset="-122"/>
                <a:cs typeface="Georgia" pitchFamily="34" charset="-120"/>
              </a:rPr>
              <a:t>INCONVÉNIENTS</a:t>
            </a:r>
            <a:endParaRPr lang="en-US" sz="1000" dirty="0"/>
          </a:p>
        </p:txBody>
      </p:sp>
      <p:sp>
        <p:nvSpPr>
          <p:cNvPr id="96" name="Text 94"/>
          <p:cNvSpPr/>
          <p:nvPr/>
        </p:nvSpPr>
        <p:spPr>
          <a:xfrm>
            <a:off x="365760" y="3429000"/>
            <a:ext cx="3931920" cy="1920240"/>
          </a:xfrm>
          <a:prstGeom prst="rect">
            <a:avLst/>
          </a:prstGeom>
          <a:noFill/>
          <a:ln/>
        </p:spPr>
        <p:txBody>
          <a:bodyPr wrap="square" rtlCol="0" anchor="t"/>
          <a:lstStyle/>
          <a:p>
            <a:pPr indent="0" marL="0">
              <a:spcAft>
                <a:spcPts val="500"/>
              </a:spcAft>
              <a:buNone/>
            </a:pPr>
            <a:r>
              <a:rPr lang="en-US" sz="950" dirty="0">
                <a:solidFill>
                  <a:srgbClr val="D94040"/>
                </a:solidFill>
                <a:latin typeface="Calibri" pitchFamily="34" charset="0"/>
                <a:ea typeface="Calibri" pitchFamily="34" charset="-122"/>
                <a:cs typeface="Calibri" pitchFamily="34" charset="-120"/>
              </a:rPr>
              <a:t>✖  Huile résiduelle dans l'air (0,01–3 ppm)</a:t>
            </a:r>
            <a:endParaRPr lang="en-US" sz="950" dirty="0"/>
          </a:p>
          <a:p>
            <a:pPr indent="0" marL="0">
              <a:spcAft>
                <a:spcPts val="500"/>
              </a:spcAft>
              <a:buNone/>
            </a:pPr>
            <a:r>
              <a:rPr lang="en-US" sz="950" dirty="0">
                <a:solidFill>
                  <a:srgbClr val="D94040"/>
                </a:solidFill>
                <a:latin typeface="Calibri" pitchFamily="34" charset="0"/>
                <a:ea typeface="Calibri" pitchFamily="34" charset="-122"/>
                <a:cs typeface="Calibri" pitchFamily="34" charset="-120"/>
              </a:rPr>
              <a:t>✖  Traitement aval obligatoire : coalesceur + charbon actif</a:t>
            </a:r>
            <a:endParaRPr lang="en-US" sz="950" dirty="0"/>
          </a:p>
          <a:p>
            <a:pPr indent="0" marL="0">
              <a:spcAft>
                <a:spcPts val="500"/>
              </a:spcAft>
              <a:buNone/>
            </a:pPr>
            <a:r>
              <a:rPr lang="en-US" sz="950" dirty="0">
                <a:solidFill>
                  <a:srgbClr val="D94040"/>
                </a:solidFill>
                <a:latin typeface="Calibri" pitchFamily="34" charset="0"/>
                <a:ea typeface="Calibri" pitchFamily="34" charset="-122"/>
                <a:cs typeface="Calibri" pitchFamily="34" charset="-120"/>
              </a:rPr>
              <a:t>✖  Risque contamination produit si filtre défaillant</a:t>
            </a:r>
            <a:endParaRPr lang="en-US" sz="950" dirty="0"/>
          </a:p>
          <a:p>
            <a:pPr indent="0" marL="0">
              <a:spcAft>
                <a:spcPts val="500"/>
              </a:spcAft>
              <a:buNone/>
            </a:pPr>
            <a:r>
              <a:rPr lang="en-US" sz="950" dirty="0">
                <a:solidFill>
                  <a:srgbClr val="D94040"/>
                </a:solidFill>
                <a:latin typeface="Calibri" pitchFamily="34" charset="0"/>
                <a:ea typeface="Calibri" pitchFamily="34" charset="-122"/>
                <a:cs typeface="Calibri" pitchFamily="34" charset="-120"/>
              </a:rPr>
              <a:t>✖  Non conforme Classe 0 ISO 8573-1 pour contact aliment</a:t>
            </a:r>
            <a:endParaRPr lang="en-US" sz="950" dirty="0"/>
          </a:p>
          <a:p>
            <a:pPr indent="0" marL="0">
              <a:spcAft>
                <a:spcPts val="500"/>
              </a:spcAft>
              <a:buNone/>
            </a:pPr>
            <a:r>
              <a:rPr lang="en-US" sz="950" dirty="0">
                <a:solidFill>
                  <a:srgbClr val="D94040"/>
                </a:solidFill>
                <a:latin typeface="Calibri" pitchFamily="34" charset="0"/>
                <a:ea typeface="Calibri" pitchFamily="34" charset="-122"/>
                <a:cs typeface="Calibri" pitchFamily="34" charset="-120"/>
              </a:rPr>
              <a:t>✖  Condensats huileux → séparateur H/E + réglementation env.</a:t>
            </a:r>
            <a:endParaRPr lang="en-US" sz="950" dirty="0"/>
          </a:p>
        </p:txBody>
      </p:sp>
      <p:sp>
        <p:nvSpPr>
          <p:cNvPr id="97" name="Shape 95"/>
          <p:cNvSpPr/>
          <p:nvPr/>
        </p:nvSpPr>
        <p:spPr>
          <a:xfrm>
            <a:off x="4681728" y="1417320"/>
            <a:ext cx="4206240" cy="1554480"/>
          </a:xfrm>
          <a:prstGeom prst="rect">
            <a:avLst/>
          </a:prstGeom>
          <a:solidFill>
            <a:srgbClr val="111828"/>
          </a:solidFill>
          <a:ln w="12700">
            <a:solidFill>
              <a:srgbClr val="1C2A3A"/>
            </a:solidFill>
            <a:prstDash val="solid"/>
          </a:ln>
          <a:effectLst>
            <a:outerShdw sx="100000" sy="100000" kx="0" ky="0" algn="bl" rotWithShape="0" blurRad="63500" dist="25400" dir="8100000">
              <a:srgbClr val="000000">
                <a:alpha val="30000"/>
              </a:srgbClr>
            </a:outerShdw>
          </a:effectLst>
        </p:spPr>
      </p:sp>
      <p:sp>
        <p:nvSpPr>
          <p:cNvPr id="98" name="Shape 96"/>
          <p:cNvSpPr/>
          <p:nvPr/>
        </p:nvSpPr>
        <p:spPr>
          <a:xfrm>
            <a:off x="4681728" y="1417320"/>
            <a:ext cx="4206240" cy="45720"/>
          </a:xfrm>
          <a:prstGeom prst="rect">
            <a:avLst/>
          </a:prstGeom>
          <a:solidFill>
            <a:srgbClr val="3DAF7A"/>
          </a:solidFill>
          <a:ln/>
        </p:spPr>
      </p:sp>
      <p:sp>
        <p:nvSpPr>
          <p:cNvPr id="99" name="Text 97"/>
          <p:cNvSpPr/>
          <p:nvPr/>
        </p:nvSpPr>
        <p:spPr>
          <a:xfrm>
            <a:off x="4791456" y="1481328"/>
            <a:ext cx="3977640" cy="292608"/>
          </a:xfrm>
          <a:prstGeom prst="rect">
            <a:avLst/>
          </a:prstGeom>
          <a:noFill/>
          <a:ln/>
        </p:spPr>
        <p:txBody>
          <a:bodyPr wrap="square" rtlCol="0" anchor="ctr"/>
          <a:lstStyle/>
          <a:p>
            <a:pPr indent="0" marL="0">
              <a:buNone/>
            </a:pPr>
            <a:r>
              <a:rPr lang="en-US" sz="1000" b="1" dirty="0">
                <a:solidFill>
                  <a:srgbClr val="3DAF7A"/>
                </a:solidFill>
                <a:latin typeface="Georgia" pitchFamily="34" charset="0"/>
                <a:ea typeface="Georgia" pitchFamily="34" charset="-122"/>
                <a:cs typeface="Georgia" pitchFamily="34" charset="-120"/>
              </a:rPr>
              <a:t>AVANTAGES</a:t>
            </a:r>
            <a:endParaRPr lang="en-US" sz="1000" dirty="0"/>
          </a:p>
        </p:txBody>
      </p:sp>
      <p:sp>
        <p:nvSpPr>
          <p:cNvPr id="100" name="Text 98"/>
          <p:cNvSpPr/>
          <p:nvPr/>
        </p:nvSpPr>
        <p:spPr>
          <a:xfrm>
            <a:off x="4791456" y="1810512"/>
            <a:ext cx="3931920" cy="1920240"/>
          </a:xfrm>
          <a:prstGeom prst="rect">
            <a:avLst/>
          </a:prstGeom>
          <a:noFill/>
          <a:ln/>
        </p:spPr>
        <p:txBody>
          <a:bodyPr wrap="square" rtlCol="0" anchor="t"/>
          <a:lstStyle/>
          <a:p>
            <a:pPr indent="0" marL="0">
              <a:spcAft>
                <a:spcPts val="500"/>
              </a:spcAft>
              <a:buNone/>
            </a:pPr>
            <a:r>
              <a:rPr lang="en-US" sz="950" dirty="0">
                <a:solidFill>
                  <a:srgbClr val="3DAF7A"/>
                </a:solidFill>
                <a:latin typeface="Calibri" pitchFamily="34" charset="0"/>
                <a:ea typeface="Calibri" pitchFamily="34" charset="-122"/>
                <a:cs typeface="Calibri" pitchFamily="34" charset="-120"/>
              </a:rPr>
              <a:t>✔  Air Classe 0 — aucun risque de contamination huile</a:t>
            </a:r>
            <a:endParaRPr lang="en-US" sz="950" dirty="0"/>
          </a:p>
          <a:p>
            <a:pPr indent="0" marL="0">
              <a:spcAft>
                <a:spcPts val="500"/>
              </a:spcAft>
              <a:buNone/>
            </a:pPr>
            <a:r>
              <a:rPr lang="en-US" sz="950" dirty="0">
                <a:solidFill>
                  <a:srgbClr val="3DAF7A"/>
                </a:solidFill>
                <a:latin typeface="Calibri" pitchFamily="34" charset="0"/>
                <a:ea typeface="Calibri" pitchFamily="34" charset="-122"/>
                <a:cs typeface="Calibri" pitchFamily="34" charset="-120"/>
              </a:rPr>
              <a:t>✔  Conforme normes alimentaires (HACCP, FSSC 22000)</a:t>
            </a:r>
            <a:endParaRPr lang="en-US" sz="950" dirty="0"/>
          </a:p>
          <a:p>
            <a:pPr indent="0" marL="0">
              <a:spcAft>
                <a:spcPts val="500"/>
              </a:spcAft>
              <a:buNone/>
            </a:pPr>
            <a:r>
              <a:rPr lang="en-US" sz="950" dirty="0">
                <a:solidFill>
                  <a:srgbClr val="3DAF7A"/>
                </a:solidFill>
                <a:latin typeface="Calibri" pitchFamily="34" charset="0"/>
                <a:ea typeface="Calibri" pitchFamily="34" charset="-122"/>
                <a:cs typeface="Calibri" pitchFamily="34" charset="-120"/>
              </a:rPr>
              <a:t>✔  Pas de coalesceur côté huile à maintenir</a:t>
            </a:r>
            <a:endParaRPr lang="en-US" sz="950" dirty="0"/>
          </a:p>
          <a:p>
            <a:pPr indent="0" marL="0">
              <a:spcAft>
                <a:spcPts val="500"/>
              </a:spcAft>
              <a:buNone/>
            </a:pPr>
            <a:r>
              <a:rPr lang="en-US" sz="950" dirty="0">
                <a:solidFill>
                  <a:srgbClr val="3DAF7A"/>
                </a:solidFill>
                <a:latin typeface="Calibri" pitchFamily="34" charset="0"/>
                <a:ea typeface="Calibri" pitchFamily="34" charset="-122"/>
                <a:cs typeface="Calibri" pitchFamily="34" charset="-120"/>
              </a:rPr>
              <a:t>✔  Condensats propres — pas de traitement spécial</a:t>
            </a:r>
            <a:endParaRPr lang="en-US" sz="950" dirty="0"/>
          </a:p>
          <a:p>
            <a:pPr indent="0" marL="0">
              <a:spcAft>
                <a:spcPts val="500"/>
              </a:spcAft>
              <a:buNone/>
            </a:pPr>
            <a:r>
              <a:rPr lang="en-US" sz="950" dirty="0">
                <a:solidFill>
                  <a:srgbClr val="3DAF7A"/>
                </a:solidFill>
                <a:latin typeface="Calibri" pitchFamily="34" charset="0"/>
                <a:ea typeface="Calibri" pitchFamily="34" charset="-122"/>
                <a:cs typeface="Calibri" pitchFamily="34" charset="-120"/>
              </a:rPr>
              <a:t>✔  Certification ISO 8573-1 Classe 0 obtenue d'usine</a:t>
            </a:r>
            <a:endParaRPr lang="en-US" sz="950" dirty="0"/>
          </a:p>
        </p:txBody>
      </p:sp>
      <p:sp>
        <p:nvSpPr>
          <p:cNvPr id="101" name="Shape 99"/>
          <p:cNvSpPr/>
          <p:nvPr/>
        </p:nvSpPr>
        <p:spPr>
          <a:xfrm>
            <a:off x="4681728" y="3035808"/>
            <a:ext cx="4206240" cy="1792224"/>
          </a:xfrm>
          <a:prstGeom prst="rect">
            <a:avLst/>
          </a:prstGeom>
          <a:solidFill>
            <a:srgbClr val="111828"/>
          </a:solidFill>
          <a:ln w="12700">
            <a:solidFill>
              <a:srgbClr val="1C2A3A"/>
            </a:solidFill>
            <a:prstDash val="solid"/>
          </a:ln>
          <a:effectLst>
            <a:outerShdw sx="100000" sy="100000" kx="0" ky="0" algn="bl" rotWithShape="0" blurRad="63500" dist="25400" dir="8100000">
              <a:srgbClr val="000000">
                <a:alpha val="30000"/>
              </a:srgbClr>
            </a:outerShdw>
          </a:effectLst>
        </p:spPr>
      </p:sp>
      <p:sp>
        <p:nvSpPr>
          <p:cNvPr id="102" name="Shape 100"/>
          <p:cNvSpPr/>
          <p:nvPr/>
        </p:nvSpPr>
        <p:spPr>
          <a:xfrm>
            <a:off x="4681728" y="3035808"/>
            <a:ext cx="4206240" cy="45720"/>
          </a:xfrm>
          <a:prstGeom prst="rect">
            <a:avLst/>
          </a:prstGeom>
          <a:solidFill>
            <a:srgbClr val="D94040"/>
          </a:solidFill>
          <a:ln/>
        </p:spPr>
      </p:sp>
      <p:sp>
        <p:nvSpPr>
          <p:cNvPr id="103" name="Text 101"/>
          <p:cNvSpPr/>
          <p:nvPr/>
        </p:nvSpPr>
        <p:spPr>
          <a:xfrm>
            <a:off x="4791456" y="3099816"/>
            <a:ext cx="3977640" cy="292608"/>
          </a:xfrm>
          <a:prstGeom prst="rect">
            <a:avLst/>
          </a:prstGeom>
          <a:noFill/>
          <a:ln/>
        </p:spPr>
        <p:txBody>
          <a:bodyPr wrap="square" rtlCol="0" anchor="ctr"/>
          <a:lstStyle/>
          <a:p>
            <a:pPr indent="0" marL="0">
              <a:buNone/>
            </a:pPr>
            <a:r>
              <a:rPr lang="en-US" sz="1000" b="1" dirty="0">
                <a:solidFill>
                  <a:srgbClr val="D94040"/>
                </a:solidFill>
                <a:latin typeface="Georgia" pitchFamily="34" charset="0"/>
                <a:ea typeface="Georgia" pitchFamily="34" charset="-122"/>
                <a:cs typeface="Georgia" pitchFamily="34" charset="-120"/>
              </a:rPr>
              <a:t>INCONVÉNIENTS</a:t>
            </a:r>
            <a:endParaRPr lang="en-US" sz="1000" dirty="0"/>
          </a:p>
        </p:txBody>
      </p:sp>
      <p:sp>
        <p:nvSpPr>
          <p:cNvPr id="104" name="Text 102"/>
          <p:cNvSpPr/>
          <p:nvPr/>
        </p:nvSpPr>
        <p:spPr>
          <a:xfrm>
            <a:off x="4791456" y="3429000"/>
            <a:ext cx="3931920" cy="1920240"/>
          </a:xfrm>
          <a:prstGeom prst="rect">
            <a:avLst/>
          </a:prstGeom>
          <a:noFill/>
          <a:ln/>
        </p:spPr>
        <p:txBody>
          <a:bodyPr wrap="square" rtlCol="0" anchor="t"/>
          <a:lstStyle/>
          <a:p>
            <a:pPr indent="0" marL="0">
              <a:spcAft>
                <a:spcPts val="500"/>
              </a:spcAft>
              <a:buNone/>
            </a:pPr>
            <a:r>
              <a:rPr lang="en-US" sz="950" dirty="0">
                <a:solidFill>
                  <a:srgbClr val="D94040"/>
                </a:solidFill>
                <a:latin typeface="Calibri" pitchFamily="34" charset="0"/>
                <a:ea typeface="Calibri" pitchFamily="34" charset="-122"/>
                <a:cs typeface="Calibri" pitchFamily="34" charset="-120"/>
              </a:rPr>
              <a:t>✖  Coût d'achat plus élevé (+30 à +50%)</a:t>
            </a:r>
            <a:endParaRPr lang="en-US" sz="950" dirty="0"/>
          </a:p>
          <a:p>
            <a:pPr indent="0" marL="0">
              <a:spcAft>
                <a:spcPts val="500"/>
              </a:spcAft>
              <a:buNone/>
            </a:pPr>
            <a:r>
              <a:rPr lang="en-US" sz="950" dirty="0">
                <a:solidFill>
                  <a:srgbClr val="D94040"/>
                </a:solidFill>
                <a:latin typeface="Calibri" pitchFamily="34" charset="0"/>
                <a:ea typeface="Calibri" pitchFamily="34" charset="-122"/>
                <a:cs typeface="Calibri" pitchFamily="34" charset="-120"/>
              </a:rPr>
              <a:t>✖  Revêtements PTFE : durée de vie limitée, à remplacer</a:t>
            </a:r>
            <a:endParaRPr lang="en-US" sz="950" dirty="0"/>
          </a:p>
          <a:p>
            <a:pPr indent="0" marL="0">
              <a:spcAft>
                <a:spcPts val="500"/>
              </a:spcAft>
              <a:buNone/>
            </a:pPr>
            <a:r>
              <a:rPr lang="en-US" sz="950" dirty="0">
                <a:solidFill>
                  <a:srgbClr val="D94040"/>
                </a:solidFill>
                <a:latin typeface="Calibri" pitchFamily="34" charset="0"/>
                <a:ea typeface="Calibri" pitchFamily="34" charset="-122"/>
                <a:cs typeface="Calibri" pitchFamily="34" charset="-120"/>
              </a:rPr>
              <a:t>✖  Sensible à la chaleur ambiante (Maroc : été &gt;40°C)</a:t>
            </a:r>
            <a:endParaRPr lang="en-US" sz="950" dirty="0"/>
          </a:p>
          <a:p>
            <a:pPr indent="0" marL="0">
              <a:spcAft>
                <a:spcPts val="500"/>
              </a:spcAft>
              <a:buNone/>
            </a:pPr>
            <a:r>
              <a:rPr lang="en-US" sz="950" dirty="0">
                <a:solidFill>
                  <a:srgbClr val="D94040"/>
                </a:solidFill>
                <a:latin typeface="Calibri" pitchFamily="34" charset="0"/>
                <a:ea typeface="Calibri" pitchFamily="34" charset="-122"/>
                <a:cs typeface="Calibri" pitchFamily="34" charset="-120"/>
              </a:rPr>
              <a:t>✖  Maintenance spécialisée — moins de techniciens au Maroc</a:t>
            </a:r>
            <a:endParaRPr lang="en-US" sz="950" dirty="0"/>
          </a:p>
          <a:p>
            <a:pPr indent="0" marL="0">
              <a:spcAft>
                <a:spcPts val="500"/>
              </a:spcAft>
              <a:buNone/>
            </a:pPr>
            <a:r>
              <a:rPr lang="en-US" sz="950" dirty="0">
                <a:solidFill>
                  <a:srgbClr val="D94040"/>
                </a:solidFill>
                <a:latin typeface="Calibri" pitchFamily="34" charset="0"/>
                <a:ea typeface="Calibri" pitchFamily="34" charset="-122"/>
                <a:cs typeface="Calibri" pitchFamily="34" charset="-120"/>
              </a:rPr>
              <a:t>✖  Génère plus de chaleur résiduelle à évacuer</a:t>
            </a:r>
            <a:endParaRPr lang="en-US" sz="950" dirty="0"/>
          </a:p>
        </p:txBody>
      </p:sp>
      <p:sp>
        <p:nvSpPr>
          <p:cNvPr id="105" name="Shape 103"/>
          <p:cNvSpPr/>
          <p:nvPr/>
        </p:nvSpPr>
        <p:spPr>
          <a:xfrm rot="2700000">
            <a:off x="13716" y="4846320"/>
            <a:ext cx="82296" cy="82296"/>
          </a:xfrm>
          <a:prstGeom prst="rect">
            <a:avLst/>
          </a:prstGeom>
          <a:solidFill>
            <a:srgbClr val="D4951A">
              <a:alpha val="15000"/>
            </a:srgbClr>
          </a:solidFill>
          <a:ln w="12700">
            <a:solidFill>
              <a:srgbClr val="D4951A"/>
            </a:solidFill>
            <a:prstDash val="solid"/>
          </a:ln>
        </p:spPr>
      </p:sp>
      <p:sp>
        <p:nvSpPr>
          <p:cNvPr id="106" name="Shape 104"/>
          <p:cNvSpPr/>
          <p:nvPr/>
        </p:nvSpPr>
        <p:spPr>
          <a:xfrm rot="2700000">
            <a:off x="137160" y="4846320"/>
            <a:ext cx="82296" cy="82296"/>
          </a:xfrm>
          <a:prstGeom prst="rect">
            <a:avLst/>
          </a:prstGeom>
          <a:solidFill>
            <a:srgbClr val="D4951A">
              <a:alpha val="15000"/>
            </a:srgbClr>
          </a:solidFill>
          <a:ln w="12700">
            <a:solidFill>
              <a:srgbClr val="D4951A"/>
            </a:solidFill>
            <a:prstDash val="solid"/>
          </a:ln>
        </p:spPr>
      </p:sp>
      <p:sp>
        <p:nvSpPr>
          <p:cNvPr id="107" name="Shape 105"/>
          <p:cNvSpPr/>
          <p:nvPr/>
        </p:nvSpPr>
        <p:spPr>
          <a:xfrm rot="2700000">
            <a:off x="260604" y="4846320"/>
            <a:ext cx="82296" cy="82296"/>
          </a:xfrm>
          <a:prstGeom prst="rect">
            <a:avLst/>
          </a:prstGeom>
          <a:solidFill>
            <a:srgbClr val="D4951A">
              <a:alpha val="15000"/>
            </a:srgbClr>
          </a:solidFill>
          <a:ln w="12700">
            <a:solidFill>
              <a:srgbClr val="D4951A"/>
            </a:solidFill>
            <a:prstDash val="solid"/>
          </a:ln>
        </p:spPr>
      </p:sp>
      <p:sp>
        <p:nvSpPr>
          <p:cNvPr id="108" name="Shape 106"/>
          <p:cNvSpPr/>
          <p:nvPr/>
        </p:nvSpPr>
        <p:spPr>
          <a:xfrm rot="2700000">
            <a:off x="384048" y="4846320"/>
            <a:ext cx="82296" cy="82296"/>
          </a:xfrm>
          <a:prstGeom prst="rect">
            <a:avLst/>
          </a:prstGeom>
          <a:solidFill>
            <a:srgbClr val="D4951A">
              <a:alpha val="15000"/>
            </a:srgbClr>
          </a:solidFill>
          <a:ln w="12700">
            <a:solidFill>
              <a:srgbClr val="D4951A"/>
            </a:solidFill>
            <a:prstDash val="solid"/>
          </a:ln>
        </p:spPr>
      </p:sp>
      <p:sp>
        <p:nvSpPr>
          <p:cNvPr id="109" name="Shape 107"/>
          <p:cNvSpPr/>
          <p:nvPr/>
        </p:nvSpPr>
        <p:spPr>
          <a:xfrm rot="2700000">
            <a:off x="507492" y="4846320"/>
            <a:ext cx="82296" cy="82296"/>
          </a:xfrm>
          <a:prstGeom prst="rect">
            <a:avLst/>
          </a:prstGeom>
          <a:solidFill>
            <a:srgbClr val="D4951A">
              <a:alpha val="15000"/>
            </a:srgbClr>
          </a:solidFill>
          <a:ln w="12700">
            <a:solidFill>
              <a:srgbClr val="D4951A"/>
            </a:solidFill>
            <a:prstDash val="solid"/>
          </a:ln>
        </p:spPr>
      </p:sp>
      <p:sp>
        <p:nvSpPr>
          <p:cNvPr id="110" name="Shape 108"/>
          <p:cNvSpPr/>
          <p:nvPr/>
        </p:nvSpPr>
        <p:spPr>
          <a:xfrm rot="2700000">
            <a:off x="630936" y="4846320"/>
            <a:ext cx="82296" cy="82296"/>
          </a:xfrm>
          <a:prstGeom prst="rect">
            <a:avLst/>
          </a:prstGeom>
          <a:solidFill>
            <a:srgbClr val="D4951A">
              <a:alpha val="15000"/>
            </a:srgbClr>
          </a:solidFill>
          <a:ln w="12700">
            <a:solidFill>
              <a:srgbClr val="D4951A"/>
            </a:solidFill>
            <a:prstDash val="solid"/>
          </a:ln>
        </p:spPr>
      </p:sp>
      <p:sp>
        <p:nvSpPr>
          <p:cNvPr id="111" name="Shape 109"/>
          <p:cNvSpPr/>
          <p:nvPr/>
        </p:nvSpPr>
        <p:spPr>
          <a:xfrm rot="2700000">
            <a:off x="754380" y="4846320"/>
            <a:ext cx="82296" cy="82296"/>
          </a:xfrm>
          <a:prstGeom prst="rect">
            <a:avLst/>
          </a:prstGeom>
          <a:solidFill>
            <a:srgbClr val="D4951A">
              <a:alpha val="15000"/>
            </a:srgbClr>
          </a:solidFill>
          <a:ln w="12700">
            <a:solidFill>
              <a:srgbClr val="D4951A"/>
            </a:solidFill>
            <a:prstDash val="solid"/>
          </a:ln>
        </p:spPr>
      </p:sp>
      <p:sp>
        <p:nvSpPr>
          <p:cNvPr id="112" name="Shape 110"/>
          <p:cNvSpPr/>
          <p:nvPr/>
        </p:nvSpPr>
        <p:spPr>
          <a:xfrm rot="2700000">
            <a:off x="877824" y="4846320"/>
            <a:ext cx="82296" cy="82296"/>
          </a:xfrm>
          <a:prstGeom prst="rect">
            <a:avLst/>
          </a:prstGeom>
          <a:solidFill>
            <a:srgbClr val="D4951A">
              <a:alpha val="15000"/>
            </a:srgbClr>
          </a:solidFill>
          <a:ln w="12700">
            <a:solidFill>
              <a:srgbClr val="D4951A"/>
            </a:solidFill>
            <a:prstDash val="solid"/>
          </a:ln>
        </p:spPr>
      </p:sp>
      <p:sp>
        <p:nvSpPr>
          <p:cNvPr id="113" name="Shape 111"/>
          <p:cNvSpPr/>
          <p:nvPr/>
        </p:nvSpPr>
        <p:spPr>
          <a:xfrm rot="2700000">
            <a:off x="1001268" y="4846320"/>
            <a:ext cx="82296" cy="82296"/>
          </a:xfrm>
          <a:prstGeom prst="rect">
            <a:avLst/>
          </a:prstGeom>
          <a:solidFill>
            <a:srgbClr val="D4951A">
              <a:alpha val="15000"/>
            </a:srgbClr>
          </a:solidFill>
          <a:ln w="12700">
            <a:solidFill>
              <a:srgbClr val="D4951A"/>
            </a:solidFill>
            <a:prstDash val="solid"/>
          </a:ln>
        </p:spPr>
      </p:sp>
      <p:sp>
        <p:nvSpPr>
          <p:cNvPr id="114" name="Shape 112"/>
          <p:cNvSpPr/>
          <p:nvPr/>
        </p:nvSpPr>
        <p:spPr>
          <a:xfrm rot="2700000">
            <a:off x="1124712" y="4846320"/>
            <a:ext cx="82296" cy="82296"/>
          </a:xfrm>
          <a:prstGeom prst="rect">
            <a:avLst/>
          </a:prstGeom>
          <a:solidFill>
            <a:srgbClr val="D4951A">
              <a:alpha val="15000"/>
            </a:srgbClr>
          </a:solidFill>
          <a:ln w="12700">
            <a:solidFill>
              <a:srgbClr val="D4951A"/>
            </a:solidFill>
            <a:prstDash val="solid"/>
          </a:ln>
        </p:spPr>
      </p:sp>
      <p:sp>
        <p:nvSpPr>
          <p:cNvPr id="115" name="Shape 113"/>
          <p:cNvSpPr/>
          <p:nvPr/>
        </p:nvSpPr>
        <p:spPr>
          <a:xfrm rot="2700000">
            <a:off x="1248156" y="4846320"/>
            <a:ext cx="82296" cy="82296"/>
          </a:xfrm>
          <a:prstGeom prst="rect">
            <a:avLst/>
          </a:prstGeom>
          <a:solidFill>
            <a:srgbClr val="D4951A">
              <a:alpha val="15000"/>
            </a:srgbClr>
          </a:solidFill>
          <a:ln w="12700">
            <a:solidFill>
              <a:srgbClr val="D4951A"/>
            </a:solidFill>
            <a:prstDash val="solid"/>
          </a:ln>
        </p:spPr>
      </p:sp>
      <p:sp>
        <p:nvSpPr>
          <p:cNvPr id="116" name="Shape 114"/>
          <p:cNvSpPr/>
          <p:nvPr/>
        </p:nvSpPr>
        <p:spPr>
          <a:xfrm rot="2700000">
            <a:off x="1371600" y="4846320"/>
            <a:ext cx="82296" cy="82296"/>
          </a:xfrm>
          <a:prstGeom prst="rect">
            <a:avLst/>
          </a:prstGeom>
          <a:solidFill>
            <a:srgbClr val="D4951A">
              <a:alpha val="15000"/>
            </a:srgbClr>
          </a:solidFill>
          <a:ln w="12700">
            <a:solidFill>
              <a:srgbClr val="D4951A"/>
            </a:solidFill>
            <a:prstDash val="solid"/>
          </a:ln>
        </p:spPr>
      </p:sp>
      <p:sp>
        <p:nvSpPr>
          <p:cNvPr id="117" name="Shape 115"/>
          <p:cNvSpPr/>
          <p:nvPr/>
        </p:nvSpPr>
        <p:spPr>
          <a:xfrm rot="2700000">
            <a:off x="1495044" y="4846320"/>
            <a:ext cx="82296" cy="82296"/>
          </a:xfrm>
          <a:prstGeom prst="rect">
            <a:avLst/>
          </a:prstGeom>
          <a:solidFill>
            <a:srgbClr val="D4951A">
              <a:alpha val="15000"/>
            </a:srgbClr>
          </a:solidFill>
          <a:ln w="12700">
            <a:solidFill>
              <a:srgbClr val="D4951A"/>
            </a:solidFill>
            <a:prstDash val="solid"/>
          </a:ln>
        </p:spPr>
      </p:sp>
      <p:sp>
        <p:nvSpPr>
          <p:cNvPr id="118" name="Shape 116"/>
          <p:cNvSpPr/>
          <p:nvPr/>
        </p:nvSpPr>
        <p:spPr>
          <a:xfrm rot="2700000">
            <a:off x="1618488" y="4846320"/>
            <a:ext cx="82296" cy="82296"/>
          </a:xfrm>
          <a:prstGeom prst="rect">
            <a:avLst/>
          </a:prstGeom>
          <a:solidFill>
            <a:srgbClr val="D4951A">
              <a:alpha val="15000"/>
            </a:srgbClr>
          </a:solidFill>
          <a:ln w="12700">
            <a:solidFill>
              <a:srgbClr val="D4951A"/>
            </a:solidFill>
            <a:prstDash val="solid"/>
          </a:ln>
        </p:spPr>
      </p:sp>
      <p:sp>
        <p:nvSpPr>
          <p:cNvPr id="119" name="Shape 117"/>
          <p:cNvSpPr/>
          <p:nvPr/>
        </p:nvSpPr>
        <p:spPr>
          <a:xfrm rot="2700000">
            <a:off x="1741932" y="4846320"/>
            <a:ext cx="82296" cy="82296"/>
          </a:xfrm>
          <a:prstGeom prst="rect">
            <a:avLst/>
          </a:prstGeom>
          <a:solidFill>
            <a:srgbClr val="D4951A">
              <a:alpha val="15000"/>
            </a:srgbClr>
          </a:solidFill>
          <a:ln w="12700">
            <a:solidFill>
              <a:srgbClr val="D4951A"/>
            </a:solidFill>
            <a:prstDash val="solid"/>
          </a:ln>
        </p:spPr>
      </p:sp>
      <p:sp>
        <p:nvSpPr>
          <p:cNvPr id="120" name="Shape 118"/>
          <p:cNvSpPr/>
          <p:nvPr/>
        </p:nvSpPr>
        <p:spPr>
          <a:xfrm rot="2700000">
            <a:off x="1865376" y="4846320"/>
            <a:ext cx="82296" cy="82296"/>
          </a:xfrm>
          <a:prstGeom prst="rect">
            <a:avLst/>
          </a:prstGeom>
          <a:solidFill>
            <a:srgbClr val="D4951A">
              <a:alpha val="15000"/>
            </a:srgbClr>
          </a:solidFill>
          <a:ln w="12700">
            <a:solidFill>
              <a:srgbClr val="D4951A"/>
            </a:solidFill>
            <a:prstDash val="solid"/>
          </a:ln>
        </p:spPr>
      </p:sp>
      <p:sp>
        <p:nvSpPr>
          <p:cNvPr id="121" name="Shape 119"/>
          <p:cNvSpPr/>
          <p:nvPr/>
        </p:nvSpPr>
        <p:spPr>
          <a:xfrm rot="2700000">
            <a:off x="1988820" y="4846320"/>
            <a:ext cx="82296" cy="82296"/>
          </a:xfrm>
          <a:prstGeom prst="rect">
            <a:avLst/>
          </a:prstGeom>
          <a:solidFill>
            <a:srgbClr val="D4951A">
              <a:alpha val="15000"/>
            </a:srgbClr>
          </a:solidFill>
          <a:ln w="12700">
            <a:solidFill>
              <a:srgbClr val="D4951A"/>
            </a:solidFill>
            <a:prstDash val="solid"/>
          </a:ln>
        </p:spPr>
      </p:sp>
      <p:sp>
        <p:nvSpPr>
          <p:cNvPr id="122" name="Shape 120"/>
          <p:cNvSpPr/>
          <p:nvPr/>
        </p:nvSpPr>
        <p:spPr>
          <a:xfrm rot="2700000">
            <a:off x="2112264" y="4846320"/>
            <a:ext cx="82296" cy="82296"/>
          </a:xfrm>
          <a:prstGeom prst="rect">
            <a:avLst/>
          </a:prstGeom>
          <a:solidFill>
            <a:srgbClr val="D4951A">
              <a:alpha val="15000"/>
            </a:srgbClr>
          </a:solidFill>
          <a:ln w="12700">
            <a:solidFill>
              <a:srgbClr val="D4951A"/>
            </a:solidFill>
            <a:prstDash val="solid"/>
          </a:ln>
        </p:spPr>
      </p:sp>
      <p:sp>
        <p:nvSpPr>
          <p:cNvPr id="123" name="Shape 121"/>
          <p:cNvSpPr/>
          <p:nvPr/>
        </p:nvSpPr>
        <p:spPr>
          <a:xfrm rot="2700000">
            <a:off x="2235708" y="4846320"/>
            <a:ext cx="82296" cy="82296"/>
          </a:xfrm>
          <a:prstGeom prst="rect">
            <a:avLst/>
          </a:prstGeom>
          <a:solidFill>
            <a:srgbClr val="D4951A">
              <a:alpha val="15000"/>
            </a:srgbClr>
          </a:solidFill>
          <a:ln w="12700">
            <a:solidFill>
              <a:srgbClr val="D4951A"/>
            </a:solidFill>
            <a:prstDash val="solid"/>
          </a:ln>
        </p:spPr>
      </p:sp>
      <p:sp>
        <p:nvSpPr>
          <p:cNvPr id="124" name="Shape 122"/>
          <p:cNvSpPr/>
          <p:nvPr/>
        </p:nvSpPr>
        <p:spPr>
          <a:xfrm rot="2700000">
            <a:off x="2359152" y="4846320"/>
            <a:ext cx="82296" cy="82296"/>
          </a:xfrm>
          <a:prstGeom prst="rect">
            <a:avLst/>
          </a:prstGeom>
          <a:solidFill>
            <a:srgbClr val="D4951A">
              <a:alpha val="15000"/>
            </a:srgbClr>
          </a:solidFill>
          <a:ln w="12700">
            <a:solidFill>
              <a:srgbClr val="D4951A"/>
            </a:solidFill>
            <a:prstDash val="solid"/>
          </a:ln>
        </p:spPr>
      </p:sp>
      <p:sp>
        <p:nvSpPr>
          <p:cNvPr id="125" name="Shape 123"/>
          <p:cNvSpPr/>
          <p:nvPr/>
        </p:nvSpPr>
        <p:spPr>
          <a:xfrm rot="2700000">
            <a:off x="2482596" y="4846320"/>
            <a:ext cx="82296" cy="82296"/>
          </a:xfrm>
          <a:prstGeom prst="rect">
            <a:avLst/>
          </a:prstGeom>
          <a:solidFill>
            <a:srgbClr val="D4951A">
              <a:alpha val="15000"/>
            </a:srgbClr>
          </a:solidFill>
          <a:ln w="12700">
            <a:solidFill>
              <a:srgbClr val="D4951A"/>
            </a:solidFill>
            <a:prstDash val="solid"/>
          </a:ln>
        </p:spPr>
      </p:sp>
      <p:sp>
        <p:nvSpPr>
          <p:cNvPr id="126" name="Shape 124"/>
          <p:cNvSpPr/>
          <p:nvPr/>
        </p:nvSpPr>
        <p:spPr>
          <a:xfrm rot="2700000">
            <a:off x="2606040" y="4846320"/>
            <a:ext cx="82296" cy="82296"/>
          </a:xfrm>
          <a:prstGeom prst="rect">
            <a:avLst/>
          </a:prstGeom>
          <a:solidFill>
            <a:srgbClr val="D4951A">
              <a:alpha val="15000"/>
            </a:srgbClr>
          </a:solidFill>
          <a:ln w="12700">
            <a:solidFill>
              <a:srgbClr val="D4951A"/>
            </a:solidFill>
            <a:prstDash val="solid"/>
          </a:ln>
        </p:spPr>
      </p:sp>
      <p:sp>
        <p:nvSpPr>
          <p:cNvPr id="127" name="Shape 125"/>
          <p:cNvSpPr/>
          <p:nvPr/>
        </p:nvSpPr>
        <p:spPr>
          <a:xfrm rot="2700000">
            <a:off x="2729484" y="4846320"/>
            <a:ext cx="82296" cy="82296"/>
          </a:xfrm>
          <a:prstGeom prst="rect">
            <a:avLst/>
          </a:prstGeom>
          <a:solidFill>
            <a:srgbClr val="D4951A">
              <a:alpha val="15000"/>
            </a:srgbClr>
          </a:solidFill>
          <a:ln w="12700">
            <a:solidFill>
              <a:srgbClr val="D4951A"/>
            </a:solidFill>
            <a:prstDash val="solid"/>
          </a:ln>
        </p:spPr>
      </p:sp>
      <p:sp>
        <p:nvSpPr>
          <p:cNvPr id="128" name="Shape 126"/>
          <p:cNvSpPr/>
          <p:nvPr/>
        </p:nvSpPr>
        <p:spPr>
          <a:xfrm rot="2700000">
            <a:off x="2852928" y="4846320"/>
            <a:ext cx="82296" cy="82296"/>
          </a:xfrm>
          <a:prstGeom prst="rect">
            <a:avLst/>
          </a:prstGeom>
          <a:solidFill>
            <a:srgbClr val="D4951A">
              <a:alpha val="15000"/>
            </a:srgbClr>
          </a:solidFill>
          <a:ln w="12700">
            <a:solidFill>
              <a:srgbClr val="D4951A"/>
            </a:solidFill>
            <a:prstDash val="solid"/>
          </a:ln>
        </p:spPr>
      </p:sp>
      <p:sp>
        <p:nvSpPr>
          <p:cNvPr id="129" name="Shape 127"/>
          <p:cNvSpPr/>
          <p:nvPr/>
        </p:nvSpPr>
        <p:spPr>
          <a:xfrm rot="2700000">
            <a:off x="2976372" y="4846320"/>
            <a:ext cx="82296" cy="82296"/>
          </a:xfrm>
          <a:prstGeom prst="rect">
            <a:avLst/>
          </a:prstGeom>
          <a:solidFill>
            <a:srgbClr val="D4951A">
              <a:alpha val="15000"/>
            </a:srgbClr>
          </a:solidFill>
          <a:ln w="12700">
            <a:solidFill>
              <a:srgbClr val="D4951A"/>
            </a:solidFill>
            <a:prstDash val="solid"/>
          </a:ln>
        </p:spPr>
      </p:sp>
      <p:sp>
        <p:nvSpPr>
          <p:cNvPr id="130" name="Shape 128"/>
          <p:cNvSpPr/>
          <p:nvPr/>
        </p:nvSpPr>
        <p:spPr>
          <a:xfrm rot="2700000">
            <a:off x="3099816" y="4846320"/>
            <a:ext cx="82296" cy="82296"/>
          </a:xfrm>
          <a:prstGeom prst="rect">
            <a:avLst/>
          </a:prstGeom>
          <a:solidFill>
            <a:srgbClr val="D4951A">
              <a:alpha val="15000"/>
            </a:srgbClr>
          </a:solidFill>
          <a:ln w="12700">
            <a:solidFill>
              <a:srgbClr val="D4951A"/>
            </a:solidFill>
            <a:prstDash val="solid"/>
          </a:ln>
        </p:spPr>
      </p:sp>
      <p:sp>
        <p:nvSpPr>
          <p:cNvPr id="131" name="Shape 129"/>
          <p:cNvSpPr/>
          <p:nvPr/>
        </p:nvSpPr>
        <p:spPr>
          <a:xfrm rot="2700000">
            <a:off x="3223260" y="4846320"/>
            <a:ext cx="82296" cy="82296"/>
          </a:xfrm>
          <a:prstGeom prst="rect">
            <a:avLst/>
          </a:prstGeom>
          <a:solidFill>
            <a:srgbClr val="D4951A">
              <a:alpha val="15000"/>
            </a:srgbClr>
          </a:solidFill>
          <a:ln w="12700">
            <a:solidFill>
              <a:srgbClr val="D4951A"/>
            </a:solidFill>
            <a:prstDash val="solid"/>
          </a:ln>
        </p:spPr>
      </p:sp>
      <p:sp>
        <p:nvSpPr>
          <p:cNvPr id="132" name="Shape 130"/>
          <p:cNvSpPr/>
          <p:nvPr/>
        </p:nvSpPr>
        <p:spPr>
          <a:xfrm rot="2700000">
            <a:off x="3346704" y="4846320"/>
            <a:ext cx="82296" cy="82296"/>
          </a:xfrm>
          <a:prstGeom prst="rect">
            <a:avLst/>
          </a:prstGeom>
          <a:solidFill>
            <a:srgbClr val="D4951A">
              <a:alpha val="15000"/>
            </a:srgbClr>
          </a:solidFill>
          <a:ln w="12700">
            <a:solidFill>
              <a:srgbClr val="D4951A"/>
            </a:solidFill>
            <a:prstDash val="solid"/>
          </a:ln>
        </p:spPr>
      </p:sp>
      <p:sp>
        <p:nvSpPr>
          <p:cNvPr id="133" name="Shape 131"/>
          <p:cNvSpPr/>
          <p:nvPr/>
        </p:nvSpPr>
        <p:spPr>
          <a:xfrm rot="2700000">
            <a:off x="3470148" y="4846320"/>
            <a:ext cx="82296" cy="82296"/>
          </a:xfrm>
          <a:prstGeom prst="rect">
            <a:avLst/>
          </a:prstGeom>
          <a:solidFill>
            <a:srgbClr val="D4951A">
              <a:alpha val="15000"/>
            </a:srgbClr>
          </a:solidFill>
          <a:ln w="12700">
            <a:solidFill>
              <a:srgbClr val="D4951A"/>
            </a:solidFill>
            <a:prstDash val="solid"/>
          </a:ln>
        </p:spPr>
      </p:sp>
      <p:sp>
        <p:nvSpPr>
          <p:cNvPr id="134" name="Shape 132"/>
          <p:cNvSpPr/>
          <p:nvPr/>
        </p:nvSpPr>
        <p:spPr>
          <a:xfrm rot="2700000">
            <a:off x="3593592" y="4846320"/>
            <a:ext cx="82296" cy="82296"/>
          </a:xfrm>
          <a:prstGeom prst="rect">
            <a:avLst/>
          </a:prstGeom>
          <a:solidFill>
            <a:srgbClr val="D4951A">
              <a:alpha val="15000"/>
            </a:srgbClr>
          </a:solidFill>
          <a:ln w="12700">
            <a:solidFill>
              <a:srgbClr val="D4951A"/>
            </a:solidFill>
            <a:prstDash val="solid"/>
          </a:ln>
        </p:spPr>
      </p:sp>
      <p:sp>
        <p:nvSpPr>
          <p:cNvPr id="135" name="Shape 133"/>
          <p:cNvSpPr/>
          <p:nvPr/>
        </p:nvSpPr>
        <p:spPr>
          <a:xfrm rot="2700000">
            <a:off x="3717036" y="4846320"/>
            <a:ext cx="82296" cy="82296"/>
          </a:xfrm>
          <a:prstGeom prst="rect">
            <a:avLst/>
          </a:prstGeom>
          <a:solidFill>
            <a:srgbClr val="D4951A">
              <a:alpha val="15000"/>
            </a:srgbClr>
          </a:solidFill>
          <a:ln w="12700">
            <a:solidFill>
              <a:srgbClr val="D4951A"/>
            </a:solidFill>
            <a:prstDash val="solid"/>
          </a:ln>
        </p:spPr>
      </p:sp>
      <p:sp>
        <p:nvSpPr>
          <p:cNvPr id="136" name="Shape 134"/>
          <p:cNvSpPr/>
          <p:nvPr/>
        </p:nvSpPr>
        <p:spPr>
          <a:xfrm rot="2700000">
            <a:off x="3840480" y="4846320"/>
            <a:ext cx="82296" cy="82296"/>
          </a:xfrm>
          <a:prstGeom prst="rect">
            <a:avLst/>
          </a:prstGeom>
          <a:solidFill>
            <a:srgbClr val="D4951A">
              <a:alpha val="15000"/>
            </a:srgbClr>
          </a:solidFill>
          <a:ln w="12700">
            <a:solidFill>
              <a:srgbClr val="D4951A"/>
            </a:solidFill>
            <a:prstDash val="solid"/>
          </a:ln>
        </p:spPr>
      </p:sp>
      <p:sp>
        <p:nvSpPr>
          <p:cNvPr id="137" name="Shape 135"/>
          <p:cNvSpPr/>
          <p:nvPr/>
        </p:nvSpPr>
        <p:spPr>
          <a:xfrm rot="2700000">
            <a:off x="3963924" y="4846320"/>
            <a:ext cx="82296" cy="82296"/>
          </a:xfrm>
          <a:prstGeom prst="rect">
            <a:avLst/>
          </a:prstGeom>
          <a:solidFill>
            <a:srgbClr val="D4951A">
              <a:alpha val="15000"/>
            </a:srgbClr>
          </a:solidFill>
          <a:ln w="12700">
            <a:solidFill>
              <a:srgbClr val="D4951A"/>
            </a:solidFill>
            <a:prstDash val="solid"/>
          </a:ln>
        </p:spPr>
      </p:sp>
      <p:sp>
        <p:nvSpPr>
          <p:cNvPr id="138" name="Shape 136"/>
          <p:cNvSpPr/>
          <p:nvPr/>
        </p:nvSpPr>
        <p:spPr>
          <a:xfrm rot="2700000">
            <a:off x="4087368" y="4846320"/>
            <a:ext cx="82296" cy="82296"/>
          </a:xfrm>
          <a:prstGeom prst="rect">
            <a:avLst/>
          </a:prstGeom>
          <a:solidFill>
            <a:srgbClr val="D4951A">
              <a:alpha val="15000"/>
            </a:srgbClr>
          </a:solidFill>
          <a:ln w="12700">
            <a:solidFill>
              <a:srgbClr val="D4951A"/>
            </a:solidFill>
            <a:prstDash val="solid"/>
          </a:ln>
        </p:spPr>
      </p:sp>
      <p:sp>
        <p:nvSpPr>
          <p:cNvPr id="139" name="Shape 137"/>
          <p:cNvSpPr/>
          <p:nvPr/>
        </p:nvSpPr>
        <p:spPr>
          <a:xfrm rot="2700000">
            <a:off x="4210812" y="4846320"/>
            <a:ext cx="82296" cy="82296"/>
          </a:xfrm>
          <a:prstGeom prst="rect">
            <a:avLst/>
          </a:prstGeom>
          <a:solidFill>
            <a:srgbClr val="D4951A">
              <a:alpha val="15000"/>
            </a:srgbClr>
          </a:solidFill>
          <a:ln w="12700">
            <a:solidFill>
              <a:srgbClr val="D4951A"/>
            </a:solidFill>
            <a:prstDash val="solid"/>
          </a:ln>
        </p:spPr>
      </p:sp>
      <p:sp>
        <p:nvSpPr>
          <p:cNvPr id="140" name="Shape 138"/>
          <p:cNvSpPr/>
          <p:nvPr/>
        </p:nvSpPr>
        <p:spPr>
          <a:xfrm rot="2700000">
            <a:off x="4334256" y="4846320"/>
            <a:ext cx="82296" cy="82296"/>
          </a:xfrm>
          <a:prstGeom prst="rect">
            <a:avLst/>
          </a:prstGeom>
          <a:solidFill>
            <a:srgbClr val="D4951A">
              <a:alpha val="15000"/>
            </a:srgbClr>
          </a:solidFill>
          <a:ln w="12700">
            <a:solidFill>
              <a:srgbClr val="D4951A"/>
            </a:solidFill>
            <a:prstDash val="solid"/>
          </a:ln>
        </p:spPr>
      </p:sp>
      <p:sp>
        <p:nvSpPr>
          <p:cNvPr id="141" name="Shape 139"/>
          <p:cNvSpPr/>
          <p:nvPr/>
        </p:nvSpPr>
        <p:spPr>
          <a:xfrm rot="2700000">
            <a:off x="4457700" y="4846320"/>
            <a:ext cx="82296" cy="82296"/>
          </a:xfrm>
          <a:prstGeom prst="rect">
            <a:avLst/>
          </a:prstGeom>
          <a:solidFill>
            <a:srgbClr val="D4951A">
              <a:alpha val="15000"/>
            </a:srgbClr>
          </a:solidFill>
          <a:ln w="12700">
            <a:solidFill>
              <a:srgbClr val="D4951A"/>
            </a:solidFill>
            <a:prstDash val="solid"/>
          </a:ln>
        </p:spPr>
      </p:sp>
      <p:sp>
        <p:nvSpPr>
          <p:cNvPr id="142" name="Shape 140"/>
          <p:cNvSpPr/>
          <p:nvPr/>
        </p:nvSpPr>
        <p:spPr>
          <a:xfrm rot="2700000">
            <a:off x="4581144" y="4846320"/>
            <a:ext cx="82296" cy="82296"/>
          </a:xfrm>
          <a:prstGeom prst="rect">
            <a:avLst/>
          </a:prstGeom>
          <a:solidFill>
            <a:srgbClr val="D4951A">
              <a:alpha val="15000"/>
            </a:srgbClr>
          </a:solidFill>
          <a:ln w="12700">
            <a:solidFill>
              <a:srgbClr val="D4951A"/>
            </a:solidFill>
            <a:prstDash val="solid"/>
          </a:ln>
        </p:spPr>
      </p:sp>
      <p:sp>
        <p:nvSpPr>
          <p:cNvPr id="143" name="Shape 141"/>
          <p:cNvSpPr/>
          <p:nvPr/>
        </p:nvSpPr>
        <p:spPr>
          <a:xfrm rot="2700000">
            <a:off x="4704588" y="4846320"/>
            <a:ext cx="82296" cy="82296"/>
          </a:xfrm>
          <a:prstGeom prst="rect">
            <a:avLst/>
          </a:prstGeom>
          <a:solidFill>
            <a:srgbClr val="D4951A">
              <a:alpha val="15000"/>
            </a:srgbClr>
          </a:solidFill>
          <a:ln w="12700">
            <a:solidFill>
              <a:srgbClr val="D4951A"/>
            </a:solidFill>
            <a:prstDash val="solid"/>
          </a:ln>
        </p:spPr>
      </p:sp>
      <p:sp>
        <p:nvSpPr>
          <p:cNvPr id="144" name="Shape 142"/>
          <p:cNvSpPr/>
          <p:nvPr/>
        </p:nvSpPr>
        <p:spPr>
          <a:xfrm rot="2700000">
            <a:off x="4828032" y="4846320"/>
            <a:ext cx="82296" cy="82296"/>
          </a:xfrm>
          <a:prstGeom prst="rect">
            <a:avLst/>
          </a:prstGeom>
          <a:solidFill>
            <a:srgbClr val="D4951A">
              <a:alpha val="15000"/>
            </a:srgbClr>
          </a:solidFill>
          <a:ln w="12700">
            <a:solidFill>
              <a:srgbClr val="D4951A"/>
            </a:solidFill>
            <a:prstDash val="solid"/>
          </a:ln>
        </p:spPr>
      </p:sp>
      <p:sp>
        <p:nvSpPr>
          <p:cNvPr id="145" name="Shape 143"/>
          <p:cNvSpPr/>
          <p:nvPr/>
        </p:nvSpPr>
        <p:spPr>
          <a:xfrm rot="2700000">
            <a:off x="4951476" y="4846320"/>
            <a:ext cx="82296" cy="82296"/>
          </a:xfrm>
          <a:prstGeom prst="rect">
            <a:avLst/>
          </a:prstGeom>
          <a:solidFill>
            <a:srgbClr val="D4951A">
              <a:alpha val="15000"/>
            </a:srgbClr>
          </a:solidFill>
          <a:ln w="12700">
            <a:solidFill>
              <a:srgbClr val="D4951A"/>
            </a:solidFill>
            <a:prstDash val="solid"/>
          </a:ln>
        </p:spPr>
      </p:sp>
      <p:sp>
        <p:nvSpPr>
          <p:cNvPr id="146" name="Shape 144"/>
          <p:cNvSpPr/>
          <p:nvPr/>
        </p:nvSpPr>
        <p:spPr>
          <a:xfrm rot="2700000">
            <a:off x="5074920" y="4846320"/>
            <a:ext cx="82296" cy="82296"/>
          </a:xfrm>
          <a:prstGeom prst="rect">
            <a:avLst/>
          </a:prstGeom>
          <a:solidFill>
            <a:srgbClr val="D4951A">
              <a:alpha val="15000"/>
            </a:srgbClr>
          </a:solidFill>
          <a:ln w="12700">
            <a:solidFill>
              <a:srgbClr val="D4951A"/>
            </a:solidFill>
            <a:prstDash val="solid"/>
          </a:ln>
        </p:spPr>
      </p:sp>
      <p:sp>
        <p:nvSpPr>
          <p:cNvPr id="147" name="Shape 145"/>
          <p:cNvSpPr/>
          <p:nvPr/>
        </p:nvSpPr>
        <p:spPr>
          <a:xfrm rot="2700000">
            <a:off x="5198364" y="4846320"/>
            <a:ext cx="82296" cy="82296"/>
          </a:xfrm>
          <a:prstGeom prst="rect">
            <a:avLst/>
          </a:prstGeom>
          <a:solidFill>
            <a:srgbClr val="D4951A">
              <a:alpha val="15000"/>
            </a:srgbClr>
          </a:solidFill>
          <a:ln w="12700">
            <a:solidFill>
              <a:srgbClr val="D4951A"/>
            </a:solidFill>
            <a:prstDash val="solid"/>
          </a:ln>
        </p:spPr>
      </p:sp>
      <p:sp>
        <p:nvSpPr>
          <p:cNvPr id="148" name="Shape 146"/>
          <p:cNvSpPr/>
          <p:nvPr/>
        </p:nvSpPr>
        <p:spPr>
          <a:xfrm rot="2700000">
            <a:off x="5321808" y="4846320"/>
            <a:ext cx="82296" cy="82296"/>
          </a:xfrm>
          <a:prstGeom prst="rect">
            <a:avLst/>
          </a:prstGeom>
          <a:solidFill>
            <a:srgbClr val="D4951A">
              <a:alpha val="15000"/>
            </a:srgbClr>
          </a:solidFill>
          <a:ln w="12700">
            <a:solidFill>
              <a:srgbClr val="D4951A"/>
            </a:solidFill>
            <a:prstDash val="solid"/>
          </a:ln>
        </p:spPr>
      </p:sp>
      <p:sp>
        <p:nvSpPr>
          <p:cNvPr id="149" name="Shape 147"/>
          <p:cNvSpPr/>
          <p:nvPr/>
        </p:nvSpPr>
        <p:spPr>
          <a:xfrm rot="2700000">
            <a:off x="5445252" y="4846320"/>
            <a:ext cx="82296" cy="82296"/>
          </a:xfrm>
          <a:prstGeom prst="rect">
            <a:avLst/>
          </a:prstGeom>
          <a:solidFill>
            <a:srgbClr val="D4951A">
              <a:alpha val="15000"/>
            </a:srgbClr>
          </a:solidFill>
          <a:ln w="12700">
            <a:solidFill>
              <a:srgbClr val="D4951A"/>
            </a:solidFill>
            <a:prstDash val="solid"/>
          </a:ln>
        </p:spPr>
      </p:sp>
      <p:sp>
        <p:nvSpPr>
          <p:cNvPr id="150" name="Shape 148"/>
          <p:cNvSpPr/>
          <p:nvPr/>
        </p:nvSpPr>
        <p:spPr>
          <a:xfrm rot="2700000">
            <a:off x="5568696" y="4846320"/>
            <a:ext cx="82296" cy="82296"/>
          </a:xfrm>
          <a:prstGeom prst="rect">
            <a:avLst/>
          </a:prstGeom>
          <a:solidFill>
            <a:srgbClr val="D4951A">
              <a:alpha val="15000"/>
            </a:srgbClr>
          </a:solidFill>
          <a:ln w="12700">
            <a:solidFill>
              <a:srgbClr val="D4951A"/>
            </a:solidFill>
            <a:prstDash val="solid"/>
          </a:ln>
        </p:spPr>
      </p:sp>
      <p:sp>
        <p:nvSpPr>
          <p:cNvPr id="151" name="Shape 149"/>
          <p:cNvSpPr/>
          <p:nvPr/>
        </p:nvSpPr>
        <p:spPr>
          <a:xfrm rot="2700000">
            <a:off x="5692140" y="4846320"/>
            <a:ext cx="82296" cy="82296"/>
          </a:xfrm>
          <a:prstGeom prst="rect">
            <a:avLst/>
          </a:prstGeom>
          <a:solidFill>
            <a:srgbClr val="D4951A">
              <a:alpha val="15000"/>
            </a:srgbClr>
          </a:solidFill>
          <a:ln w="12700">
            <a:solidFill>
              <a:srgbClr val="D4951A"/>
            </a:solidFill>
            <a:prstDash val="solid"/>
          </a:ln>
        </p:spPr>
      </p:sp>
      <p:sp>
        <p:nvSpPr>
          <p:cNvPr id="152" name="Shape 150"/>
          <p:cNvSpPr/>
          <p:nvPr/>
        </p:nvSpPr>
        <p:spPr>
          <a:xfrm rot="2700000">
            <a:off x="5815584" y="4846320"/>
            <a:ext cx="82296" cy="82296"/>
          </a:xfrm>
          <a:prstGeom prst="rect">
            <a:avLst/>
          </a:prstGeom>
          <a:solidFill>
            <a:srgbClr val="D4951A">
              <a:alpha val="15000"/>
            </a:srgbClr>
          </a:solidFill>
          <a:ln w="12700">
            <a:solidFill>
              <a:srgbClr val="D4951A"/>
            </a:solidFill>
            <a:prstDash val="solid"/>
          </a:ln>
        </p:spPr>
      </p:sp>
      <p:sp>
        <p:nvSpPr>
          <p:cNvPr id="153" name="Shape 151"/>
          <p:cNvSpPr/>
          <p:nvPr/>
        </p:nvSpPr>
        <p:spPr>
          <a:xfrm rot="2700000">
            <a:off x="5939028" y="4846320"/>
            <a:ext cx="82296" cy="82296"/>
          </a:xfrm>
          <a:prstGeom prst="rect">
            <a:avLst/>
          </a:prstGeom>
          <a:solidFill>
            <a:srgbClr val="D4951A">
              <a:alpha val="15000"/>
            </a:srgbClr>
          </a:solidFill>
          <a:ln w="12700">
            <a:solidFill>
              <a:srgbClr val="D4951A"/>
            </a:solidFill>
            <a:prstDash val="solid"/>
          </a:ln>
        </p:spPr>
      </p:sp>
      <p:sp>
        <p:nvSpPr>
          <p:cNvPr id="154" name="Shape 152"/>
          <p:cNvSpPr/>
          <p:nvPr/>
        </p:nvSpPr>
        <p:spPr>
          <a:xfrm rot="2700000">
            <a:off x="6062472" y="4846320"/>
            <a:ext cx="82296" cy="82296"/>
          </a:xfrm>
          <a:prstGeom prst="rect">
            <a:avLst/>
          </a:prstGeom>
          <a:solidFill>
            <a:srgbClr val="D4951A">
              <a:alpha val="15000"/>
            </a:srgbClr>
          </a:solidFill>
          <a:ln w="12700">
            <a:solidFill>
              <a:srgbClr val="D4951A"/>
            </a:solidFill>
            <a:prstDash val="solid"/>
          </a:ln>
        </p:spPr>
      </p:sp>
      <p:sp>
        <p:nvSpPr>
          <p:cNvPr id="155" name="Shape 153"/>
          <p:cNvSpPr/>
          <p:nvPr/>
        </p:nvSpPr>
        <p:spPr>
          <a:xfrm rot="2700000">
            <a:off x="6185916" y="4846320"/>
            <a:ext cx="82296" cy="82296"/>
          </a:xfrm>
          <a:prstGeom prst="rect">
            <a:avLst/>
          </a:prstGeom>
          <a:solidFill>
            <a:srgbClr val="D4951A">
              <a:alpha val="15000"/>
            </a:srgbClr>
          </a:solidFill>
          <a:ln w="12700">
            <a:solidFill>
              <a:srgbClr val="D4951A"/>
            </a:solidFill>
            <a:prstDash val="solid"/>
          </a:ln>
        </p:spPr>
      </p:sp>
      <p:sp>
        <p:nvSpPr>
          <p:cNvPr id="156" name="Shape 154"/>
          <p:cNvSpPr/>
          <p:nvPr/>
        </p:nvSpPr>
        <p:spPr>
          <a:xfrm rot="2700000">
            <a:off x="6309360" y="4846320"/>
            <a:ext cx="82296" cy="82296"/>
          </a:xfrm>
          <a:prstGeom prst="rect">
            <a:avLst/>
          </a:prstGeom>
          <a:solidFill>
            <a:srgbClr val="D4951A">
              <a:alpha val="15000"/>
            </a:srgbClr>
          </a:solidFill>
          <a:ln w="12700">
            <a:solidFill>
              <a:srgbClr val="D4951A"/>
            </a:solidFill>
            <a:prstDash val="solid"/>
          </a:ln>
        </p:spPr>
      </p:sp>
      <p:sp>
        <p:nvSpPr>
          <p:cNvPr id="157" name="Shape 155"/>
          <p:cNvSpPr/>
          <p:nvPr/>
        </p:nvSpPr>
        <p:spPr>
          <a:xfrm rot="2700000">
            <a:off x="6432804" y="4846320"/>
            <a:ext cx="82296" cy="82296"/>
          </a:xfrm>
          <a:prstGeom prst="rect">
            <a:avLst/>
          </a:prstGeom>
          <a:solidFill>
            <a:srgbClr val="D4951A">
              <a:alpha val="15000"/>
            </a:srgbClr>
          </a:solidFill>
          <a:ln w="12700">
            <a:solidFill>
              <a:srgbClr val="D4951A"/>
            </a:solidFill>
            <a:prstDash val="solid"/>
          </a:ln>
        </p:spPr>
      </p:sp>
      <p:sp>
        <p:nvSpPr>
          <p:cNvPr id="158" name="Shape 156"/>
          <p:cNvSpPr/>
          <p:nvPr/>
        </p:nvSpPr>
        <p:spPr>
          <a:xfrm rot="2700000">
            <a:off x="6556248" y="4846320"/>
            <a:ext cx="82296" cy="82296"/>
          </a:xfrm>
          <a:prstGeom prst="rect">
            <a:avLst/>
          </a:prstGeom>
          <a:solidFill>
            <a:srgbClr val="D4951A">
              <a:alpha val="15000"/>
            </a:srgbClr>
          </a:solidFill>
          <a:ln w="12700">
            <a:solidFill>
              <a:srgbClr val="D4951A"/>
            </a:solidFill>
            <a:prstDash val="solid"/>
          </a:ln>
        </p:spPr>
      </p:sp>
      <p:sp>
        <p:nvSpPr>
          <p:cNvPr id="159" name="Shape 157"/>
          <p:cNvSpPr/>
          <p:nvPr/>
        </p:nvSpPr>
        <p:spPr>
          <a:xfrm rot="2700000">
            <a:off x="6679692" y="4846320"/>
            <a:ext cx="82296" cy="82296"/>
          </a:xfrm>
          <a:prstGeom prst="rect">
            <a:avLst/>
          </a:prstGeom>
          <a:solidFill>
            <a:srgbClr val="D4951A">
              <a:alpha val="15000"/>
            </a:srgbClr>
          </a:solidFill>
          <a:ln w="12700">
            <a:solidFill>
              <a:srgbClr val="D4951A"/>
            </a:solidFill>
            <a:prstDash val="solid"/>
          </a:ln>
        </p:spPr>
      </p:sp>
      <p:sp>
        <p:nvSpPr>
          <p:cNvPr id="160" name="Shape 158"/>
          <p:cNvSpPr/>
          <p:nvPr/>
        </p:nvSpPr>
        <p:spPr>
          <a:xfrm rot="2700000">
            <a:off x="6803136" y="4846320"/>
            <a:ext cx="82296" cy="82296"/>
          </a:xfrm>
          <a:prstGeom prst="rect">
            <a:avLst/>
          </a:prstGeom>
          <a:solidFill>
            <a:srgbClr val="D4951A">
              <a:alpha val="15000"/>
            </a:srgbClr>
          </a:solidFill>
          <a:ln w="12700">
            <a:solidFill>
              <a:srgbClr val="D4951A"/>
            </a:solidFill>
            <a:prstDash val="solid"/>
          </a:ln>
        </p:spPr>
      </p:sp>
      <p:sp>
        <p:nvSpPr>
          <p:cNvPr id="161" name="Shape 159"/>
          <p:cNvSpPr/>
          <p:nvPr/>
        </p:nvSpPr>
        <p:spPr>
          <a:xfrm rot="2700000">
            <a:off x="6926580" y="4846320"/>
            <a:ext cx="82296" cy="82296"/>
          </a:xfrm>
          <a:prstGeom prst="rect">
            <a:avLst/>
          </a:prstGeom>
          <a:solidFill>
            <a:srgbClr val="D4951A">
              <a:alpha val="15000"/>
            </a:srgbClr>
          </a:solidFill>
          <a:ln w="12700">
            <a:solidFill>
              <a:srgbClr val="D4951A"/>
            </a:solidFill>
            <a:prstDash val="solid"/>
          </a:ln>
        </p:spPr>
      </p:sp>
      <p:sp>
        <p:nvSpPr>
          <p:cNvPr id="162" name="Shape 160"/>
          <p:cNvSpPr/>
          <p:nvPr/>
        </p:nvSpPr>
        <p:spPr>
          <a:xfrm rot="2700000">
            <a:off x="7050024" y="4846320"/>
            <a:ext cx="82296" cy="82296"/>
          </a:xfrm>
          <a:prstGeom prst="rect">
            <a:avLst/>
          </a:prstGeom>
          <a:solidFill>
            <a:srgbClr val="D4951A">
              <a:alpha val="15000"/>
            </a:srgbClr>
          </a:solidFill>
          <a:ln w="12700">
            <a:solidFill>
              <a:srgbClr val="D4951A"/>
            </a:solidFill>
            <a:prstDash val="solid"/>
          </a:ln>
        </p:spPr>
      </p:sp>
      <p:sp>
        <p:nvSpPr>
          <p:cNvPr id="163" name="Shape 161"/>
          <p:cNvSpPr/>
          <p:nvPr/>
        </p:nvSpPr>
        <p:spPr>
          <a:xfrm rot="2700000">
            <a:off x="7173468" y="4846320"/>
            <a:ext cx="82296" cy="82296"/>
          </a:xfrm>
          <a:prstGeom prst="rect">
            <a:avLst/>
          </a:prstGeom>
          <a:solidFill>
            <a:srgbClr val="D4951A">
              <a:alpha val="15000"/>
            </a:srgbClr>
          </a:solidFill>
          <a:ln w="12700">
            <a:solidFill>
              <a:srgbClr val="D4951A"/>
            </a:solidFill>
            <a:prstDash val="solid"/>
          </a:ln>
        </p:spPr>
      </p:sp>
      <p:sp>
        <p:nvSpPr>
          <p:cNvPr id="164" name="Shape 162"/>
          <p:cNvSpPr/>
          <p:nvPr/>
        </p:nvSpPr>
        <p:spPr>
          <a:xfrm rot="2700000">
            <a:off x="7296912" y="4846320"/>
            <a:ext cx="82296" cy="82296"/>
          </a:xfrm>
          <a:prstGeom prst="rect">
            <a:avLst/>
          </a:prstGeom>
          <a:solidFill>
            <a:srgbClr val="D4951A">
              <a:alpha val="15000"/>
            </a:srgbClr>
          </a:solidFill>
          <a:ln w="12700">
            <a:solidFill>
              <a:srgbClr val="D4951A"/>
            </a:solidFill>
            <a:prstDash val="solid"/>
          </a:ln>
        </p:spPr>
      </p:sp>
      <p:sp>
        <p:nvSpPr>
          <p:cNvPr id="165" name="Shape 163"/>
          <p:cNvSpPr/>
          <p:nvPr/>
        </p:nvSpPr>
        <p:spPr>
          <a:xfrm rot="2700000">
            <a:off x="7420356" y="4846320"/>
            <a:ext cx="82296" cy="82296"/>
          </a:xfrm>
          <a:prstGeom prst="rect">
            <a:avLst/>
          </a:prstGeom>
          <a:solidFill>
            <a:srgbClr val="D4951A">
              <a:alpha val="15000"/>
            </a:srgbClr>
          </a:solidFill>
          <a:ln w="12700">
            <a:solidFill>
              <a:srgbClr val="D4951A"/>
            </a:solidFill>
            <a:prstDash val="solid"/>
          </a:ln>
        </p:spPr>
      </p:sp>
      <p:sp>
        <p:nvSpPr>
          <p:cNvPr id="166" name="Shape 164"/>
          <p:cNvSpPr/>
          <p:nvPr/>
        </p:nvSpPr>
        <p:spPr>
          <a:xfrm rot="2700000">
            <a:off x="7543800" y="4846320"/>
            <a:ext cx="82296" cy="82296"/>
          </a:xfrm>
          <a:prstGeom prst="rect">
            <a:avLst/>
          </a:prstGeom>
          <a:solidFill>
            <a:srgbClr val="D4951A">
              <a:alpha val="15000"/>
            </a:srgbClr>
          </a:solidFill>
          <a:ln w="12700">
            <a:solidFill>
              <a:srgbClr val="D4951A"/>
            </a:solidFill>
            <a:prstDash val="solid"/>
          </a:ln>
        </p:spPr>
      </p:sp>
      <p:sp>
        <p:nvSpPr>
          <p:cNvPr id="167" name="Shape 165"/>
          <p:cNvSpPr/>
          <p:nvPr/>
        </p:nvSpPr>
        <p:spPr>
          <a:xfrm rot="2700000">
            <a:off x="7667244" y="4846320"/>
            <a:ext cx="82296" cy="82296"/>
          </a:xfrm>
          <a:prstGeom prst="rect">
            <a:avLst/>
          </a:prstGeom>
          <a:solidFill>
            <a:srgbClr val="D4951A">
              <a:alpha val="15000"/>
            </a:srgbClr>
          </a:solidFill>
          <a:ln w="12700">
            <a:solidFill>
              <a:srgbClr val="D4951A"/>
            </a:solidFill>
            <a:prstDash val="solid"/>
          </a:ln>
        </p:spPr>
      </p:sp>
      <p:sp>
        <p:nvSpPr>
          <p:cNvPr id="168" name="Shape 166"/>
          <p:cNvSpPr/>
          <p:nvPr/>
        </p:nvSpPr>
        <p:spPr>
          <a:xfrm rot="2700000">
            <a:off x="7790688" y="4846320"/>
            <a:ext cx="82296" cy="82296"/>
          </a:xfrm>
          <a:prstGeom prst="rect">
            <a:avLst/>
          </a:prstGeom>
          <a:solidFill>
            <a:srgbClr val="D4951A">
              <a:alpha val="15000"/>
            </a:srgbClr>
          </a:solidFill>
          <a:ln w="12700">
            <a:solidFill>
              <a:srgbClr val="D4951A"/>
            </a:solidFill>
            <a:prstDash val="solid"/>
          </a:ln>
        </p:spPr>
      </p:sp>
      <p:sp>
        <p:nvSpPr>
          <p:cNvPr id="169" name="Shape 167"/>
          <p:cNvSpPr/>
          <p:nvPr/>
        </p:nvSpPr>
        <p:spPr>
          <a:xfrm rot="2700000">
            <a:off x="7914132" y="4846320"/>
            <a:ext cx="82296" cy="82296"/>
          </a:xfrm>
          <a:prstGeom prst="rect">
            <a:avLst/>
          </a:prstGeom>
          <a:solidFill>
            <a:srgbClr val="D4951A">
              <a:alpha val="15000"/>
            </a:srgbClr>
          </a:solidFill>
          <a:ln w="12700">
            <a:solidFill>
              <a:srgbClr val="D4951A"/>
            </a:solidFill>
            <a:prstDash val="solid"/>
          </a:ln>
        </p:spPr>
      </p:sp>
      <p:sp>
        <p:nvSpPr>
          <p:cNvPr id="170" name="Shape 168"/>
          <p:cNvSpPr/>
          <p:nvPr/>
        </p:nvSpPr>
        <p:spPr>
          <a:xfrm rot="2700000">
            <a:off x="8037576" y="4846320"/>
            <a:ext cx="82296" cy="82296"/>
          </a:xfrm>
          <a:prstGeom prst="rect">
            <a:avLst/>
          </a:prstGeom>
          <a:solidFill>
            <a:srgbClr val="D4951A">
              <a:alpha val="15000"/>
            </a:srgbClr>
          </a:solidFill>
          <a:ln w="12700">
            <a:solidFill>
              <a:srgbClr val="D4951A"/>
            </a:solidFill>
            <a:prstDash val="solid"/>
          </a:ln>
        </p:spPr>
      </p:sp>
      <p:sp>
        <p:nvSpPr>
          <p:cNvPr id="171" name="Shape 169"/>
          <p:cNvSpPr/>
          <p:nvPr/>
        </p:nvSpPr>
        <p:spPr>
          <a:xfrm rot="2700000">
            <a:off x="8161020" y="4846320"/>
            <a:ext cx="82296" cy="82296"/>
          </a:xfrm>
          <a:prstGeom prst="rect">
            <a:avLst/>
          </a:prstGeom>
          <a:solidFill>
            <a:srgbClr val="D4951A">
              <a:alpha val="15000"/>
            </a:srgbClr>
          </a:solidFill>
          <a:ln w="12700">
            <a:solidFill>
              <a:srgbClr val="D4951A"/>
            </a:solidFill>
            <a:prstDash val="solid"/>
          </a:ln>
        </p:spPr>
      </p:sp>
      <p:sp>
        <p:nvSpPr>
          <p:cNvPr id="172" name="Shape 170"/>
          <p:cNvSpPr/>
          <p:nvPr/>
        </p:nvSpPr>
        <p:spPr>
          <a:xfrm rot="2700000">
            <a:off x="8284464" y="4846320"/>
            <a:ext cx="82296" cy="82296"/>
          </a:xfrm>
          <a:prstGeom prst="rect">
            <a:avLst/>
          </a:prstGeom>
          <a:solidFill>
            <a:srgbClr val="D4951A">
              <a:alpha val="15000"/>
            </a:srgbClr>
          </a:solidFill>
          <a:ln w="12700">
            <a:solidFill>
              <a:srgbClr val="D4951A"/>
            </a:solidFill>
            <a:prstDash val="solid"/>
          </a:ln>
        </p:spPr>
      </p:sp>
      <p:sp>
        <p:nvSpPr>
          <p:cNvPr id="173" name="Shape 171"/>
          <p:cNvSpPr/>
          <p:nvPr/>
        </p:nvSpPr>
        <p:spPr>
          <a:xfrm rot="2700000">
            <a:off x="8407908" y="4846320"/>
            <a:ext cx="82296" cy="82296"/>
          </a:xfrm>
          <a:prstGeom prst="rect">
            <a:avLst/>
          </a:prstGeom>
          <a:solidFill>
            <a:srgbClr val="D4951A">
              <a:alpha val="15000"/>
            </a:srgbClr>
          </a:solidFill>
          <a:ln w="12700">
            <a:solidFill>
              <a:srgbClr val="D4951A"/>
            </a:solidFill>
            <a:prstDash val="solid"/>
          </a:ln>
        </p:spPr>
      </p:sp>
      <p:sp>
        <p:nvSpPr>
          <p:cNvPr id="174" name="Shape 172"/>
          <p:cNvSpPr/>
          <p:nvPr/>
        </p:nvSpPr>
        <p:spPr>
          <a:xfrm rot="2700000">
            <a:off x="8531352" y="4846320"/>
            <a:ext cx="82296" cy="82296"/>
          </a:xfrm>
          <a:prstGeom prst="rect">
            <a:avLst/>
          </a:prstGeom>
          <a:solidFill>
            <a:srgbClr val="D4951A">
              <a:alpha val="15000"/>
            </a:srgbClr>
          </a:solidFill>
          <a:ln w="12700">
            <a:solidFill>
              <a:srgbClr val="D4951A"/>
            </a:solidFill>
            <a:prstDash val="solid"/>
          </a:ln>
        </p:spPr>
      </p:sp>
      <p:sp>
        <p:nvSpPr>
          <p:cNvPr id="175" name="Shape 173"/>
          <p:cNvSpPr/>
          <p:nvPr/>
        </p:nvSpPr>
        <p:spPr>
          <a:xfrm rot="2700000">
            <a:off x="8654796" y="4846320"/>
            <a:ext cx="82296" cy="82296"/>
          </a:xfrm>
          <a:prstGeom prst="rect">
            <a:avLst/>
          </a:prstGeom>
          <a:solidFill>
            <a:srgbClr val="D4951A">
              <a:alpha val="15000"/>
            </a:srgbClr>
          </a:solidFill>
          <a:ln w="12700">
            <a:solidFill>
              <a:srgbClr val="D4951A"/>
            </a:solidFill>
            <a:prstDash val="solid"/>
          </a:ln>
        </p:spPr>
      </p:sp>
      <p:sp>
        <p:nvSpPr>
          <p:cNvPr id="176" name="Shape 174"/>
          <p:cNvSpPr/>
          <p:nvPr/>
        </p:nvSpPr>
        <p:spPr>
          <a:xfrm rot="2700000">
            <a:off x="8778240" y="4846320"/>
            <a:ext cx="82296" cy="82296"/>
          </a:xfrm>
          <a:prstGeom prst="rect">
            <a:avLst/>
          </a:prstGeom>
          <a:solidFill>
            <a:srgbClr val="D4951A">
              <a:alpha val="15000"/>
            </a:srgbClr>
          </a:solidFill>
          <a:ln w="12700">
            <a:solidFill>
              <a:srgbClr val="D4951A"/>
            </a:solidFill>
            <a:prstDash val="solid"/>
          </a:ln>
        </p:spPr>
      </p:sp>
      <p:sp>
        <p:nvSpPr>
          <p:cNvPr id="177" name="Shape 175"/>
          <p:cNvSpPr/>
          <p:nvPr/>
        </p:nvSpPr>
        <p:spPr>
          <a:xfrm rot="2700000">
            <a:off x="8901684" y="4846320"/>
            <a:ext cx="82296" cy="82296"/>
          </a:xfrm>
          <a:prstGeom prst="rect">
            <a:avLst/>
          </a:prstGeom>
          <a:solidFill>
            <a:srgbClr val="D4951A">
              <a:alpha val="15000"/>
            </a:srgbClr>
          </a:solidFill>
          <a:ln w="12700">
            <a:solidFill>
              <a:srgbClr val="D4951A"/>
            </a:solidFill>
            <a:prstDash val="solid"/>
          </a:ln>
        </p:spPr>
      </p:sp>
      <p:sp>
        <p:nvSpPr>
          <p:cNvPr id="178" name="Shape 176"/>
          <p:cNvSpPr/>
          <p:nvPr/>
        </p:nvSpPr>
        <p:spPr>
          <a:xfrm rot="2700000">
            <a:off x="9025128" y="4846320"/>
            <a:ext cx="82296" cy="82296"/>
          </a:xfrm>
          <a:prstGeom prst="rect">
            <a:avLst/>
          </a:prstGeom>
          <a:solidFill>
            <a:srgbClr val="D4951A">
              <a:alpha val="15000"/>
            </a:srgbClr>
          </a:solidFill>
          <a:ln w="12700">
            <a:solidFill>
              <a:srgbClr val="D4951A"/>
            </a:solidFill>
            <a:prstDash val="solid"/>
          </a:ln>
        </p:spPr>
      </p:sp>
      <p:sp>
        <p:nvSpPr>
          <p:cNvPr id="179" name="Text 177"/>
          <p:cNvSpPr/>
          <p:nvPr/>
        </p:nvSpPr>
        <p:spPr>
          <a:xfrm>
            <a:off x="365760" y="4901184"/>
            <a:ext cx="8412480" cy="228600"/>
          </a:xfrm>
          <a:prstGeom prst="rect">
            <a:avLst/>
          </a:prstGeom>
          <a:noFill/>
          <a:ln/>
        </p:spPr>
        <p:txBody>
          <a:bodyPr wrap="square" rtlCol="0" anchor="ctr"/>
          <a:lstStyle/>
          <a:p>
            <a:pPr algn="r" indent="0" marL="0">
              <a:buNone/>
            </a:pPr>
            <a:r>
              <a:rPr lang="en-US" sz="800" spc="150" kern="0" dirty="0">
                <a:solidFill>
                  <a:srgbClr val="5A6E82"/>
                </a:solidFill>
                <a:latin typeface="Calibri" pitchFamily="34" charset="0"/>
                <a:ea typeface="Calibri" pitchFamily="34" charset="-122"/>
                <a:cs typeface="Calibri" pitchFamily="34" charset="-120"/>
              </a:rPr>
              <a:t>PET FACTORY MAROC  ·  CHOIX DU COMPRESSEUR</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60A10"/>
          </a:solidFill>
          <a:ln/>
        </p:spPr>
      </p:sp>
      <p:sp>
        <p:nvSpPr>
          <p:cNvPr id="3" name="Shape 1"/>
          <p:cNvSpPr/>
          <p:nvPr/>
        </p:nvSpPr>
        <p:spPr>
          <a:xfrm rot="2700000">
            <a:off x="13716" y="749808"/>
            <a:ext cx="82296" cy="82296"/>
          </a:xfrm>
          <a:prstGeom prst="rect">
            <a:avLst/>
          </a:prstGeom>
          <a:solidFill>
            <a:srgbClr val="D4951A">
              <a:alpha val="55000"/>
            </a:srgbClr>
          </a:solidFill>
          <a:ln w="12700">
            <a:solidFill>
              <a:srgbClr val="D4951A"/>
            </a:solidFill>
            <a:prstDash val="solid"/>
          </a:ln>
        </p:spPr>
      </p:sp>
      <p:sp>
        <p:nvSpPr>
          <p:cNvPr id="4" name="Shape 2"/>
          <p:cNvSpPr/>
          <p:nvPr/>
        </p:nvSpPr>
        <p:spPr>
          <a:xfrm rot="2700000">
            <a:off x="137160" y="749808"/>
            <a:ext cx="82296" cy="82296"/>
          </a:xfrm>
          <a:prstGeom prst="rect">
            <a:avLst/>
          </a:prstGeom>
          <a:solidFill>
            <a:srgbClr val="D4951A">
              <a:alpha val="55000"/>
            </a:srgbClr>
          </a:solidFill>
          <a:ln w="12700">
            <a:solidFill>
              <a:srgbClr val="D4951A"/>
            </a:solidFill>
            <a:prstDash val="solid"/>
          </a:ln>
        </p:spPr>
      </p:sp>
      <p:sp>
        <p:nvSpPr>
          <p:cNvPr id="5" name="Shape 3"/>
          <p:cNvSpPr/>
          <p:nvPr/>
        </p:nvSpPr>
        <p:spPr>
          <a:xfrm rot="2700000">
            <a:off x="260604" y="749808"/>
            <a:ext cx="82296" cy="82296"/>
          </a:xfrm>
          <a:prstGeom prst="rect">
            <a:avLst/>
          </a:prstGeom>
          <a:solidFill>
            <a:srgbClr val="D4951A">
              <a:alpha val="55000"/>
            </a:srgbClr>
          </a:solidFill>
          <a:ln w="12700">
            <a:solidFill>
              <a:srgbClr val="D4951A"/>
            </a:solidFill>
            <a:prstDash val="solid"/>
          </a:ln>
        </p:spPr>
      </p:sp>
      <p:sp>
        <p:nvSpPr>
          <p:cNvPr id="6" name="Shape 4"/>
          <p:cNvSpPr/>
          <p:nvPr/>
        </p:nvSpPr>
        <p:spPr>
          <a:xfrm rot="2700000">
            <a:off x="384048" y="749808"/>
            <a:ext cx="82296" cy="82296"/>
          </a:xfrm>
          <a:prstGeom prst="rect">
            <a:avLst/>
          </a:prstGeom>
          <a:solidFill>
            <a:srgbClr val="D4951A">
              <a:alpha val="55000"/>
            </a:srgbClr>
          </a:solidFill>
          <a:ln w="12700">
            <a:solidFill>
              <a:srgbClr val="D4951A"/>
            </a:solidFill>
            <a:prstDash val="solid"/>
          </a:ln>
        </p:spPr>
      </p:sp>
      <p:sp>
        <p:nvSpPr>
          <p:cNvPr id="7" name="Shape 5"/>
          <p:cNvSpPr/>
          <p:nvPr/>
        </p:nvSpPr>
        <p:spPr>
          <a:xfrm rot="2700000">
            <a:off x="507492" y="749808"/>
            <a:ext cx="82296" cy="82296"/>
          </a:xfrm>
          <a:prstGeom prst="rect">
            <a:avLst/>
          </a:prstGeom>
          <a:solidFill>
            <a:srgbClr val="D4951A">
              <a:alpha val="55000"/>
            </a:srgbClr>
          </a:solidFill>
          <a:ln w="12700">
            <a:solidFill>
              <a:srgbClr val="D4951A"/>
            </a:solidFill>
            <a:prstDash val="solid"/>
          </a:ln>
        </p:spPr>
      </p:sp>
      <p:sp>
        <p:nvSpPr>
          <p:cNvPr id="8" name="Shape 6"/>
          <p:cNvSpPr/>
          <p:nvPr/>
        </p:nvSpPr>
        <p:spPr>
          <a:xfrm rot="2700000">
            <a:off x="630936" y="749808"/>
            <a:ext cx="82296" cy="82296"/>
          </a:xfrm>
          <a:prstGeom prst="rect">
            <a:avLst/>
          </a:prstGeom>
          <a:solidFill>
            <a:srgbClr val="D4951A">
              <a:alpha val="55000"/>
            </a:srgbClr>
          </a:solidFill>
          <a:ln w="12700">
            <a:solidFill>
              <a:srgbClr val="D4951A"/>
            </a:solidFill>
            <a:prstDash val="solid"/>
          </a:ln>
        </p:spPr>
      </p:sp>
      <p:sp>
        <p:nvSpPr>
          <p:cNvPr id="9" name="Shape 7"/>
          <p:cNvSpPr/>
          <p:nvPr/>
        </p:nvSpPr>
        <p:spPr>
          <a:xfrm rot="2700000">
            <a:off x="754380" y="749808"/>
            <a:ext cx="82296" cy="82296"/>
          </a:xfrm>
          <a:prstGeom prst="rect">
            <a:avLst/>
          </a:prstGeom>
          <a:solidFill>
            <a:srgbClr val="D4951A">
              <a:alpha val="55000"/>
            </a:srgbClr>
          </a:solidFill>
          <a:ln w="12700">
            <a:solidFill>
              <a:srgbClr val="D4951A"/>
            </a:solidFill>
            <a:prstDash val="solid"/>
          </a:ln>
        </p:spPr>
      </p:sp>
      <p:sp>
        <p:nvSpPr>
          <p:cNvPr id="10" name="Shape 8"/>
          <p:cNvSpPr/>
          <p:nvPr/>
        </p:nvSpPr>
        <p:spPr>
          <a:xfrm rot="2700000">
            <a:off x="877824" y="749808"/>
            <a:ext cx="82296" cy="82296"/>
          </a:xfrm>
          <a:prstGeom prst="rect">
            <a:avLst/>
          </a:prstGeom>
          <a:solidFill>
            <a:srgbClr val="D4951A">
              <a:alpha val="55000"/>
            </a:srgbClr>
          </a:solidFill>
          <a:ln w="12700">
            <a:solidFill>
              <a:srgbClr val="D4951A"/>
            </a:solidFill>
            <a:prstDash val="solid"/>
          </a:ln>
        </p:spPr>
      </p:sp>
      <p:sp>
        <p:nvSpPr>
          <p:cNvPr id="11" name="Shape 9"/>
          <p:cNvSpPr/>
          <p:nvPr/>
        </p:nvSpPr>
        <p:spPr>
          <a:xfrm rot="2700000">
            <a:off x="1001268" y="749808"/>
            <a:ext cx="82296" cy="82296"/>
          </a:xfrm>
          <a:prstGeom prst="rect">
            <a:avLst/>
          </a:prstGeom>
          <a:solidFill>
            <a:srgbClr val="D4951A">
              <a:alpha val="55000"/>
            </a:srgbClr>
          </a:solidFill>
          <a:ln w="12700">
            <a:solidFill>
              <a:srgbClr val="D4951A"/>
            </a:solidFill>
            <a:prstDash val="solid"/>
          </a:ln>
        </p:spPr>
      </p:sp>
      <p:sp>
        <p:nvSpPr>
          <p:cNvPr id="12" name="Shape 10"/>
          <p:cNvSpPr/>
          <p:nvPr/>
        </p:nvSpPr>
        <p:spPr>
          <a:xfrm rot="2700000">
            <a:off x="1124712" y="749808"/>
            <a:ext cx="82296" cy="82296"/>
          </a:xfrm>
          <a:prstGeom prst="rect">
            <a:avLst/>
          </a:prstGeom>
          <a:solidFill>
            <a:srgbClr val="D4951A">
              <a:alpha val="55000"/>
            </a:srgbClr>
          </a:solidFill>
          <a:ln w="12700">
            <a:solidFill>
              <a:srgbClr val="D4951A"/>
            </a:solidFill>
            <a:prstDash val="solid"/>
          </a:ln>
        </p:spPr>
      </p:sp>
      <p:sp>
        <p:nvSpPr>
          <p:cNvPr id="13" name="Shape 11"/>
          <p:cNvSpPr/>
          <p:nvPr/>
        </p:nvSpPr>
        <p:spPr>
          <a:xfrm rot="2700000">
            <a:off x="1248156" y="749808"/>
            <a:ext cx="82296" cy="82296"/>
          </a:xfrm>
          <a:prstGeom prst="rect">
            <a:avLst/>
          </a:prstGeom>
          <a:solidFill>
            <a:srgbClr val="D4951A">
              <a:alpha val="55000"/>
            </a:srgbClr>
          </a:solidFill>
          <a:ln w="12700">
            <a:solidFill>
              <a:srgbClr val="D4951A"/>
            </a:solidFill>
            <a:prstDash val="solid"/>
          </a:ln>
        </p:spPr>
      </p:sp>
      <p:sp>
        <p:nvSpPr>
          <p:cNvPr id="14" name="Shape 12"/>
          <p:cNvSpPr/>
          <p:nvPr/>
        </p:nvSpPr>
        <p:spPr>
          <a:xfrm rot="2700000">
            <a:off x="1371600" y="749808"/>
            <a:ext cx="82296" cy="82296"/>
          </a:xfrm>
          <a:prstGeom prst="rect">
            <a:avLst/>
          </a:prstGeom>
          <a:solidFill>
            <a:srgbClr val="D4951A">
              <a:alpha val="55000"/>
            </a:srgbClr>
          </a:solidFill>
          <a:ln w="12700">
            <a:solidFill>
              <a:srgbClr val="D4951A"/>
            </a:solidFill>
            <a:prstDash val="solid"/>
          </a:ln>
        </p:spPr>
      </p:sp>
      <p:sp>
        <p:nvSpPr>
          <p:cNvPr id="15" name="Shape 13"/>
          <p:cNvSpPr/>
          <p:nvPr/>
        </p:nvSpPr>
        <p:spPr>
          <a:xfrm rot="2700000">
            <a:off x="1495044" y="749808"/>
            <a:ext cx="82296" cy="82296"/>
          </a:xfrm>
          <a:prstGeom prst="rect">
            <a:avLst/>
          </a:prstGeom>
          <a:solidFill>
            <a:srgbClr val="D4951A">
              <a:alpha val="55000"/>
            </a:srgbClr>
          </a:solidFill>
          <a:ln w="12700">
            <a:solidFill>
              <a:srgbClr val="D4951A"/>
            </a:solidFill>
            <a:prstDash val="solid"/>
          </a:ln>
        </p:spPr>
      </p:sp>
      <p:sp>
        <p:nvSpPr>
          <p:cNvPr id="16" name="Shape 14"/>
          <p:cNvSpPr/>
          <p:nvPr/>
        </p:nvSpPr>
        <p:spPr>
          <a:xfrm rot="2700000">
            <a:off x="1618488" y="749808"/>
            <a:ext cx="82296" cy="82296"/>
          </a:xfrm>
          <a:prstGeom prst="rect">
            <a:avLst/>
          </a:prstGeom>
          <a:solidFill>
            <a:srgbClr val="D4951A">
              <a:alpha val="55000"/>
            </a:srgbClr>
          </a:solidFill>
          <a:ln w="12700">
            <a:solidFill>
              <a:srgbClr val="D4951A"/>
            </a:solidFill>
            <a:prstDash val="solid"/>
          </a:ln>
        </p:spPr>
      </p:sp>
      <p:sp>
        <p:nvSpPr>
          <p:cNvPr id="17" name="Shape 15"/>
          <p:cNvSpPr/>
          <p:nvPr/>
        </p:nvSpPr>
        <p:spPr>
          <a:xfrm rot="2700000">
            <a:off x="1741932" y="749808"/>
            <a:ext cx="82296" cy="82296"/>
          </a:xfrm>
          <a:prstGeom prst="rect">
            <a:avLst/>
          </a:prstGeom>
          <a:solidFill>
            <a:srgbClr val="D4951A">
              <a:alpha val="55000"/>
            </a:srgbClr>
          </a:solidFill>
          <a:ln w="12700">
            <a:solidFill>
              <a:srgbClr val="D4951A"/>
            </a:solidFill>
            <a:prstDash val="solid"/>
          </a:ln>
        </p:spPr>
      </p:sp>
      <p:sp>
        <p:nvSpPr>
          <p:cNvPr id="18" name="Shape 16"/>
          <p:cNvSpPr/>
          <p:nvPr/>
        </p:nvSpPr>
        <p:spPr>
          <a:xfrm rot="2700000">
            <a:off x="1865376" y="749808"/>
            <a:ext cx="82296" cy="82296"/>
          </a:xfrm>
          <a:prstGeom prst="rect">
            <a:avLst/>
          </a:prstGeom>
          <a:solidFill>
            <a:srgbClr val="D4951A">
              <a:alpha val="55000"/>
            </a:srgbClr>
          </a:solidFill>
          <a:ln w="12700">
            <a:solidFill>
              <a:srgbClr val="D4951A"/>
            </a:solidFill>
            <a:prstDash val="solid"/>
          </a:ln>
        </p:spPr>
      </p:sp>
      <p:sp>
        <p:nvSpPr>
          <p:cNvPr id="19" name="Shape 17"/>
          <p:cNvSpPr/>
          <p:nvPr/>
        </p:nvSpPr>
        <p:spPr>
          <a:xfrm rot="2700000">
            <a:off x="1988820" y="749808"/>
            <a:ext cx="82296" cy="82296"/>
          </a:xfrm>
          <a:prstGeom prst="rect">
            <a:avLst/>
          </a:prstGeom>
          <a:solidFill>
            <a:srgbClr val="D4951A">
              <a:alpha val="55000"/>
            </a:srgbClr>
          </a:solidFill>
          <a:ln w="12700">
            <a:solidFill>
              <a:srgbClr val="D4951A"/>
            </a:solidFill>
            <a:prstDash val="solid"/>
          </a:ln>
        </p:spPr>
      </p:sp>
      <p:sp>
        <p:nvSpPr>
          <p:cNvPr id="20" name="Shape 18"/>
          <p:cNvSpPr/>
          <p:nvPr/>
        </p:nvSpPr>
        <p:spPr>
          <a:xfrm rot="2700000">
            <a:off x="2112264" y="749808"/>
            <a:ext cx="82296" cy="82296"/>
          </a:xfrm>
          <a:prstGeom prst="rect">
            <a:avLst/>
          </a:prstGeom>
          <a:solidFill>
            <a:srgbClr val="D4951A">
              <a:alpha val="55000"/>
            </a:srgbClr>
          </a:solidFill>
          <a:ln w="12700">
            <a:solidFill>
              <a:srgbClr val="D4951A"/>
            </a:solidFill>
            <a:prstDash val="solid"/>
          </a:ln>
        </p:spPr>
      </p:sp>
      <p:sp>
        <p:nvSpPr>
          <p:cNvPr id="21" name="Shape 19"/>
          <p:cNvSpPr/>
          <p:nvPr/>
        </p:nvSpPr>
        <p:spPr>
          <a:xfrm rot="2700000">
            <a:off x="2235708" y="749808"/>
            <a:ext cx="82296" cy="82296"/>
          </a:xfrm>
          <a:prstGeom prst="rect">
            <a:avLst/>
          </a:prstGeom>
          <a:solidFill>
            <a:srgbClr val="D4951A">
              <a:alpha val="55000"/>
            </a:srgbClr>
          </a:solidFill>
          <a:ln w="12700">
            <a:solidFill>
              <a:srgbClr val="D4951A"/>
            </a:solidFill>
            <a:prstDash val="solid"/>
          </a:ln>
        </p:spPr>
      </p:sp>
      <p:sp>
        <p:nvSpPr>
          <p:cNvPr id="22" name="Shape 20"/>
          <p:cNvSpPr/>
          <p:nvPr/>
        </p:nvSpPr>
        <p:spPr>
          <a:xfrm rot="2700000">
            <a:off x="2359152" y="749808"/>
            <a:ext cx="82296" cy="82296"/>
          </a:xfrm>
          <a:prstGeom prst="rect">
            <a:avLst/>
          </a:prstGeom>
          <a:solidFill>
            <a:srgbClr val="D4951A">
              <a:alpha val="55000"/>
            </a:srgbClr>
          </a:solidFill>
          <a:ln w="12700">
            <a:solidFill>
              <a:srgbClr val="D4951A"/>
            </a:solidFill>
            <a:prstDash val="solid"/>
          </a:ln>
        </p:spPr>
      </p:sp>
      <p:sp>
        <p:nvSpPr>
          <p:cNvPr id="23" name="Shape 21"/>
          <p:cNvSpPr/>
          <p:nvPr/>
        </p:nvSpPr>
        <p:spPr>
          <a:xfrm rot="2700000">
            <a:off x="2482596" y="749808"/>
            <a:ext cx="82296" cy="82296"/>
          </a:xfrm>
          <a:prstGeom prst="rect">
            <a:avLst/>
          </a:prstGeom>
          <a:solidFill>
            <a:srgbClr val="D4951A">
              <a:alpha val="55000"/>
            </a:srgbClr>
          </a:solidFill>
          <a:ln w="12700">
            <a:solidFill>
              <a:srgbClr val="D4951A"/>
            </a:solidFill>
            <a:prstDash val="solid"/>
          </a:ln>
        </p:spPr>
      </p:sp>
      <p:sp>
        <p:nvSpPr>
          <p:cNvPr id="24" name="Shape 22"/>
          <p:cNvSpPr/>
          <p:nvPr/>
        </p:nvSpPr>
        <p:spPr>
          <a:xfrm rot="2700000">
            <a:off x="2606040" y="749808"/>
            <a:ext cx="82296" cy="82296"/>
          </a:xfrm>
          <a:prstGeom prst="rect">
            <a:avLst/>
          </a:prstGeom>
          <a:solidFill>
            <a:srgbClr val="D4951A">
              <a:alpha val="55000"/>
            </a:srgbClr>
          </a:solidFill>
          <a:ln w="12700">
            <a:solidFill>
              <a:srgbClr val="D4951A"/>
            </a:solidFill>
            <a:prstDash val="solid"/>
          </a:ln>
        </p:spPr>
      </p:sp>
      <p:sp>
        <p:nvSpPr>
          <p:cNvPr id="25" name="Shape 23"/>
          <p:cNvSpPr/>
          <p:nvPr/>
        </p:nvSpPr>
        <p:spPr>
          <a:xfrm rot="2700000">
            <a:off x="2729484" y="749808"/>
            <a:ext cx="82296" cy="82296"/>
          </a:xfrm>
          <a:prstGeom prst="rect">
            <a:avLst/>
          </a:prstGeom>
          <a:solidFill>
            <a:srgbClr val="D4951A">
              <a:alpha val="55000"/>
            </a:srgbClr>
          </a:solidFill>
          <a:ln w="12700">
            <a:solidFill>
              <a:srgbClr val="D4951A"/>
            </a:solidFill>
            <a:prstDash val="solid"/>
          </a:ln>
        </p:spPr>
      </p:sp>
      <p:sp>
        <p:nvSpPr>
          <p:cNvPr id="26" name="Shape 24"/>
          <p:cNvSpPr/>
          <p:nvPr/>
        </p:nvSpPr>
        <p:spPr>
          <a:xfrm rot="2700000">
            <a:off x="2852928" y="749808"/>
            <a:ext cx="82296" cy="82296"/>
          </a:xfrm>
          <a:prstGeom prst="rect">
            <a:avLst/>
          </a:prstGeom>
          <a:solidFill>
            <a:srgbClr val="D4951A">
              <a:alpha val="55000"/>
            </a:srgbClr>
          </a:solidFill>
          <a:ln w="12700">
            <a:solidFill>
              <a:srgbClr val="D4951A"/>
            </a:solidFill>
            <a:prstDash val="solid"/>
          </a:ln>
        </p:spPr>
      </p:sp>
      <p:sp>
        <p:nvSpPr>
          <p:cNvPr id="27" name="Shape 25"/>
          <p:cNvSpPr/>
          <p:nvPr/>
        </p:nvSpPr>
        <p:spPr>
          <a:xfrm rot="2700000">
            <a:off x="2976372" y="749808"/>
            <a:ext cx="82296" cy="82296"/>
          </a:xfrm>
          <a:prstGeom prst="rect">
            <a:avLst/>
          </a:prstGeom>
          <a:solidFill>
            <a:srgbClr val="D4951A">
              <a:alpha val="55000"/>
            </a:srgbClr>
          </a:solidFill>
          <a:ln w="12700">
            <a:solidFill>
              <a:srgbClr val="D4951A"/>
            </a:solidFill>
            <a:prstDash val="solid"/>
          </a:ln>
        </p:spPr>
      </p:sp>
      <p:sp>
        <p:nvSpPr>
          <p:cNvPr id="28" name="Shape 26"/>
          <p:cNvSpPr/>
          <p:nvPr/>
        </p:nvSpPr>
        <p:spPr>
          <a:xfrm rot="2700000">
            <a:off x="3099816" y="749808"/>
            <a:ext cx="82296" cy="82296"/>
          </a:xfrm>
          <a:prstGeom prst="rect">
            <a:avLst/>
          </a:prstGeom>
          <a:solidFill>
            <a:srgbClr val="D4951A">
              <a:alpha val="55000"/>
            </a:srgbClr>
          </a:solidFill>
          <a:ln w="12700">
            <a:solidFill>
              <a:srgbClr val="D4951A"/>
            </a:solidFill>
            <a:prstDash val="solid"/>
          </a:ln>
        </p:spPr>
      </p:sp>
      <p:sp>
        <p:nvSpPr>
          <p:cNvPr id="29" name="Shape 27"/>
          <p:cNvSpPr/>
          <p:nvPr/>
        </p:nvSpPr>
        <p:spPr>
          <a:xfrm rot="2700000">
            <a:off x="3223260" y="749808"/>
            <a:ext cx="82296" cy="82296"/>
          </a:xfrm>
          <a:prstGeom prst="rect">
            <a:avLst/>
          </a:prstGeom>
          <a:solidFill>
            <a:srgbClr val="D4951A">
              <a:alpha val="55000"/>
            </a:srgbClr>
          </a:solidFill>
          <a:ln w="12700">
            <a:solidFill>
              <a:srgbClr val="D4951A"/>
            </a:solidFill>
            <a:prstDash val="solid"/>
          </a:ln>
        </p:spPr>
      </p:sp>
      <p:sp>
        <p:nvSpPr>
          <p:cNvPr id="30" name="Shape 28"/>
          <p:cNvSpPr/>
          <p:nvPr/>
        </p:nvSpPr>
        <p:spPr>
          <a:xfrm rot="2700000">
            <a:off x="3346704" y="749808"/>
            <a:ext cx="82296" cy="82296"/>
          </a:xfrm>
          <a:prstGeom prst="rect">
            <a:avLst/>
          </a:prstGeom>
          <a:solidFill>
            <a:srgbClr val="D4951A">
              <a:alpha val="55000"/>
            </a:srgbClr>
          </a:solidFill>
          <a:ln w="12700">
            <a:solidFill>
              <a:srgbClr val="D4951A"/>
            </a:solidFill>
            <a:prstDash val="solid"/>
          </a:ln>
        </p:spPr>
      </p:sp>
      <p:sp>
        <p:nvSpPr>
          <p:cNvPr id="31" name="Shape 29"/>
          <p:cNvSpPr/>
          <p:nvPr/>
        </p:nvSpPr>
        <p:spPr>
          <a:xfrm rot="2700000">
            <a:off x="3470148" y="749808"/>
            <a:ext cx="82296" cy="82296"/>
          </a:xfrm>
          <a:prstGeom prst="rect">
            <a:avLst/>
          </a:prstGeom>
          <a:solidFill>
            <a:srgbClr val="D4951A">
              <a:alpha val="55000"/>
            </a:srgbClr>
          </a:solidFill>
          <a:ln w="12700">
            <a:solidFill>
              <a:srgbClr val="D4951A"/>
            </a:solidFill>
            <a:prstDash val="solid"/>
          </a:ln>
        </p:spPr>
      </p:sp>
      <p:sp>
        <p:nvSpPr>
          <p:cNvPr id="32" name="Shape 30"/>
          <p:cNvSpPr/>
          <p:nvPr/>
        </p:nvSpPr>
        <p:spPr>
          <a:xfrm rot="2700000">
            <a:off x="3593592" y="749808"/>
            <a:ext cx="82296" cy="82296"/>
          </a:xfrm>
          <a:prstGeom prst="rect">
            <a:avLst/>
          </a:prstGeom>
          <a:solidFill>
            <a:srgbClr val="D4951A">
              <a:alpha val="55000"/>
            </a:srgbClr>
          </a:solidFill>
          <a:ln w="12700">
            <a:solidFill>
              <a:srgbClr val="D4951A"/>
            </a:solidFill>
            <a:prstDash val="solid"/>
          </a:ln>
        </p:spPr>
      </p:sp>
      <p:sp>
        <p:nvSpPr>
          <p:cNvPr id="33" name="Shape 31"/>
          <p:cNvSpPr/>
          <p:nvPr/>
        </p:nvSpPr>
        <p:spPr>
          <a:xfrm rot="2700000">
            <a:off x="3717036" y="749808"/>
            <a:ext cx="82296" cy="82296"/>
          </a:xfrm>
          <a:prstGeom prst="rect">
            <a:avLst/>
          </a:prstGeom>
          <a:solidFill>
            <a:srgbClr val="D4951A">
              <a:alpha val="55000"/>
            </a:srgbClr>
          </a:solidFill>
          <a:ln w="12700">
            <a:solidFill>
              <a:srgbClr val="D4951A"/>
            </a:solidFill>
            <a:prstDash val="solid"/>
          </a:ln>
        </p:spPr>
      </p:sp>
      <p:sp>
        <p:nvSpPr>
          <p:cNvPr id="34" name="Shape 32"/>
          <p:cNvSpPr/>
          <p:nvPr/>
        </p:nvSpPr>
        <p:spPr>
          <a:xfrm rot="2700000">
            <a:off x="3840480" y="749808"/>
            <a:ext cx="82296" cy="82296"/>
          </a:xfrm>
          <a:prstGeom prst="rect">
            <a:avLst/>
          </a:prstGeom>
          <a:solidFill>
            <a:srgbClr val="D4951A">
              <a:alpha val="55000"/>
            </a:srgbClr>
          </a:solidFill>
          <a:ln w="12700">
            <a:solidFill>
              <a:srgbClr val="D4951A"/>
            </a:solidFill>
            <a:prstDash val="solid"/>
          </a:ln>
        </p:spPr>
      </p:sp>
      <p:sp>
        <p:nvSpPr>
          <p:cNvPr id="35" name="Shape 33"/>
          <p:cNvSpPr/>
          <p:nvPr/>
        </p:nvSpPr>
        <p:spPr>
          <a:xfrm rot="2700000">
            <a:off x="3963924" y="749808"/>
            <a:ext cx="82296" cy="82296"/>
          </a:xfrm>
          <a:prstGeom prst="rect">
            <a:avLst/>
          </a:prstGeom>
          <a:solidFill>
            <a:srgbClr val="D4951A">
              <a:alpha val="55000"/>
            </a:srgbClr>
          </a:solidFill>
          <a:ln w="12700">
            <a:solidFill>
              <a:srgbClr val="D4951A"/>
            </a:solidFill>
            <a:prstDash val="solid"/>
          </a:ln>
        </p:spPr>
      </p:sp>
      <p:sp>
        <p:nvSpPr>
          <p:cNvPr id="36" name="Shape 34"/>
          <p:cNvSpPr/>
          <p:nvPr/>
        </p:nvSpPr>
        <p:spPr>
          <a:xfrm rot="2700000">
            <a:off x="4087368" y="749808"/>
            <a:ext cx="82296" cy="82296"/>
          </a:xfrm>
          <a:prstGeom prst="rect">
            <a:avLst/>
          </a:prstGeom>
          <a:solidFill>
            <a:srgbClr val="D4951A">
              <a:alpha val="55000"/>
            </a:srgbClr>
          </a:solidFill>
          <a:ln w="12700">
            <a:solidFill>
              <a:srgbClr val="D4951A"/>
            </a:solidFill>
            <a:prstDash val="solid"/>
          </a:ln>
        </p:spPr>
      </p:sp>
      <p:sp>
        <p:nvSpPr>
          <p:cNvPr id="37" name="Shape 35"/>
          <p:cNvSpPr/>
          <p:nvPr/>
        </p:nvSpPr>
        <p:spPr>
          <a:xfrm rot="2700000">
            <a:off x="4210812" y="749808"/>
            <a:ext cx="82296" cy="82296"/>
          </a:xfrm>
          <a:prstGeom prst="rect">
            <a:avLst/>
          </a:prstGeom>
          <a:solidFill>
            <a:srgbClr val="D4951A">
              <a:alpha val="55000"/>
            </a:srgbClr>
          </a:solidFill>
          <a:ln w="12700">
            <a:solidFill>
              <a:srgbClr val="D4951A"/>
            </a:solidFill>
            <a:prstDash val="solid"/>
          </a:ln>
        </p:spPr>
      </p:sp>
      <p:sp>
        <p:nvSpPr>
          <p:cNvPr id="38" name="Shape 36"/>
          <p:cNvSpPr/>
          <p:nvPr/>
        </p:nvSpPr>
        <p:spPr>
          <a:xfrm rot="2700000">
            <a:off x="4334256" y="749808"/>
            <a:ext cx="82296" cy="82296"/>
          </a:xfrm>
          <a:prstGeom prst="rect">
            <a:avLst/>
          </a:prstGeom>
          <a:solidFill>
            <a:srgbClr val="D4951A">
              <a:alpha val="55000"/>
            </a:srgbClr>
          </a:solidFill>
          <a:ln w="12700">
            <a:solidFill>
              <a:srgbClr val="D4951A"/>
            </a:solidFill>
            <a:prstDash val="solid"/>
          </a:ln>
        </p:spPr>
      </p:sp>
      <p:sp>
        <p:nvSpPr>
          <p:cNvPr id="39" name="Shape 37"/>
          <p:cNvSpPr/>
          <p:nvPr/>
        </p:nvSpPr>
        <p:spPr>
          <a:xfrm rot="2700000">
            <a:off x="4457700" y="749808"/>
            <a:ext cx="82296" cy="82296"/>
          </a:xfrm>
          <a:prstGeom prst="rect">
            <a:avLst/>
          </a:prstGeom>
          <a:solidFill>
            <a:srgbClr val="D4951A">
              <a:alpha val="55000"/>
            </a:srgbClr>
          </a:solidFill>
          <a:ln w="12700">
            <a:solidFill>
              <a:srgbClr val="D4951A"/>
            </a:solidFill>
            <a:prstDash val="solid"/>
          </a:ln>
        </p:spPr>
      </p:sp>
      <p:sp>
        <p:nvSpPr>
          <p:cNvPr id="40" name="Shape 38"/>
          <p:cNvSpPr/>
          <p:nvPr/>
        </p:nvSpPr>
        <p:spPr>
          <a:xfrm rot="2700000">
            <a:off x="4581144" y="749808"/>
            <a:ext cx="82296" cy="82296"/>
          </a:xfrm>
          <a:prstGeom prst="rect">
            <a:avLst/>
          </a:prstGeom>
          <a:solidFill>
            <a:srgbClr val="D4951A">
              <a:alpha val="55000"/>
            </a:srgbClr>
          </a:solidFill>
          <a:ln w="12700">
            <a:solidFill>
              <a:srgbClr val="D4951A"/>
            </a:solidFill>
            <a:prstDash val="solid"/>
          </a:ln>
        </p:spPr>
      </p:sp>
      <p:sp>
        <p:nvSpPr>
          <p:cNvPr id="41" name="Shape 39"/>
          <p:cNvSpPr/>
          <p:nvPr/>
        </p:nvSpPr>
        <p:spPr>
          <a:xfrm rot="2700000">
            <a:off x="4704588" y="749808"/>
            <a:ext cx="82296" cy="82296"/>
          </a:xfrm>
          <a:prstGeom prst="rect">
            <a:avLst/>
          </a:prstGeom>
          <a:solidFill>
            <a:srgbClr val="D4951A">
              <a:alpha val="55000"/>
            </a:srgbClr>
          </a:solidFill>
          <a:ln w="12700">
            <a:solidFill>
              <a:srgbClr val="D4951A"/>
            </a:solidFill>
            <a:prstDash val="solid"/>
          </a:ln>
        </p:spPr>
      </p:sp>
      <p:sp>
        <p:nvSpPr>
          <p:cNvPr id="42" name="Shape 40"/>
          <p:cNvSpPr/>
          <p:nvPr/>
        </p:nvSpPr>
        <p:spPr>
          <a:xfrm rot="2700000">
            <a:off x="4828032" y="749808"/>
            <a:ext cx="82296" cy="82296"/>
          </a:xfrm>
          <a:prstGeom prst="rect">
            <a:avLst/>
          </a:prstGeom>
          <a:solidFill>
            <a:srgbClr val="D4951A">
              <a:alpha val="55000"/>
            </a:srgbClr>
          </a:solidFill>
          <a:ln w="12700">
            <a:solidFill>
              <a:srgbClr val="D4951A"/>
            </a:solidFill>
            <a:prstDash val="solid"/>
          </a:ln>
        </p:spPr>
      </p:sp>
      <p:sp>
        <p:nvSpPr>
          <p:cNvPr id="43" name="Shape 41"/>
          <p:cNvSpPr/>
          <p:nvPr/>
        </p:nvSpPr>
        <p:spPr>
          <a:xfrm rot="2700000">
            <a:off x="4951476" y="749808"/>
            <a:ext cx="82296" cy="82296"/>
          </a:xfrm>
          <a:prstGeom prst="rect">
            <a:avLst/>
          </a:prstGeom>
          <a:solidFill>
            <a:srgbClr val="D4951A">
              <a:alpha val="55000"/>
            </a:srgbClr>
          </a:solidFill>
          <a:ln w="12700">
            <a:solidFill>
              <a:srgbClr val="D4951A"/>
            </a:solidFill>
            <a:prstDash val="solid"/>
          </a:ln>
        </p:spPr>
      </p:sp>
      <p:sp>
        <p:nvSpPr>
          <p:cNvPr id="44" name="Shape 42"/>
          <p:cNvSpPr/>
          <p:nvPr/>
        </p:nvSpPr>
        <p:spPr>
          <a:xfrm rot="2700000">
            <a:off x="5074920" y="749808"/>
            <a:ext cx="82296" cy="82296"/>
          </a:xfrm>
          <a:prstGeom prst="rect">
            <a:avLst/>
          </a:prstGeom>
          <a:solidFill>
            <a:srgbClr val="D4951A">
              <a:alpha val="55000"/>
            </a:srgbClr>
          </a:solidFill>
          <a:ln w="12700">
            <a:solidFill>
              <a:srgbClr val="D4951A"/>
            </a:solidFill>
            <a:prstDash val="solid"/>
          </a:ln>
        </p:spPr>
      </p:sp>
      <p:sp>
        <p:nvSpPr>
          <p:cNvPr id="45" name="Shape 43"/>
          <p:cNvSpPr/>
          <p:nvPr/>
        </p:nvSpPr>
        <p:spPr>
          <a:xfrm rot="2700000">
            <a:off x="5198364" y="749808"/>
            <a:ext cx="82296" cy="82296"/>
          </a:xfrm>
          <a:prstGeom prst="rect">
            <a:avLst/>
          </a:prstGeom>
          <a:solidFill>
            <a:srgbClr val="D4951A">
              <a:alpha val="55000"/>
            </a:srgbClr>
          </a:solidFill>
          <a:ln w="12700">
            <a:solidFill>
              <a:srgbClr val="D4951A"/>
            </a:solidFill>
            <a:prstDash val="solid"/>
          </a:ln>
        </p:spPr>
      </p:sp>
      <p:sp>
        <p:nvSpPr>
          <p:cNvPr id="46" name="Shape 44"/>
          <p:cNvSpPr/>
          <p:nvPr/>
        </p:nvSpPr>
        <p:spPr>
          <a:xfrm rot="2700000">
            <a:off x="5321808" y="749808"/>
            <a:ext cx="82296" cy="82296"/>
          </a:xfrm>
          <a:prstGeom prst="rect">
            <a:avLst/>
          </a:prstGeom>
          <a:solidFill>
            <a:srgbClr val="D4951A">
              <a:alpha val="55000"/>
            </a:srgbClr>
          </a:solidFill>
          <a:ln w="12700">
            <a:solidFill>
              <a:srgbClr val="D4951A"/>
            </a:solidFill>
            <a:prstDash val="solid"/>
          </a:ln>
        </p:spPr>
      </p:sp>
      <p:sp>
        <p:nvSpPr>
          <p:cNvPr id="47" name="Shape 45"/>
          <p:cNvSpPr/>
          <p:nvPr/>
        </p:nvSpPr>
        <p:spPr>
          <a:xfrm rot="2700000">
            <a:off x="5445252" y="749808"/>
            <a:ext cx="82296" cy="82296"/>
          </a:xfrm>
          <a:prstGeom prst="rect">
            <a:avLst/>
          </a:prstGeom>
          <a:solidFill>
            <a:srgbClr val="D4951A">
              <a:alpha val="55000"/>
            </a:srgbClr>
          </a:solidFill>
          <a:ln w="12700">
            <a:solidFill>
              <a:srgbClr val="D4951A"/>
            </a:solidFill>
            <a:prstDash val="solid"/>
          </a:ln>
        </p:spPr>
      </p:sp>
      <p:sp>
        <p:nvSpPr>
          <p:cNvPr id="48" name="Shape 46"/>
          <p:cNvSpPr/>
          <p:nvPr/>
        </p:nvSpPr>
        <p:spPr>
          <a:xfrm rot="2700000">
            <a:off x="5568696" y="749808"/>
            <a:ext cx="82296" cy="82296"/>
          </a:xfrm>
          <a:prstGeom prst="rect">
            <a:avLst/>
          </a:prstGeom>
          <a:solidFill>
            <a:srgbClr val="D4951A">
              <a:alpha val="55000"/>
            </a:srgbClr>
          </a:solidFill>
          <a:ln w="12700">
            <a:solidFill>
              <a:srgbClr val="D4951A"/>
            </a:solidFill>
            <a:prstDash val="solid"/>
          </a:ln>
        </p:spPr>
      </p:sp>
      <p:sp>
        <p:nvSpPr>
          <p:cNvPr id="49" name="Shape 47"/>
          <p:cNvSpPr/>
          <p:nvPr/>
        </p:nvSpPr>
        <p:spPr>
          <a:xfrm rot="2700000">
            <a:off x="5692140" y="749808"/>
            <a:ext cx="82296" cy="82296"/>
          </a:xfrm>
          <a:prstGeom prst="rect">
            <a:avLst/>
          </a:prstGeom>
          <a:solidFill>
            <a:srgbClr val="D4951A">
              <a:alpha val="55000"/>
            </a:srgbClr>
          </a:solidFill>
          <a:ln w="12700">
            <a:solidFill>
              <a:srgbClr val="D4951A"/>
            </a:solidFill>
            <a:prstDash val="solid"/>
          </a:ln>
        </p:spPr>
      </p:sp>
      <p:sp>
        <p:nvSpPr>
          <p:cNvPr id="50" name="Shape 48"/>
          <p:cNvSpPr/>
          <p:nvPr/>
        </p:nvSpPr>
        <p:spPr>
          <a:xfrm rot="2700000">
            <a:off x="5815584" y="749808"/>
            <a:ext cx="82296" cy="82296"/>
          </a:xfrm>
          <a:prstGeom prst="rect">
            <a:avLst/>
          </a:prstGeom>
          <a:solidFill>
            <a:srgbClr val="D4951A">
              <a:alpha val="55000"/>
            </a:srgbClr>
          </a:solidFill>
          <a:ln w="12700">
            <a:solidFill>
              <a:srgbClr val="D4951A"/>
            </a:solidFill>
            <a:prstDash val="solid"/>
          </a:ln>
        </p:spPr>
      </p:sp>
      <p:sp>
        <p:nvSpPr>
          <p:cNvPr id="51" name="Shape 49"/>
          <p:cNvSpPr/>
          <p:nvPr/>
        </p:nvSpPr>
        <p:spPr>
          <a:xfrm rot="2700000">
            <a:off x="5939028" y="749808"/>
            <a:ext cx="82296" cy="82296"/>
          </a:xfrm>
          <a:prstGeom prst="rect">
            <a:avLst/>
          </a:prstGeom>
          <a:solidFill>
            <a:srgbClr val="D4951A">
              <a:alpha val="55000"/>
            </a:srgbClr>
          </a:solidFill>
          <a:ln w="12700">
            <a:solidFill>
              <a:srgbClr val="D4951A"/>
            </a:solidFill>
            <a:prstDash val="solid"/>
          </a:ln>
        </p:spPr>
      </p:sp>
      <p:sp>
        <p:nvSpPr>
          <p:cNvPr id="52" name="Shape 50"/>
          <p:cNvSpPr/>
          <p:nvPr/>
        </p:nvSpPr>
        <p:spPr>
          <a:xfrm rot="2700000">
            <a:off x="6062472" y="749808"/>
            <a:ext cx="82296" cy="82296"/>
          </a:xfrm>
          <a:prstGeom prst="rect">
            <a:avLst/>
          </a:prstGeom>
          <a:solidFill>
            <a:srgbClr val="D4951A">
              <a:alpha val="55000"/>
            </a:srgbClr>
          </a:solidFill>
          <a:ln w="12700">
            <a:solidFill>
              <a:srgbClr val="D4951A"/>
            </a:solidFill>
            <a:prstDash val="solid"/>
          </a:ln>
        </p:spPr>
      </p:sp>
      <p:sp>
        <p:nvSpPr>
          <p:cNvPr id="53" name="Shape 51"/>
          <p:cNvSpPr/>
          <p:nvPr/>
        </p:nvSpPr>
        <p:spPr>
          <a:xfrm rot="2700000">
            <a:off x="6185916" y="749808"/>
            <a:ext cx="82296" cy="82296"/>
          </a:xfrm>
          <a:prstGeom prst="rect">
            <a:avLst/>
          </a:prstGeom>
          <a:solidFill>
            <a:srgbClr val="D4951A">
              <a:alpha val="55000"/>
            </a:srgbClr>
          </a:solidFill>
          <a:ln w="12700">
            <a:solidFill>
              <a:srgbClr val="D4951A"/>
            </a:solidFill>
            <a:prstDash val="solid"/>
          </a:ln>
        </p:spPr>
      </p:sp>
      <p:sp>
        <p:nvSpPr>
          <p:cNvPr id="54" name="Shape 52"/>
          <p:cNvSpPr/>
          <p:nvPr/>
        </p:nvSpPr>
        <p:spPr>
          <a:xfrm rot="2700000">
            <a:off x="6309360" y="749808"/>
            <a:ext cx="82296" cy="82296"/>
          </a:xfrm>
          <a:prstGeom prst="rect">
            <a:avLst/>
          </a:prstGeom>
          <a:solidFill>
            <a:srgbClr val="D4951A">
              <a:alpha val="55000"/>
            </a:srgbClr>
          </a:solidFill>
          <a:ln w="12700">
            <a:solidFill>
              <a:srgbClr val="D4951A"/>
            </a:solidFill>
            <a:prstDash val="solid"/>
          </a:ln>
        </p:spPr>
      </p:sp>
      <p:sp>
        <p:nvSpPr>
          <p:cNvPr id="55" name="Shape 53"/>
          <p:cNvSpPr/>
          <p:nvPr/>
        </p:nvSpPr>
        <p:spPr>
          <a:xfrm rot="2700000">
            <a:off x="6432804" y="749808"/>
            <a:ext cx="82296" cy="82296"/>
          </a:xfrm>
          <a:prstGeom prst="rect">
            <a:avLst/>
          </a:prstGeom>
          <a:solidFill>
            <a:srgbClr val="D4951A">
              <a:alpha val="55000"/>
            </a:srgbClr>
          </a:solidFill>
          <a:ln w="12700">
            <a:solidFill>
              <a:srgbClr val="D4951A"/>
            </a:solidFill>
            <a:prstDash val="solid"/>
          </a:ln>
        </p:spPr>
      </p:sp>
      <p:sp>
        <p:nvSpPr>
          <p:cNvPr id="56" name="Shape 54"/>
          <p:cNvSpPr/>
          <p:nvPr/>
        </p:nvSpPr>
        <p:spPr>
          <a:xfrm rot="2700000">
            <a:off x="6556248" y="749808"/>
            <a:ext cx="82296" cy="82296"/>
          </a:xfrm>
          <a:prstGeom prst="rect">
            <a:avLst/>
          </a:prstGeom>
          <a:solidFill>
            <a:srgbClr val="D4951A">
              <a:alpha val="55000"/>
            </a:srgbClr>
          </a:solidFill>
          <a:ln w="12700">
            <a:solidFill>
              <a:srgbClr val="D4951A"/>
            </a:solidFill>
            <a:prstDash val="solid"/>
          </a:ln>
        </p:spPr>
      </p:sp>
      <p:sp>
        <p:nvSpPr>
          <p:cNvPr id="57" name="Shape 55"/>
          <p:cNvSpPr/>
          <p:nvPr/>
        </p:nvSpPr>
        <p:spPr>
          <a:xfrm rot="2700000">
            <a:off x="6679692" y="749808"/>
            <a:ext cx="82296" cy="82296"/>
          </a:xfrm>
          <a:prstGeom prst="rect">
            <a:avLst/>
          </a:prstGeom>
          <a:solidFill>
            <a:srgbClr val="D4951A">
              <a:alpha val="55000"/>
            </a:srgbClr>
          </a:solidFill>
          <a:ln w="12700">
            <a:solidFill>
              <a:srgbClr val="D4951A"/>
            </a:solidFill>
            <a:prstDash val="solid"/>
          </a:ln>
        </p:spPr>
      </p:sp>
      <p:sp>
        <p:nvSpPr>
          <p:cNvPr id="58" name="Shape 56"/>
          <p:cNvSpPr/>
          <p:nvPr/>
        </p:nvSpPr>
        <p:spPr>
          <a:xfrm rot="2700000">
            <a:off x="6803136" y="749808"/>
            <a:ext cx="82296" cy="82296"/>
          </a:xfrm>
          <a:prstGeom prst="rect">
            <a:avLst/>
          </a:prstGeom>
          <a:solidFill>
            <a:srgbClr val="D4951A">
              <a:alpha val="55000"/>
            </a:srgbClr>
          </a:solidFill>
          <a:ln w="12700">
            <a:solidFill>
              <a:srgbClr val="D4951A"/>
            </a:solidFill>
            <a:prstDash val="solid"/>
          </a:ln>
        </p:spPr>
      </p:sp>
      <p:sp>
        <p:nvSpPr>
          <p:cNvPr id="59" name="Shape 57"/>
          <p:cNvSpPr/>
          <p:nvPr/>
        </p:nvSpPr>
        <p:spPr>
          <a:xfrm rot="2700000">
            <a:off x="6926580" y="749808"/>
            <a:ext cx="82296" cy="82296"/>
          </a:xfrm>
          <a:prstGeom prst="rect">
            <a:avLst/>
          </a:prstGeom>
          <a:solidFill>
            <a:srgbClr val="D4951A">
              <a:alpha val="55000"/>
            </a:srgbClr>
          </a:solidFill>
          <a:ln w="12700">
            <a:solidFill>
              <a:srgbClr val="D4951A"/>
            </a:solidFill>
            <a:prstDash val="solid"/>
          </a:ln>
        </p:spPr>
      </p:sp>
      <p:sp>
        <p:nvSpPr>
          <p:cNvPr id="60" name="Shape 58"/>
          <p:cNvSpPr/>
          <p:nvPr/>
        </p:nvSpPr>
        <p:spPr>
          <a:xfrm rot="2700000">
            <a:off x="7050024" y="749808"/>
            <a:ext cx="82296" cy="82296"/>
          </a:xfrm>
          <a:prstGeom prst="rect">
            <a:avLst/>
          </a:prstGeom>
          <a:solidFill>
            <a:srgbClr val="D4951A">
              <a:alpha val="55000"/>
            </a:srgbClr>
          </a:solidFill>
          <a:ln w="12700">
            <a:solidFill>
              <a:srgbClr val="D4951A"/>
            </a:solidFill>
            <a:prstDash val="solid"/>
          </a:ln>
        </p:spPr>
      </p:sp>
      <p:sp>
        <p:nvSpPr>
          <p:cNvPr id="61" name="Shape 59"/>
          <p:cNvSpPr/>
          <p:nvPr/>
        </p:nvSpPr>
        <p:spPr>
          <a:xfrm rot="2700000">
            <a:off x="7173468" y="749808"/>
            <a:ext cx="82296" cy="82296"/>
          </a:xfrm>
          <a:prstGeom prst="rect">
            <a:avLst/>
          </a:prstGeom>
          <a:solidFill>
            <a:srgbClr val="D4951A">
              <a:alpha val="55000"/>
            </a:srgbClr>
          </a:solidFill>
          <a:ln w="12700">
            <a:solidFill>
              <a:srgbClr val="D4951A"/>
            </a:solidFill>
            <a:prstDash val="solid"/>
          </a:ln>
        </p:spPr>
      </p:sp>
      <p:sp>
        <p:nvSpPr>
          <p:cNvPr id="62" name="Shape 60"/>
          <p:cNvSpPr/>
          <p:nvPr/>
        </p:nvSpPr>
        <p:spPr>
          <a:xfrm rot="2700000">
            <a:off x="7296912" y="749808"/>
            <a:ext cx="82296" cy="82296"/>
          </a:xfrm>
          <a:prstGeom prst="rect">
            <a:avLst/>
          </a:prstGeom>
          <a:solidFill>
            <a:srgbClr val="D4951A">
              <a:alpha val="55000"/>
            </a:srgbClr>
          </a:solidFill>
          <a:ln w="12700">
            <a:solidFill>
              <a:srgbClr val="D4951A"/>
            </a:solidFill>
            <a:prstDash val="solid"/>
          </a:ln>
        </p:spPr>
      </p:sp>
      <p:sp>
        <p:nvSpPr>
          <p:cNvPr id="63" name="Shape 61"/>
          <p:cNvSpPr/>
          <p:nvPr/>
        </p:nvSpPr>
        <p:spPr>
          <a:xfrm rot="2700000">
            <a:off x="7420356" y="749808"/>
            <a:ext cx="82296" cy="82296"/>
          </a:xfrm>
          <a:prstGeom prst="rect">
            <a:avLst/>
          </a:prstGeom>
          <a:solidFill>
            <a:srgbClr val="D4951A">
              <a:alpha val="55000"/>
            </a:srgbClr>
          </a:solidFill>
          <a:ln w="12700">
            <a:solidFill>
              <a:srgbClr val="D4951A"/>
            </a:solidFill>
            <a:prstDash val="solid"/>
          </a:ln>
        </p:spPr>
      </p:sp>
      <p:sp>
        <p:nvSpPr>
          <p:cNvPr id="64" name="Shape 62"/>
          <p:cNvSpPr/>
          <p:nvPr/>
        </p:nvSpPr>
        <p:spPr>
          <a:xfrm rot="2700000">
            <a:off x="7543800" y="749808"/>
            <a:ext cx="82296" cy="82296"/>
          </a:xfrm>
          <a:prstGeom prst="rect">
            <a:avLst/>
          </a:prstGeom>
          <a:solidFill>
            <a:srgbClr val="D4951A">
              <a:alpha val="55000"/>
            </a:srgbClr>
          </a:solidFill>
          <a:ln w="12700">
            <a:solidFill>
              <a:srgbClr val="D4951A"/>
            </a:solidFill>
            <a:prstDash val="solid"/>
          </a:ln>
        </p:spPr>
      </p:sp>
      <p:sp>
        <p:nvSpPr>
          <p:cNvPr id="65" name="Shape 63"/>
          <p:cNvSpPr/>
          <p:nvPr/>
        </p:nvSpPr>
        <p:spPr>
          <a:xfrm rot="2700000">
            <a:off x="7667244" y="749808"/>
            <a:ext cx="82296" cy="82296"/>
          </a:xfrm>
          <a:prstGeom prst="rect">
            <a:avLst/>
          </a:prstGeom>
          <a:solidFill>
            <a:srgbClr val="D4951A">
              <a:alpha val="55000"/>
            </a:srgbClr>
          </a:solidFill>
          <a:ln w="12700">
            <a:solidFill>
              <a:srgbClr val="D4951A"/>
            </a:solidFill>
            <a:prstDash val="solid"/>
          </a:ln>
        </p:spPr>
      </p:sp>
      <p:sp>
        <p:nvSpPr>
          <p:cNvPr id="66" name="Shape 64"/>
          <p:cNvSpPr/>
          <p:nvPr/>
        </p:nvSpPr>
        <p:spPr>
          <a:xfrm rot="2700000">
            <a:off x="7790688" y="749808"/>
            <a:ext cx="82296" cy="82296"/>
          </a:xfrm>
          <a:prstGeom prst="rect">
            <a:avLst/>
          </a:prstGeom>
          <a:solidFill>
            <a:srgbClr val="D4951A">
              <a:alpha val="55000"/>
            </a:srgbClr>
          </a:solidFill>
          <a:ln w="12700">
            <a:solidFill>
              <a:srgbClr val="D4951A"/>
            </a:solidFill>
            <a:prstDash val="solid"/>
          </a:ln>
        </p:spPr>
      </p:sp>
      <p:sp>
        <p:nvSpPr>
          <p:cNvPr id="67" name="Shape 65"/>
          <p:cNvSpPr/>
          <p:nvPr/>
        </p:nvSpPr>
        <p:spPr>
          <a:xfrm rot="2700000">
            <a:off x="7914132" y="749808"/>
            <a:ext cx="82296" cy="82296"/>
          </a:xfrm>
          <a:prstGeom prst="rect">
            <a:avLst/>
          </a:prstGeom>
          <a:solidFill>
            <a:srgbClr val="D4951A">
              <a:alpha val="55000"/>
            </a:srgbClr>
          </a:solidFill>
          <a:ln w="12700">
            <a:solidFill>
              <a:srgbClr val="D4951A"/>
            </a:solidFill>
            <a:prstDash val="solid"/>
          </a:ln>
        </p:spPr>
      </p:sp>
      <p:sp>
        <p:nvSpPr>
          <p:cNvPr id="68" name="Shape 66"/>
          <p:cNvSpPr/>
          <p:nvPr/>
        </p:nvSpPr>
        <p:spPr>
          <a:xfrm rot="2700000">
            <a:off x="8037576" y="749808"/>
            <a:ext cx="82296" cy="82296"/>
          </a:xfrm>
          <a:prstGeom prst="rect">
            <a:avLst/>
          </a:prstGeom>
          <a:solidFill>
            <a:srgbClr val="D4951A">
              <a:alpha val="55000"/>
            </a:srgbClr>
          </a:solidFill>
          <a:ln w="12700">
            <a:solidFill>
              <a:srgbClr val="D4951A"/>
            </a:solidFill>
            <a:prstDash val="solid"/>
          </a:ln>
        </p:spPr>
      </p:sp>
      <p:sp>
        <p:nvSpPr>
          <p:cNvPr id="69" name="Shape 67"/>
          <p:cNvSpPr/>
          <p:nvPr/>
        </p:nvSpPr>
        <p:spPr>
          <a:xfrm rot="2700000">
            <a:off x="8161020" y="749808"/>
            <a:ext cx="82296" cy="82296"/>
          </a:xfrm>
          <a:prstGeom prst="rect">
            <a:avLst/>
          </a:prstGeom>
          <a:solidFill>
            <a:srgbClr val="D4951A">
              <a:alpha val="55000"/>
            </a:srgbClr>
          </a:solidFill>
          <a:ln w="12700">
            <a:solidFill>
              <a:srgbClr val="D4951A"/>
            </a:solidFill>
            <a:prstDash val="solid"/>
          </a:ln>
        </p:spPr>
      </p:sp>
      <p:sp>
        <p:nvSpPr>
          <p:cNvPr id="70" name="Shape 68"/>
          <p:cNvSpPr/>
          <p:nvPr/>
        </p:nvSpPr>
        <p:spPr>
          <a:xfrm rot="2700000">
            <a:off x="8284464" y="749808"/>
            <a:ext cx="82296" cy="82296"/>
          </a:xfrm>
          <a:prstGeom prst="rect">
            <a:avLst/>
          </a:prstGeom>
          <a:solidFill>
            <a:srgbClr val="D4951A">
              <a:alpha val="55000"/>
            </a:srgbClr>
          </a:solidFill>
          <a:ln w="12700">
            <a:solidFill>
              <a:srgbClr val="D4951A"/>
            </a:solidFill>
            <a:prstDash val="solid"/>
          </a:ln>
        </p:spPr>
      </p:sp>
      <p:sp>
        <p:nvSpPr>
          <p:cNvPr id="71" name="Shape 69"/>
          <p:cNvSpPr/>
          <p:nvPr/>
        </p:nvSpPr>
        <p:spPr>
          <a:xfrm rot="2700000">
            <a:off x="8407908" y="749808"/>
            <a:ext cx="82296" cy="82296"/>
          </a:xfrm>
          <a:prstGeom prst="rect">
            <a:avLst/>
          </a:prstGeom>
          <a:solidFill>
            <a:srgbClr val="D4951A">
              <a:alpha val="55000"/>
            </a:srgbClr>
          </a:solidFill>
          <a:ln w="12700">
            <a:solidFill>
              <a:srgbClr val="D4951A"/>
            </a:solidFill>
            <a:prstDash val="solid"/>
          </a:ln>
        </p:spPr>
      </p:sp>
      <p:sp>
        <p:nvSpPr>
          <p:cNvPr id="72" name="Shape 70"/>
          <p:cNvSpPr/>
          <p:nvPr/>
        </p:nvSpPr>
        <p:spPr>
          <a:xfrm rot="2700000">
            <a:off x="8531352" y="749808"/>
            <a:ext cx="82296" cy="82296"/>
          </a:xfrm>
          <a:prstGeom prst="rect">
            <a:avLst/>
          </a:prstGeom>
          <a:solidFill>
            <a:srgbClr val="D4951A">
              <a:alpha val="55000"/>
            </a:srgbClr>
          </a:solidFill>
          <a:ln w="12700">
            <a:solidFill>
              <a:srgbClr val="D4951A"/>
            </a:solidFill>
            <a:prstDash val="solid"/>
          </a:ln>
        </p:spPr>
      </p:sp>
      <p:sp>
        <p:nvSpPr>
          <p:cNvPr id="73" name="Shape 71"/>
          <p:cNvSpPr/>
          <p:nvPr/>
        </p:nvSpPr>
        <p:spPr>
          <a:xfrm rot="2700000">
            <a:off x="8654796" y="749808"/>
            <a:ext cx="82296" cy="82296"/>
          </a:xfrm>
          <a:prstGeom prst="rect">
            <a:avLst/>
          </a:prstGeom>
          <a:solidFill>
            <a:srgbClr val="D4951A">
              <a:alpha val="55000"/>
            </a:srgbClr>
          </a:solidFill>
          <a:ln w="12700">
            <a:solidFill>
              <a:srgbClr val="D4951A"/>
            </a:solidFill>
            <a:prstDash val="solid"/>
          </a:ln>
        </p:spPr>
      </p:sp>
      <p:sp>
        <p:nvSpPr>
          <p:cNvPr id="74" name="Shape 72"/>
          <p:cNvSpPr/>
          <p:nvPr/>
        </p:nvSpPr>
        <p:spPr>
          <a:xfrm rot="2700000">
            <a:off x="8778240" y="749808"/>
            <a:ext cx="82296" cy="82296"/>
          </a:xfrm>
          <a:prstGeom prst="rect">
            <a:avLst/>
          </a:prstGeom>
          <a:solidFill>
            <a:srgbClr val="D4951A">
              <a:alpha val="55000"/>
            </a:srgbClr>
          </a:solidFill>
          <a:ln w="12700">
            <a:solidFill>
              <a:srgbClr val="D4951A"/>
            </a:solidFill>
            <a:prstDash val="solid"/>
          </a:ln>
        </p:spPr>
      </p:sp>
      <p:sp>
        <p:nvSpPr>
          <p:cNvPr id="75" name="Shape 73"/>
          <p:cNvSpPr/>
          <p:nvPr/>
        </p:nvSpPr>
        <p:spPr>
          <a:xfrm rot="2700000">
            <a:off x="8901684" y="749808"/>
            <a:ext cx="82296" cy="82296"/>
          </a:xfrm>
          <a:prstGeom prst="rect">
            <a:avLst/>
          </a:prstGeom>
          <a:solidFill>
            <a:srgbClr val="D4951A">
              <a:alpha val="55000"/>
            </a:srgbClr>
          </a:solidFill>
          <a:ln w="12700">
            <a:solidFill>
              <a:srgbClr val="D4951A"/>
            </a:solidFill>
            <a:prstDash val="solid"/>
          </a:ln>
        </p:spPr>
      </p:sp>
      <p:sp>
        <p:nvSpPr>
          <p:cNvPr id="76" name="Shape 74"/>
          <p:cNvSpPr/>
          <p:nvPr/>
        </p:nvSpPr>
        <p:spPr>
          <a:xfrm rot="2700000">
            <a:off x="9025128" y="749808"/>
            <a:ext cx="82296" cy="82296"/>
          </a:xfrm>
          <a:prstGeom prst="rect">
            <a:avLst/>
          </a:prstGeom>
          <a:solidFill>
            <a:srgbClr val="D4951A">
              <a:alpha val="55000"/>
            </a:srgbClr>
          </a:solidFill>
          <a:ln w="12700">
            <a:solidFill>
              <a:srgbClr val="D4951A"/>
            </a:solidFill>
            <a:prstDash val="solid"/>
          </a:ln>
        </p:spPr>
      </p:sp>
      <p:sp>
        <p:nvSpPr>
          <p:cNvPr id="77" name="Shape 75"/>
          <p:cNvSpPr/>
          <p:nvPr/>
        </p:nvSpPr>
        <p:spPr>
          <a:xfrm>
            <a:off x="0" y="0"/>
            <a:ext cx="64008" cy="868680"/>
          </a:xfrm>
          <a:prstGeom prst="rect">
            <a:avLst/>
          </a:prstGeom>
          <a:solidFill>
            <a:srgbClr val="D4951A"/>
          </a:solidFill>
          <a:ln/>
        </p:spPr>
      </p:sp>
      <p:sp>
        <p:nvSpPr>
          <p:cNvPr id="78" name="Shape 76"/>
          <p:cNvSpPr/>
          <p:nvPr/>
        </p:nvSpPr>
        <p:spPr>
          <a:xfrm>
            <a:off x="100584" y="0"/>
            <a:ext cx="27432" cy="868680"/>
          </a:xfrm>
          <a:prstGeom prst="rect">
            <a:avLst/>
          </a:prstGeom>
          <a:solidFill>
            <a:srgbClr val="1B9A8A"/>
          </a:solidFill>
          <a:ln/>
        </p:spPr>
      </p:sp>
      <p:sp>
        <p:nvSpPr>
          <p:cNvPr id="79" name="Text 77"/>
          <p:cNvSpPr/>
          <p:nvPr/>
        </p:nvSpPr>
        <p:spPr>
          <a:xfrm>
            <a:off x="228600" y="0"/>
            <a:ext cx="8046720" cy="530352"/>
          </a:xfrm>
          <a:prstGeom prst="rect">
            <a:avLst/>
          </a:prstGeom>
          <a:noFill/>
          <a:ln/>
        </p:spPr>
        <p:txBody>
          <a:bodyPr wrap="square" rtlCol="0" anchor="b"/>
          <a:lstStyle/>
          <a:p>
            <a:pPr indent="0" marL="0">
              <a:buNone/>
            </a:pPr>
            <a:r>
              <a:rPr lang="en-US" sz="1900" b="1" spc="120" kern="0" dirty="0">
                <a:solidFill>
                  <a:srgbClr val="D4951A"/>
                </a:solidFill>
                <a:latin typeface="Georgia" pitchFamily="34" charset="0"/>
                <a:ea typeface="Georgia" pitchFamily="34" charset="-122"/>
                <a:cs typeface="Georgia" pitchFamily="34" charset="-120"/>
              </a:rPr>
              <a:t>COMPARAISON TECHNIQUE CHIFFRÉE</a:t>
            </a:r>
            <a:endParaRPr lang="en-US" sz="1900" dirty="0"/>
          </a:p>
        </p:txBody>
      </p:sp>
      <p:sp>
        <p:nvSpPr>
          <p:cNvPr id="80" name="Text 78"/>
          <p:cNvSpPr/>
          <p:nvPr/>
        </p:nvSpPr>
        <p:spPr>
          <a:xfrm>
            <a:off x="228600" y="512064"/>
            <a:ext cx="8046720" cy="329184"/>
          </a:xfrm>
          <a:prstGeom prst="rect">
            <a:avLst/>
          </a:prstGeom>
          <a:noFill/>
          <a:ln/>
        </p:spPr>
        <p:txBody>
          <a:bodyPr wrap="square" rtlCol="0" anchor="t"/>
          <a:lstStyle/>
          <a:p>
            <a:pPr indent="0" marL="0">
              <a:buNone/>
            </a:pPr>
            <a:r>
              <a:rPr lang="en-US" sz="1000" i="1" dirty="0">
                <a:solidFill>
                  <a:srgbClr val="5A6E82"/>
                </a:solidFill>
                <a:latin typeface="Calibri" pitchFamily="34" charset="0"/>
                <a:ea typeface="Calibri" pitchFamily="34" charset="-122"/>
                <a:cs typeface="Calibri" pitchFamily="34" charset="-120"/>
              </a:rPr>
              <a:t>Données indicatives pour une ligne 5 T/H — débit ~4,3 m³/H</a:t>
            </a:r>
            <a:endParaRPr lang="en-US" sz="1000" dirty="0"/>
          </a:p>
        </p:txBody>
      </p:sp>
      <p:sp>
        <p:nvSpPr>
          <p:cNvPr id="81" name="Shape 79"/>
          <p:cNvSpPr/>
          <p:nvPr/>
        </p:nvSpPr>
        <p:spPr>
          <a:xfrm rot="2700000">
            <a:off x="8668512" y="164592"/>
            <a:ext cx="82296" cy="82296"/>
          </a:xfrm>
          <a:prstGeom prst="rect">
            <a:avLst/>
          </a:prstGeom>
          <a:solidFill>
            <a:srgbClr val="D4951A"/>
          </a:solidFill>
          <a:ln w="12700">
            <a:solidFill>
              <a:srgbClr val="0B0E18"/>
            </a:solidFill>
            <a:prstDash val="solid"/>
          </a:ln>
        </p:spPr>
      </p:sp>
      <p:sp>
        <p:nvSpPr>
          <p:cNvPr id="82" name="Shape 80"/>
          <p:cNvSpPr/>
          <p:nvPr/>
        </p:nvSpPr>
        <p:spPr>
          <a:xfrm rot="2700000">
            <a:off x="8531352" y="164592"/>
            <a:ext cx="82296" cy="82296"/>
          </a:xfrm>
          <a:prstGeom prst="rect">
            <a:avLst/>
          </a:prstGeom>
          <a:solidFill>
            <a:srgbClr val="1B9A8A"/>
          </a:solidFill>
          <a:ln w="12700">
            <a:solidFill>
              <a:srgbClr val="0B0E18"/>
            </a:solidFill>
            <a:prstDash val="solid"/>
          </a:ln>
        </p:spPr>
      </p:sp>
      <p:sp>
        <p:nvSpPr>
          <p:cNvPr id="83" name="Shape 81"/>
          <p:cNvSpPr/>
          <p:nvPr/>
        </p:nvSpPr>
        <p:spPr>
          <a:xfrm rot="2700000">
            <a:off x="8394192" y="164592"/>
            <a:ext cx="82296" cy="82296"/>
          </a:xfrm>
          <a:prstGeom prst="rect">
            <a:avLst/>
          </a:prstGeom>
          <a:solidFill>
            <a:srgbClr val="D4951A"/>
          </a:solidFill>
          <a:ln w="12700">
            <a:solidFill>
              <a:srgbClr val="0B0E18"/>
            </a:solidFill>
            <a:prstDash val="solid"/>
          </a:ln>
        </p:spPr>
      </p:sp>
      <p:sp>
        <p:nvSpPr>
          <p:cNvPr id="84" name="Shape 82"/>
          <p:cNvSpPr/>
          <p:nvPr/>
        </p:nvSpPr>
        <p:spPr>
          <a:xfrm rot="2700000">
            <a:off x="8257032" y="164592"/>
            <a:ext cx="82296" cy="82296"/>
          </a:xfrm>
          <a:prstGeom prst="rect">
            <a:avLst/>
          </a:prstGeom>
          <a:solidFill>
            <a:srgbClr val="1B9A8A"/>
          </a:solidFill>
          <a:ln w="12700">
            <a:solidFill>
              <a:srgbClr val="0B0E18"/>
            </a:solidFill>
            <a:prstDash val="solid"/>
          </a:ln>
        </p:spPr>
      </p:sp>
      <p:sp>
        <p:nvSpPr>
          <p:cNvPr id="85" name="Shape 83"/>
          <p:cNvSpPr/>
          <p:nvPr/>
        </p:nvSpPr>
        <p:spPr>
          <a:xfrm>
            <a:off x="256032" y="932688"/>
            <a:ext cx="3200400" cy="384048"/>
          </a:xfrm>
          <a:prstGeom prst="rect">
            <a:avLst/>
          </a:prstGeom>
          <a:solidFill>
            <a:srgbClr val="111828"/>
          </a:solidFill>
          <a:ln w="12700">
            <a:solidFill>
              <a:srgbClr val="1C2A3A"/>
            </a:solidFill>
            <a:prstDash val="solid"/>
          </a:ln>
        </p:spPr>
      </p:sp>
      <p:sp>
        <p:nvSpPr>
          <p:cNvPr id="86" name="Text 84"/>
          <p:cNvSpPr/>
          <p:nvPr/>
        </p:nvSpPr>
        <p:spPr>
          <a:xfrm>
            <a:off x="310896" y="932688"/>
            <a:ext cx="3090672" cy="384048"/>
          </a:xfrm>
          <a:prstGeom prst="rect">
            <a:avLst/>
          </a:prstGeom>
          <a:noFill/>
          <a:ln/>
        </p:spPr>
        <p:txBody>
          <a:bodyPr wrap="square" rtlCol="0" anchor="ctr"/>
          <a:lstStyle/>
          <a:p>
            <a:pPr algn="ctr" indent="0" marL="0">
              <a:buNone/>
            </a:pPr>
            <a:r>
              <a:rPr lang="en-US" sz="1050" b="1" dirty="0">
                <a:solidFill>
                  <a:srgbClr val="0B0E18"/>
                </a:solidFill>
                <a:latin typeface="Georgia" pitchFamily="34" charset="0"/>
                <a:ea typeface="Georgia" pitchFamily="34" charset="-122"/>
                <a:cs typeface="Georgia" pitchFamily="34" charset="-120"/>
              </a:rPr>
              <a:t>CRITÈRE</a:t>
            </a:r>
            <a:endParaRPr lang="en-US" sz="1050" dirty="0"/>
          </a:p>
        </p:txBody>
      </p:sp>
      <p:sp>
        <p:nvSpPr>
          <p:cNvPr id="87" name="Shape 85"/>
          <p:cNvSpPr/>
          <p:nvPr/>
        </p:nvSpPr>
        <p:spPr>
          <a:xfrm>
            <a:off x="3456432" y="932688"/>
            <a:ext cx="2468880" cy="384048"/>
          </a:xfrm>
          <a:prstGeom prst="rect">
            <a:avLst/>
          </a:prstGeom>
          <a:solidFill>
            <a:srgbClr val="C0622B"/>
          </a:solidFill>
          <a:ln w="12700">
            <a:solidFill>
              <a:srgbClr val="1C2A3A"/>
            </a:solidFill>
            <a:prstDash val="solid"/>
          </a:ln>
        </p:spPr>
      </p:sp>
      <p:sp>
        <p:nvSpPr>
          <p:cNvPr id="88" name="Text 86"/>
          <p:cNvSpPr/>
          <p:nvPr/>
        </p:nvSpPr>
        <p:spPr>
          <a:xfrm>
            <a:off x="3511296" y="932688"/>
            <a:ext cx="2359152" cy="384048"/>
          </a:xfrm>
          <a:prstGeom prst="rect">
            <a:avLst/>
          </a:prstGeom>
          <a:noFill/>
          <a:ln/>
        </p:spPr>
        <p:txBody>
          <a:bodyPr wrap="square" rtlCol="0" anchor="ctr"/>
          <a:lstStyle/>
          <a:p>
            <a:pPr algn="ctr" indent="0" marL="0">
              <a:buNone/>
            </a:pPr>
            <a:r>
              <a:rPr lang="en-US" sz="1050" b="1" dirty="0">
                <a:solidFill>
                  <a:srgbClr val="0B0E18"/>
                </a:solidFill>
                <a:latin typeface="Georgia" pitchFamily="34" charset="0"/>
                <a:ea typeface="Georgia" pitchFamily="34" charset="-122"/>
                <a:cs typeface="Georgia" pitchFamily="34" charset="-120"/>
              </a:rPr>
              <a:t>À HUILE</a:t>
            </a:r>
            <a:endParaRPr lang="en-US" sz="1050" dirty="0"/>
          </a:p>
        </p:txBody>
      </p:sp>
      <p:sp>
        <p:nvSpPr>
          <p:cNvPr id="89" name="Shape 87"/>
          <p:cNvSpPr/>
          <p:nvPr/>
        </p:nvSpPr>
        <p:spPr>
          <a:xfrm>
            <a:off x="5925312" y="932688"/>
            <a:ext cx="3218688" cy="384048"/>
          </a:xfrm>
          <a:prstGeom prst="rect">
            <a:avLst/>
          </a:prstGeom>
          <a:solidFill>
            <a:srgbClr val="1A5FA8"/>
          </a:solidFill>
          <a:ln w="12700">
            <a:solidFill>
              <a:srgbClr val="1C2A3A"/>
            </a:solidFill>
            <a:prstDash val="solid"/>
          </a:ln>
        </p:spPr>
      </p:sp>
      <p:sp>
        <p:nvSpPr>
          <p:cNvPr id="90" name="Text 88"/>
          <p:cNvSpPr/>
          <p:nvPr/>
        </p:nvSpPr>
        <p:spPr>
          <a:xfrm>
            <a:off x="5980176" y="932688"/>
            <a:ext cx="3108960" cy="384048"/>
          </a:xfrm>
          <a:prstGeom prst="rect">
            <a:avLst/>
          </a:prstGeom>
          <a:noFill/>
          <a:ln/>
        </p:spPr>
        <p:txBody>
          <a:bodyPr wrap="square" rtlCol="0" anchor="ctr"/>
          <a:lstStyle/>
          <a:p>
            <a:pPr algn="ctr" indent="0" marL="0">
              <a:buNone/>
            </a:pPr>
            <a:r>
              <a:rPr lang="en-US" sz="1050" b="1" dirty="0">
                <a:solidFill>
                  <a:srgbClr val="0B0E18"/>
                </a:solidFill>
                <a:latin typeface="Georgia" pitchFamily="34" charset="0"/>
                <a:ea typeface="Georgia" pitchFamily="34" charset="-122"/>
                <a:cs typeface="Georgia" pitchFamily="34" charset="-120"/>
              </a:rPr>
              <a:t>SANS HUILE</a:t>
            </a:r>
            <a:endParaRPr lang="en-US" sz="1050" dirty="0"/>
          </a:p>
        </p:txBody>
      </p:sp>
      <p:sp>
        <p:nvSpPr>
          <p:cNvPr id="91" name="Shape 89"/>
          <p:cNvSpPr/>
          <p:nvPr/>
        </p:nvSpPr>
        <p:spPr>
          <a:xfrm>
            <a:off x="256032" y="1316736"/>
            <a:ext cx="3200400" cy="338328"/>
          </a:xfrm>
          <a:prstGeom prst="rect">
            <a:avLst/>
          </a:prstGeom>
          <a:solidFill>
            <a:srgbClr val="111828"/>
          </a:solidFill>
          <a:ln w="12700">
            <a:solidFill>
              <a:srgbClr val="1C2A3A"/>
            </a:solidFill>
            <a:prstDash val="solid"/>
          </a:ln>
        </p:spPr>
      </p:sp>
      <p:sp>
        <p:nvSpPr>
          <p:cNvPr id="92" name="Text 90"/>
          <p:cNvSpPr/>
          <p:nvPr/>
        </p:nvSpPr>
        <p:spPr>
          <a:xfrm>
            <a:off x="347472" y="1316736"/>
            <a:ext cx="3017520" cy="338328"/>
          </a:xfrm>
          <a:prstGeom prst="rect">
            <a:avLst/>
          </a:prstGeom>
          <a:noFill/>
          <a:ln/>
        </p:spPr>
        <p:txBody>
          <a:bodyPr wrap="square" rtlCol="0" anchor="ctr"/>
          <a:lstStyle/>
          <a:p>
            <a:pPr indent="0" marL="0">
              <a:buNone/>
            </a:pPr>
            <a:r>
              <a:rPr lang="en-US" sz="950" b="1" dirty="0">
                <a:solidFill>
                  <a:srgbClr val="C8B89A"/>
                </a:solidFill>
                <a:latin typeface="Calibri" pitchFamily="34" charset="0"/>
                <a:ea typeface="Calibri" pitchFamily="34" charset="-122"/>
                <a:cs typeface="Calibri" pitchFamily="34" charset="-120"/>
              </a:rPr>
              <a:t>Coût d'achat estimé</a:t>
            </a:r>
            <a:endParaRPr lang="en-US" sz="950" dirty="0"/>
          </a:p>
        </p:txBody>
      </p:sp>
      <p:sp>
        <p:nvSpPr>
          <p:cNvPr id="93" name="Shape 91"/>
          <p:cNvSpPr/>
          <p:nvPr/>
        </p:nvSpPr>
        <p:spPr>
          <a:xfrm>
            <a:off x="3456432" y="1316736"/>
            <a:ext cx="2468880" cy="338328"/>
          </a:xfrm>
          <a:prstGeom prst="rect">
            <a:avLst/>
          </a:prstGeom>
          <a:solidFill>
            <a:srgbClr val="111828"/>
          </a:solidFill>
          <a:ln w="12700">
            <a:solidFill>
              <a:srgbClr val="1C2A3A"/>
            </a:solidFill>
            <a:prstDash val="solid"/>
          </a:ln>
        </p:spPr>
      </p:sp>
      <p:sp>
        <p:nvSpPr>
          <p:cNvPr id="94" name="Text 92"/>
          <p:cNvSpPr/>
          <p:nvPr/>
        </p:nvSpPr>
        <p:spPr>
          <a:xfrm>
            <a:off x="3502152" y="1316736"/>
            <a:ext cx="2395728"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15 000 – 25 000 €</a:t>
            </a:r>
            <a:endParaRPr lang="en-US" sz="900" dirty="0"/>
          </a:p>
        </p:txBody>
      </p:sp>
      <p:sp>
        <p:nvSpPr>
          <p:cNvPr id="95" name="Shape 93"/>
          <p:cNvSpPr/>
          <p:nvPr/>
        </p:nvSpPr>
        <p:spPr>
          <a:xfrm>
            <a:off x="5925312" y="1316736"/>
            <a:ext cx="3218688" cy="338328"/>
          </a:xfrm>
          <a:prstGeom prst="rect">
            <a:avLst/>
          </a:prstGeom>
          <a:solidFill>
            <a:srgbClr val="111828"/>
          </a:solidFill>
          <a:ln w="12700">
            <a:solidFill>
              <a:srgbClr val="1C2A3A"/>
            </a:solidFill>
            <a:prstDash val="solid"/>
          </a:ln>
        </p:spPr>
      </p:sp>
      <p:sp>
        <p:nvSpPr>
          <p:cNvPr id="96" name="Text 94"/>
          <p:cNvSpPr/>
          <p:nvPr/>
        </p:nvSpPr>
        <p:spPr>
          <a:xfrm>
            <a:off x="5980176" y="1316736"/>
            <a:ext cx="3127248" cy="338328"/>
          </a:xfrm>
          <a:prstGeom prst="rect">
            <a:avLst/>
          </a:prstGeom>
          <a:noFill/>
          <a:ln/>
        </p:spPr>
        <p:txBody>
          <a:bodyPr wrap="square" rtlCol="0" anchor="ctr"/>
          <a:lstStyle/>
          <a:p>
            <a:pPr algn="ctr" indent="0" marL="0">
              <a:buNone/>
            </a:pPr>
            <a:r>
              <a:rPr lang="en-US" sz="900" dirty="0">
                <a:solidFill>
                  <a:srgbClr val="E8A020"/>
                </a:solidFill>
                <a:latin typeface="Calibri" pitchFamily="34" charset="0"/>
                <a:ea typeface="Calibri" pitchFamily="34" charset="-122"/>
                <a:cs typeface="Calibri" pitchFamily="34" charset="-120"/>
              </a:rPr>
              <a:t>25 000 – 45 000 €</a:t>
            </a:r>
            <a:endParaRPr lang="en-US" sz="900" dirty="0"/>
          </a:p>
        </p:txBody>
      </p:sp>
      <p:sp>
        <p:nvSpPr>
          <p:cNvPr id="97" name="Shape 95"/>
          <p:cNvSpPr/>
          <p:nvPr/>
        </p:nvSpPr>
        <p:spPr>
          <a:xfrm>
            <a:off x="256032" y="1655064"/>
            <a:ext cx="3200400" cy="338328"/>
          </a:xfrm>
          <a:prstGeom prst="rect">
            <a:avLst/>
          </a:prstGeom>
          <a:solidFill>
            <a:srgbClr val="0E1520"/>
          </a:solidFill>
          <a:ln w="12700">
            <a:solidFill>
              <a:srgbClr val="1C2A3A"/>
            </a:solidFill>
            <a:prstDash val="solid"/>
          </a:ln>
        </p:spPr>
      </p:sp>
      <p:sp>
        <p:nvSpPr>
          <p:cNvPr id="98" name="Text 96"/>
          <p:cNvSpPr/>
          <p:nvPr/>
        </p:nvSpPr>
        <p:spPr>
          <a:xfrm>
            <a:off x="347472" y="1655064"/>
            <a:ext cx="3017520" cy="338328"/>
          </a:xfrm>
          <a:prstGeom prst="rect">
            <a:avLst/>
          </a:prstGeom>
          <a:noFill/>
          <a:ln/>
        </p:spPr>
        <p:txBody>
          <a:bodyPr wrap="square" rtlCol="0" anchor="ctr"/>
          <a:lstStyle/>
          <a:p>
            <a:pPr indent="0" marL="0">
              <a:buNone/>
            </a:pPr>
            <a:r>
              <a:rPr lang="en-US" sz="950" b="1" dirty="0">
                <a:solidFill>
                  <a:srgbClr val="C8B89A"/>
                </a:solidFill>
                <a:latin typeface="Calibri" pitchFamily="34" charset="0"/>
                <a:ea typeface="Calibri" pitchFamily="34" charset="-122"/>
                <a:cs typeface="Calibri" pitchFamily="34" charset="-120"/>
              </a:rPr>
              <a:t>Train de filtration aval</a:t>
            </a:r>
            <a:endParaRPr lang="en-US" sz="950" dirty="0"/>
          </a:p>
        </p:txBody>
      </p:sp>
      <p:sp>
        <p:nvSpPr>
          <p:cNvPr id="99" name="Shape 97"/>
          <p:cNvSpPr/>
          <p:nvPr/>
        </p:nvSpPr>
        <p:spPr>
          <a:xfrm>
            <a:off x="3456432" y="1655064"/>
            <a:ext cx="2468880" cy="338328"/>
          </a:xfrm>
          <a:prstGeom prst="rect">
            <a:avLst/>
          </a:prstGeom>
          <a:solidFill>
            <a:srgbClr val="0E1520"/>
          </a:solidFill>
          <a:ln w="12700">
            <a:solidFill>
              <a:srgbClr val="1C2A3A"/>
            </a:solidFill>
            <a:prstDash val="solid"/>
          </a:ln>
        </p:spPr>
      </p:sp>
      <p:sp>
        <p:nvSpPr>
          <p:cNvPr id="100" name="Text 98"/>
          <p:cNvSpPr/>
          <p:nvPr/>
        </p:nvSpPr>
        <p:spPr>
          <a:xfrm>
            <a:off x="3502152" y="1655064"/>
            <a:ext cx="2395728" cy="338328"/>
          </a:xfrm>
          <a:prstGeom prst="rect">
            <a:avLst/>
          </a:prstGeom>
          <a:noFill/>
          <a:ln/>
        </p:spPr>
        <p:txBody>
          <a:bodyPr wrap="square" rtlCol="0" anchor="ctr"/>
          <a:lstStyle/>
          <a:p>
            <a:pPr algn="ctr" indent="0" marL="0">
              <a:buNone/>
            </a:pPr>
            <a:r>
              <a:rPr lang="en-US" sz="900" b="1" dirty="0">
                <a:solidFill>
                  <a:srgbClr val="D94040"/>
                </a:solidFill>
                <a:latin typeface="Calibri" pitchFamily="34" charset="0"/>
                <a:ea typeface="Calibri" pitchFamily="34" charset="-122"/>
                <a:cs typeface="Calibri" pitchFamily="34" charset="-120"/>
              </a:rPr>
              <a:t>Obligatoire (3 étages)</a:t>
            </a:r>
            <a:endParaRPr lang="en-US" sz="900" dirty="0"/>
          </a:p>
        </p:txBody>
      </p:sp>
      <p:sp>
        <p:nvSpPr>
          <p:cNvPr id="101" name="Shape 99"/>
          <p:cNvSpPr/>
          <p:nvPr/>
        </p:nvSpPr>
        <p:spPr>
          <a:xfrm>
            <a:off x="5925312" y="1655064"/>
            <a:ext cx="3218688" cy="338328"/>
          </a:xfrm>
          <a:prstGeom prst="rect">
            <a:avLst/>
          </a:prstGeom>
          <a:solidFill>
            <a:srgbClr val="0E1520"/>
          </a:solidFill>
          <a:ln w="12700">
            <a:solidFill>
              <a:srgbClr val="1C2A3A"/>
            </a:solidFill>
            <a:prstDash val="solid"/>
          </a:ln>
        </p:spPr>
      </p:sp>
      <p:sp>
        <p:nvSpPr>
          <p:cNvPr id="102" name="Text 100"/>
          <p:cNvSpPr/>
          <p:nvPr/>
        </p:nvSpPr>
        <p:spPr>
          <a:xfrm>
            <a:off x="5980176" y="1655064"/>
            <a:ext cx="3127248"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Sécheur uniquement</a:t>
            </a:r>
            <a:endParaRPr lang="en-US" sz="900" dirty="0"/>
          </a:p>
        </p:txBody>
      </p:sp>
      <p:sp>
        <p:nvSpPr>
          <p:cNvPr id="103" name="Shape 101"/>
          <p:cNvSpPr/>
          <p:nvPr/>
        </p:nvSpPr>
        <p:spPr>
          <a:xfrm>
            <a:off x="256032" y="1993392"/>
            <a:ext cx="3200400" cy="338328"/>
          </a:xfrm>
          <a:prstGeom prst="rect">
            <a:avLst/>
          </a:prstGeom>
          <a:solidFill>
            <a:srgbClr val="111828"/>
          </a:solidFill>
          <a:ln w="12700">
            <a:solidFill>
              <a:srgbClr val="1C2A3A"/>
            </a:solidFill>
            <a:prstDash val="solid"/>
          </a:ln>
        </p:spPr>
      </p:sp>
      <p:sp>
        <p:nvSpPr>
          <p:cNvPr id="104" name="Text 102"/>
          <p:cNvSpPr/>
          <p:nvPr/>
        </p:nvSpPr>
        <p:spPr>
          <a:xfrm>
            <a:off x="347472" y="1993392"/>
            <a:ext cx="3017520" cy="338328"/>
          </a:xfrm>
          <a:prstGeom prst="rect">
            <a:avLst/>
          </a:prstGeom>
          <a:noFill/>
          <a:ln/>
        </p:spPr>
        <p:txBody>
          <a:bodyPr wrap="square" rtlCol="0" anchor="ctr"/>
          <a:lstStyle/>
          <a:p>
            <a:pPr indent="0" marL="0">
              <a:buNone/>
            </a:pPr>
            <a:r>
              <a:rPr lang="en-US" sz="950" b="1" dirty="0">
                <a:solidFill>
                  <a:srgbClr val="C8B89A"/>
                </a:solidFill>
                <a:latin typeface="Calibri" pitchFamily="34" charset="0"/>
                <a:ea typeface="Calibri" pitchFamily="34" charset="-122"/>
                <a:cs typeface="Calibri" pitchFamily="34" charset="-120"/>
              </a:rPr>
              <a:t>Coût total installation</a:t>
            </a:r>
            <a:endParaRPr lang="en-US" sz="950" dirty="0"/>
          </a:p>
        </p:txBody>
      </p:sp>
      <p:sp>
        <p:nvSpPr>
          <p:cNvPr id="105" name="Shape 103"/>
          <p:cNvSpPr/>
          <p:nvPr/>
        </p:nvSpPr>
        <p:spPr>
          <a:xfrm>
            <a:off x="3456432" y="1993392"/>
            <a:ext cx="2468880" cy="338328"/>
          </a:xfrm>
          <a:prstGeom prst="rect">
            <a:avLst/>
          </a:prstGeom>
          <a:solidFill>
            <a:srgbClr val="111828"/>
          </a:solidFill>
          <a:ln w="12700">
            <a:solidFill>
              <a:srgbClr val="1C2A3A"/>
            </a:solidFill>
            <a:prstDash val="solid"/>
          </a:ln>
        </p:spPr>
      </p:sp>
      <p:sp>
        <p:nvSpPr>
          <p:cNvPr id="106" name="Text 104"/>
          <p:cNvSpPr/>
          <p:nvPr/>
        </p:nvSpPr>
        <p:spPr>
          <a:xfrm>
            <a:off x="3502152" y="1993392"/>
            <a:ext cx="2395728" cy="338328"/>
          </a:xfrm>
          <a:prstGeom prst="rect">
            <a:avLst/>
          </a:prstGeom>
          <a:noFill/>
          <a:ln/>
        </p:spPr>
        <p:txBody>
          <a:bodyPr wrap="square" rtlCol="0" anchor="ctr"/>
          <a:lstStyle/>
          <a:p>
            <a:pPr algn="ctr" indent="0" marL="0">
              <a:buNone/>
            </a:pPr>
            <a:r>
              <a:rPr lang="en-US" sz="900" dirty="0">
                <a:solidFill>
                  <a:srgbClr val="E8A020"/>
                </a:solidFill>
                <a:latin typeface="Calibri" pitchFamily="34" charset="0"/>
                <a:ea typeface="Calibri" pitchFamily="34" charset="-122"/>
                <a:cs typeface="Calibri" pitchFamily="34" charset="-120"/>
              </a:rPr>
              <a:t>25 000 – 35 000 €</a:t>
            </a:r>
            <a:endParaRPr lang="en-US" sz="900" dirty="0"/>
          </a:p>
        </p:txBody>
      </p:sp>
      <p:sp>
        <p:nvSpPr>
          <p:cNvPr id="107" name="Shape 105"/>
          <p:cNvSpPr/>
          <p:nvPr/>
        </p:nvSpPr>
        <p:spPr>
          <a:xfrm>
            <a:off x="5925312" y="1993392"/>
            <a:ext cx="3218688" cy="338328"/>
          </a:xfrm>
          <a:prstGeom prst="rect">
            <a:avLst/>
          </a:prstGeom>
          <a:solidFill>
            <a:srgbClr val="111828"/>
          </a:solidFill>
          <a:ln w="12700">
            <a:solidFill>
              <a:srgbClr val="1C2A3A"/>
            </a:solidFill>
            <a:prstDash val="solid"/>
          </a:ln>
        </p:spPr>
      </p:sp>
      <p:sp>
        <p:nvSpPr>
          <p:cNvPr id="108" name="Text 106"/>
          <p:cNvSpPr/>
          <p:nvPr/>
        </p:nvSpPr>
        <p:spPr>
          <a:xfrm>
            <a:off x="5980176" y="1993392"/>
            <a:ext cx="3127248" cy="338328"/>
          </a:xfrm>
          <a:prstGeom prst="rect">
            <a:avLst/>
          </a:prstGeom>
          <a:noFill/>
          <a:ln/>
        </p:spPr>
        <p:txBody>
          <a:bodyPr wrap="square" rtlCol="0" anchor="ctr"/>
          <a:lstStyle/>
          <a:p>
            <a:pPr algn="ctr" indent="0" marL="0">
              <a:buNone/>
            </a:pPr>
            <a:r>
              <a:rPr lang="en-US" sz="900" dirty="0">
                <a:solidFill>
                  <a:srgbClr val="E8A020"/>
                </a:solidFill>
                <a:latin typeface="Calibri" pitchFamily="34" charset="0"/>
                <a:ea typeface="Calibri" pitchFamily="34" charset="-122"/>
                <a:cs typeface="Calibri" pitchFamily="34" charset="-120"/>
              </a:rPr>
              <a:t>28 000 – 50 000 €</a:t>
            </a:r>
            <a:endParaRPr lang="en-US" sz="900" dirty="0"/>
          </a:p>
        </p:txBody>
      </p:sp>
      <p:sp>
        <p:nvSpPr>
          <p:cNvPr id="109" name="Shape 107"/>
          <p:cNvSpPr/>
          <p:nvPr/>
        </p:nvSpPr>
        <p:spPr>
          <a:xfrm>
            <a:off x="256032" y="2331720"/>
            <a:ext cx="3200400" cy="338328"/>
          </a:xfrm>
          <a:prstGeom prst="rect">
            <a:avLst/>
          </a:prstGeom>
          <a:solidFill>
            <a:srgbClr val="0E1520"/>
          </a:solidFill>
          <a:ln w="12700">
            <a:solidFill>
              <a:srgbClr val="1C2A3A"/>
            </a:solidFill>
            <a:prstDash val="solid"/>
          </a:ln>
        </p:spPr>
      </p:sp>
      <p:sp>
        <p:nvSpPr>
          <p:cNvPr id="110" name="Text 108"/>
          <p:cNvSpPr/>
          <p:nvPr/>
        </p:nvSpPr>
        <p:spPr>
          <a:xfrm>
            <a:off x="347472" y="2331720"/>
            <a:ext cx="3017520" cy="338328"/>
          </a:xfrm>
          <a:prstGeom prst="rect">
            <a:avLst/>
          </a:prstGeom>
          <a:noFill/>
          <a:ln/>
        </p:spPr>
        <p:txBody>
          <a:bodyPr wrap="square" rtlCol="0" anchor="ctr"/>
          <a:lstStyle/>
          <a:p>
            <a:pPr indent="0" marL="0">
              <a:buNone/>
            </a:pPr>
            <a:r>
              <a:rPr lang="en-US" sz="950" b="1" dirty="0">
                <a:solidFill>
                  <a:srgbClr val="C8B89A"/>
                </a:solidFill>
                <a:latin typeface="Calibri" pitchFamily="34" charset="0"/>
                <a:ea typeface="Calibri" pitchFamily="34" charset="-122"/>
                <a:cs typeface="Calibri" pitchFamily="34" charset="-120"/>
              </a:rPr>
              <a:t>Teneur huile résiduelle</a:t>
            </a:r>
            <a:endParaRPr lang="en-US" sz="950" dirty="0"/>
          </a:p>
        </p:txBody>
      </p:sp>
      <p:sp>
        <p:nvSpPr>
          <p:cNvPr id="111" name="Shape 109"/>
          <p:cNvSpPr/>
          <p:nvPr/>
        </p:nvSpPr>
        <p:spPr>
          <a:xfrm>
            <a:off x="3456432" y="2331720"/>
            <a:ext cx="2468880" cy="338328"/>
          </a:xfrm>
          <a:prstGeom prst="rect">
            <a:avLst/>
          </a:prstGeom>
          <a:solidFill>
            <a:srgbClr val="0E1520"/>
          </a:solidFill>
          <a:ln w="12700">
            <a:solidFill>
              <a:srgbClr val="1C2A3A"/>
            </a:solidFill>
            <a:prstDash val="solid"/>
          </a:ln>
        </p:spPr>
      </p:sp>
      <p:sp>
        <p:nvSpPr>
          <p:cNvPr id="112" name="Text 110"/>
          <p:cNvSpPr/>
          <p:nvPr/>
        </p:nvSpPr>
        <p:spPr>
          <a:xfrm>
            <a:off x="3502152" y="2331720"/>
            <a:ext cx="2395728" cy="338328"/>
          </a:xfrm>
          <a:prstGeom prst="rect">
            <a:avLst/>
          </a:prstGeom>
          <a:noFill/>
          <a:ln/>
        </p:spPr>
        <p:txBody>
          <a:bodyPr wrap="square" rtlCol="0" anchor="ctr"/>
          <a:lstStyle/>
          <a:p>
            <a:pPr algn="ctr" indent="0" marL="0">
              <a:buNone/>
            </a:pPr>
            <a:r>
              <a:rPr lang="en-US" sz="900" b="1" dirty="0">
                <a:solidFill>
                  <a:srgbClr val="D94040"/>
                </a:solidFill>
                <a:latin typeface="Calibri" pitchFamily="34" charset="0"/>
                <a:ea typeface="Calibri" pitchFamily="34" charset="-122"/>
                <a:cs typeface="Calibri" pitchFamily="34" charset="-120"/>
              </a:rPr>
              <a:t>0,01 – 3 ppm (post-filtre)</a:t>
            </a:r>
            <a:endParaRPr lang="en-US" sz="900" dirty="0"/>
          </a:p>
        </p:txBody>
      </p:sp>
      <p:sp>
        <p:nvSpPr>
          <p:cNvPr id="113" name="Shape 111"/>
          <p:cNvSpPr/>
          <p:nvPr/>
        </p:nvSpPr>
        <p:spPr>
          <a:xfrm>
            <a:off x="5925312" y="2331720"/>
            <a:ext cx="3218688" cy="338328"/>
          </a:xfrm>
          <a:prstGeom prst="rect">
            <a:avLst/>
          </a:prstGeom>
          <a:solidFill>
            <a:srgbClr val="0E1520"/>
          </a:solidFill>
          <a:ln w="12700">
            <a:solidFill>
              <a:srgbClr val="1C2A3A"/>
            </a:solidFill>
            <a:prstDash val="solid"/>
          </a:ln>
        </p:spPr>
      </p:sp>
      <p:sp>
        <p:nvSpPr>
          <p:cNvPr id="114" name="Text 112"/>
          <p:cNvSpPr/>
          <p:nvPr/>
        </p:nvSpPr>
        <p:spPr>
          <a:xfrm>
            <a:off x="5980176" y="2331720"/>
            <a:ext cx="3127248"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0 ppm (Classe 0)</a:t>
            </a:r>
            <a:endParaRPr lang="en-US" sz="900" dirty="0"/>
          </a:p>
        </p:txBody>
      </p:sp>
      <p:sp>
        <p:nvSpPr>
          <p:cNvPr id="115" name="Shape 113"/>
          <p:cNvSpPr/>
          <p:nvPr/>
        </p:nvSpPr>
        <p:spPr>
          <a:xfrm>
            <a:off x="256032" y="2670048"/>
            <a:ext cx="3200400" cy="338328"/>
          </a:xfrm>
          <a:prstGeom prst="rect">
            <a:avLst/>
          </a:prstGeom>
          <a:solidFill>
            <a:srgbClr val="111828"/>
          </a:solidFill>
          <a:ln w="12700">
            <a:solidFill>
              <a:srgbClr val="1C2A3A"/>
            </a:solidFill>
            <a:prstDash val="solid"/>
          </a:ln>
        </p:spPr>
      </p:sp>
      <p:sp>
        <p:nvSpPr>
          <p:cNvPr id="116" name="Text 114"/>
          <p:cNvSpPr/>
          <p:nvPr/>
        </p:nvSpPr>
        <p:spPr>
          <a:xfrm>
            <a:off x="347472" y="2670048"/>
            <a:ext cx="3017520" cy="338328"/>
          </a:xfrm>
          <a:prstGeom prst="rect">
            <a:avLst/>
          </a:prstGeom>
          <a:noFill/>
          <a:ln/>
        </p:spPr>
        <p:txBody>
          <a:bodyPr wrap="square" rtlCol="0" anchor="ctr"/>
          <a:lstStyle/>
          <a:p>
            <a:pPr indent="0" marL="0">
              <a:buNone/>
            </a:pPr>
            <a:r>
              <a:rPr lang="en-US" sz="950" b="1" dirty="0">
                <a:solidFill>
                  <a:srgbClr val="C8B89A"/>
                </a:solidFill>
                <a:latin typeface="Calibri" pitchFamily="34" charset="0"/>
                <a:ea typeface="Calibri" pitchFamily="34" charset="-122"/>
                <a:cs typeface="Calibri" pitchFamily="34" charset="-120"/>
              </a:rPr>
              <a:t>Conformité contact alimentaire</a:t>
            </a:r>
            <a:endParaRPr lang="en-US" sz="950" dirty="0"/>
          </a:p>
        </p:txBody>
      </p:sp>
      <p:sp>
        <p:nvSpPr>
          <p:cNvPr id="117" name="Shape 115"/>
          <p:cNvSpPr/>
          <p:nvPr/>
        </p:nvSpPr>
        <p:spPr>
          <a:xfrm>
            <a:off x="3456432" y="2670048"/>
            <a:ext cx="2468880" cy="338328"/>
          </a:xfrm>
          <a:prstGeom prst="rect">
            <a:avLst/>
          </a:prstGeom>
          <a:solidFill>
            <a:srgbClr val="111828"/>
          </a:solidFill>
          <a:ln w="12700">
            <a:solidFill>
              <a:srgbClr val="1C2A3A"/>
            </a:solidFill>
            <a:prstDash val="solid"/>
          </a:ln>
        </p:spPr>
      </p:sp>
      <p:sp>
        <p:nvSpPr>
          <p:cNvPr id="118" name="Text 116"/>
          <p:cNvSpPr/>
          <p:nvPr/>
        </p:nvSpPr>
        <p:spPr>
          <a:xfrm>
            <a:off x="3502152" y="2670048"/>
            <a:ext cx="2395728" cy="338328"/>
          </a:xfrm>
          <a:prstGeom prst="rect">
            <a:avLst/>
          </a:prstGeom>
          <a:noFill/>
          <a:ln/>
        </p:spPr>
        <p:txBody>
          <a:bodyPr wrap="square" rtlCol="0" anchor="ctr"/>
          <a:lstStyle/>
          <a:p>
            <a:pPr algn="ctr" indent="0" marL="0">
              <a:buNone/>
            </a:pPr>
            <a:r>
              <a:rPr lang="en-US" sz="900" b="1" dirty="0">
                <a:solidFill>
                  <a:srgbClr val="D94040"/>
                </a:solidFill>
                <a:latin typeface="Calibri" pitchFamily="34" charset="0"/>
                <a:ea typeface="Calibri" pitchFamily="34" charset="-122"/>
                <a:cs typeface="Calibri" pitchFamily="34" charset="-120"/>
              </a:rPr>
              <a:t>NON (sans filtration &gt;Cl.0)</a:t>
            </a:r>
            <a:endParaRPr lang="en-US" sz="900" dirty="0"/>
          </a:p>
        </p:txBody>
      </p:sp>
      <p:sp>
        <p:nvSpPr>
          <p:cNvPr id="119" name="Shape 117"/>
          <p:cNvSpPr/>
          <p:nvPr/>
        </p:nvSpPr>
        <p:spPr>
          <a:xfrm>
            <a:off x="5925312" y="2670048"/>
            <a:ext cx="3218688" cy="338328"/>
          </a:xfrm>
          <a:prstGeom prst="rect">
            <a:avLst/>
          </a:prstGeom>
          <a:solidFill>
            <a:srgbClr val="111828"/>
          </a:solidFill>
          <a:ln w="12700">
            <a:solidFill>
              <a:srgbClr val="1C2A3A"/>
            </a:solidFill>
            <a:prstDash val="solid"/>
          </a:ln>
        </p:spPr>
      </p:sp>
      <p:sp>
        <p:nvSpPr>
          <p:cNvPr id="120" name="Text 118"/>
          <p:cNvSpPr/>
          <p:nvPr/>
        </p:nvSpPr>
        <p:spPr>
          <a:xfrm>
            <a:off x="5980176" y="2670048"/>
            <a:ext cx="3127248"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OUI — Classe 0 natif</a:t>
            </a:r>
            <a:endParaRPr lang="en-US" sz="900" dirty="0"/>
          </a:p>
        </p:txBody>
      </p:sp>
      <p:sp>
        <p:nvSpPr>
          <p:cNvPr id="121" name="Shape 119"/>
          <p:cNvSpPr/>
          <p:nvPr/>
        </p:nvSpPr>
        <p:spPr>
          <a:xfrm>
            <a:off x="256032" y="3008376"/>
            <a:ext cx="3200400" cy="338328"/>
          </a:xfrm>
          <a:prstGeom prst="rect">
            <a:avLst/>
          </a:prstGeom>
          <a:solidFill>
            <a:srgbClr val="0E1520"/>
          </a:solidFill>
          <a:ln w="12700">
            <a:solidFill>
              <a:srgbClr val="1C2A3A"/>
            </a:solidFill>
            <a:prstDash val="solid"/>
          </a:ln>
        </p:spPr>
      </p:sp>
      <p:sp>
        <p:nvSpPr>
          <p:cNvPr id="122" name="Text 120"/>
          <p:cNvSpPr/>
          <p:nvPr/>
        </p:nvSpPr>
        <p:spPr>
          <a:xfrm>
            <a:off x="347472" y="3008376"/>
            <a:ext cx="3017520" cy="338328"/>
          </a:xfrm>
          <a:prstGeom prst="rect">
            <a:avLst/>
          </a:prstGeom>
          <a:noFill/>
          <a:ln/>
        </p:spPr>
        <p:txBody>
          <a:bodyPr wrap="square" rtlCol="0" anchor="ctr"/>
          <a:lstStyle/>
          <a:p>
            <a:pPr indent="0" marL="0">
              <a:buNone/>
            </a:pPr>
            <a:r>
              <a:rPr lang="en-US" sz="950" b="1" dirty="0">
                <a:solidFill>
                  <a:srgbClr val="C8B89A"/>
                </a:solidFill>
                <a:latin typeface="Calibri" pitchFamily="34" charset="0"/>
                <a:ea typeface="Calibri" pitchFamily="34" charset="-122"/>
                <a:cs typeface="Calibri" pitchFamily="34" charset="-120"/>
              </a:rPr>
              <a:t>Consommation électrique</a:t>
            </a:r>
            <a:endParaRPr lang="en-US" sz="950" dirty="0"/>
          </a:p>
        </p:txBody>
      </p:sp>
      <p:sp>
        <p:nvSpPr>
          <p:cNvPr id="123" name="Shape 121"/>
          <p:cNvSpPr/>
          <p:nvPr/>
        </p:nvSpPr>
        <p:spPr>
          <a:xfrm>
            <a:off x="3456432" y="3008376"/>
            <a:ext cx="2468880" cy="338328"/>
          </a:xfrm>
          <a:prstGeom prst="rect">
            <a:avLst/>
          </a:prstGeom>
          <a:solidFill>
            <a:srgbClr val="0E1520"/>
          </a:solidFill>
          <a:ln w="12700">
            <a:solidFill>
              <a:srgbClr val="1C2A3A"/>
            </a:solidFill>
            <a:prstDash val="solid"/>
          </a:ln>
        </p:spPr>
      </p:sp>
      <p:sp>
        <p:nvSpPr>
          <p:cNvPr id="124" name="Text 122"/>
          <p:cNvSpPr/>
          <p:nvPr/>
        </p:nvSpPr>
        <p:spPr>
          <a:xfrm>
            <a:off x="3502152" y="3008376"/>
            <a:ext cx="2395728"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Base 100</a:t>
            </a:r>
            <a:endParaRPr lang="en-US" sz="900" dirty="0"/>
          </a:p>
        </p:txBody>
      </p:sp>
      <p:sp>
        <p:nvSpPr>
          <p:cNvPr id="125" name="Shape 123"/>
          <p:cNvSpPr/>
          <p:nvPr/>
        </p:nvSpPr>
        <p:spPr>
          <a:xfrm>
            <a:off x="5925312" y="3008376"/>
            <a:ext cx="3218688" cy="338328"/>
          </a:xfrm>
          <a:prstGeom prst="rect">
            <a:avLst/>
          </a:prstGeom>
          <a:solidFill>
            <a:srgbClr val="0E1520"/>
          </a:solidFill>
          <a:ln w="12700">
            <a:solidFill>
              <a:srgbClr val="1C2A3A"/>
            </a:solidFill>
            <a:prstDash val="solid"/>
          </a:ln>
        </p:spPr>
      </p:sp>
      <p:sp>
        <p:nvSpPr>
          <p:cNvPr id="126" name="Text 124"/>
          <p:cNvSpPr/>
          <p:nvPr/>
        </p:nvSpPr>
        <p:spPr>
          <a:xfrm>
            <a:off x="5980176" y="3008376"/>
            <a:ext cx="3127248" cy="338328"/>
          </a:xfrm>
          <a:prstGeom prst="rect">
            <a:avLst/>
          </a:prstGeom>
          <a:noFill/>
          <a:ln/>
        </p:spPr>
        <p:txBody>
          <a:bodyPr wrap="square" rtlCol="0" anchor="ctr"/>
          <a:lstStyle/>
          <a:p>
            <a:pPr algn="ctr" indent="0" marL="0">
              <a:buNone/>
            </a:pPr>
            <a:r>
              <a:rPr lang="en-US" sz="900" dirty="0">
                <a:solidFill>
                  <a:srgbClr val="E8A020"/>
                </a:solidFill>
                <a:latin typeface="Calibri" pitchFamily="34" charset="0"/>
                <a:ea typeface="Calibri" pitchFamily="34" charset="-122"/>
                <a:cs typeface="Calibri" pitchFamily="34" charset="-120"/>
              </a:rPr>
              <a:t>Base 110–120</a:t>
            </a:r>
            <a:endParaRPr lang="en-US" sz="900" dirty="0"/>
          </a:p>
        </p:txBody>
      </p:sp>
      <p:sp>
        <p:nvSpPr>
          <p:cNvPr id="127" name="Shape 125"/>
          <p:cNvSpPr/>
          <p:nvPr/>
        </p:nvSpPr>
        <p:spPr>
          <a:xfrm>
            <a:off x="256032" y="3346704"/>
            <a:ext cx="3200400" cy="338328"/>
          </a:xfrm>
          <a:prstGeom prst="rect">
            <a:avLst/>
          </a:prstGeom>
          <a:solidFill>
            <a:srgbClr val="111828"/>
          </a:solidFill>
          <a:ln w="12700">
            <a:solidFill>
              <a:srgbClr val="1C2A3A"/>
            </a:solidFill>
            <a:prstDash val="solid"/>
          </a:ln>
        </p:spPr>
      </p:sp>
      <p:sp>
        <p:nvSpPr>
          <p:cNvPr id="128" name="Text 126"/>
          <p:cNvSpPr/>
          <p:nvPr/>
        </p:nvSpPr>
        <p:spPr>
          <a:xfrm>
            <a:off x="347472" y="3346704"/>
            <a:ext cx="3017520" cy="338328"/>
          </a:xfrm>
          <a:prstGeom prst="rect">
            <a:avLst/>
          </a:prstGeom>
          <a:noFill/>
          <a:ln/>
        </p:spPr>
        <p:txBody>
          <a:bodyPr wrap="square" rtlCol="0" anchor="ctr"/>
          <a:lstStyle/>
          <a:p>
            <a:pPr indent="0" marL="0">
              <a:buNone/>
            </a:pPr>
            <a:r>
              <a:rPr lang="en-US" sz="950" b="1" dirty="0">
                <a:solidFill>
                  <a:srgbClr val="C8B89A"/>
                </a:solidFill>
                <a:latin typeface="Calibri" pitchFamily="34" charset="0"/>
                <a:ea typeface="Calibri" pitchFamily="34" charset="-122"/>
                <a:cs typeface="Calibri" pitchFamily="34" charset="-120"/>
              </a:rPr>
              <a:t>Coût maintenance annuel</a:t>
            </a:r>
            <a:endParaRPr lang="en-US" sz="950" dirty="0"/>
          </a:p>
        </p:txBody>
      </p:sp>
      <p:sp>
        <p:nvSpPr>
          <p:cNvPr id="129" name="Shape 127"/>
          <p:cNvSpPr/>
          <p:nvPr/>
        </p:nvSpPr>
        <p:spPr>
          <a:xfrm>
            <a:off x="3456432" y="3346704"/>
            <a:ext cx="2468880" cy="338328"/>
          </a:xfrm>
          <a:prstGeom prst="rect">
            <a:avLst/>
          </a:prstGeom>
          <a:solidFill>
            <a:srgbClr val="111828"/>
          </a:solidFill>
          <a:ln w="12700">
            <a:solidFill>
              <a:srgbClr val="1C2A3A"/>
            </a:solidFill>
            <a:prstDash val="solid"/>
          </a:ln>
        </p:spPr>
      </p:sp>
      <p:sp>
        <p:nvSpPr>
          <p:cNvPr id="130" name="Text 128"/>
          <p:cNvSpPr/>
          <p:nvPr/>
        </p:nvSpPr>
        <p:spPr>
          <a:xfrm>
            <a:off x="3502152" y="3346704"/>
            <a:ext cx="2395728" cy="338328"/>
          </a:xfrm>
          <a:prstGeom prst="rect">
            <a:avLst/>
          </a:prstGeom>
          <a:noFill/>
          <a:ln/>
        </p:spPr>
        <p:txBody>
          <a:bodyPr wrap="square" rtlCol="0" anchor="ctr"/>
          <a:lstStyle/>
          <a:p>
            <a:pPr algn="ctr" indent="0" marL="0">
              <a:buNone/>
            </a:pPr>
            <a:r>
              <a:rPr lang="en-US" sz="900" b="1" dirty="0">
                <a:solidFill>
                  <a:srgbClr val="D94040"/>
                </a:solidFill>
                <a:latin typeface="Calibri" pitchFamily="34" charset="0"/>
                <a:ea typeface="Calibri" pitchFamily="34" charset="-122"/>
                <a:cs typeface="Calibri" pitchFamily="34" charset="-120"/>
              </a:rPr>
              <a:t>Élevé (huile, filtres, séparateur)</a:t>
            </a:r>
            <a:endParaRPr lang="en-US" sz="900" dirty="0"/>
          </a:p>
        </p:txBody>
      </p:sp>
      <p:sp>
        <p:nvSpPr>
          <p:cNvPr id="131" name="Shape 129"/>
          <p:cNvSpPr/>
          <p:nvPr/>
        </p:nvSpPr>
        <p:spPr>
          <a:xfrm>
            <a:off x="5925312" y="3346704"/>
            <a:ext cx="3218688" cy="338328"/>
          </a:xfrm>
          <a:prstGeom prst="rect">
            <a:avLst/>
          </a:prstGeom>
          <a:solidFill>
            <a:srgbClr val="111828"/>
          </a:solidFill>
          <a:ln w="12700">
            <a:solidFill>
              <a:srgbClr val="1C2A3A"/>
            </a:solidFill>
            <a:prstDash val="solid"/>
          </a:ln>
        </p:spPr>
      </p:sp>
      <p:sp>
        <p:nvSpPr>
          <p:cNvPr id="132" name="Text 130"/>
          <p:cNvSpPr/>
          <p:nvPr/>
        </p:nvSpPr>
        <p:spPr>
          <a:xfrm>
            <a:off x="5980176" y="3346704"/>
            <a:ext cx="3127248" cy="338328"/>
          </a:xfrm>
          <a:prstGeom prst="rect">
            <a:avLst/>
          </a:prstGeom>
          <a:noFill/>
          <a:ln/>
        </p:spPr>
        <p:txBody>
          <a:bodyPr wrap="square" rtlCol="0" anchor="ctr"/>
          <a:lstStyle/>
          <a:p>
            <a:pPr algn="ctr" indent="0" marL="0">
              <a:buNone/>
            </a:pPr>
            <a:r>
              <a:rPr lang="en-US" sz="900" dirty="0">
                <a:solidFill>
                  <a:srgbClr val="E8A020"/>
                </a:solidFill>
                <a:latin typeface="Calibri" pitchFamily="34" charset="0"/>
                <a:ea typeface="Calibri" pitchFamily="34" charset="-122"/>
                <a:cs typeface="Calibri" pitchFamily="34" charset="-120"/>
              </a:rPr>
              <a:t>Moyen (revêtements PTFE)</a:t>
            </a:r>
            <a:endParaRPr lang="en-US" sz="900" dirty="0"/>
          </a:p>
        </p:txBody>
      </p:sp>
      <p:sp>
        <p:nvSpPr>
          <p:cNvPr id="133" name="Shape 131"/>
          <p:cNvSpPr/>
          <p:nvPr/>
        </p:nvSpPr>
        <p:spPr>
          <a:xfrm>
            <a:off x="256032" y="3685032"/>
            <a:ext cx="3200400" cy="338328"/>
          </a:xfrm>
          <a:prstGeom prst="rect">
            <a:avLst/>
          </a:prstGeom>
          <a:solidFill>
            <a:srgbClr val="0E1520"/>
          </a:solidFill>
          <a:ln w="12700">
            <a:solidFill>
              <a:srgbClr val="1C2A3A"/>
            </a:solidFill>
            <a:prstDash val="solid"/>
          </a:ln>
        </p:spPr>
      </p:sp>
      <p:sp>
        <p:nvSpPr>
          <p:cNvPr id="134" name="Text 132"/>
          <p:cNvSpPr/>
          <p:nvPr/>
        </p:nvSpPr>
        <p:spPr>
          <a:xfrm>
            <a:off x="347472" y="3685032"/>
            <a:ext cx="3017520" cy="338328"/>
          </a:xfrm>
          <a:prstGeom prst="rect">
            <a:avLst/>
          </a:prstGeom>
          <a:noFill/>
          <a:ln/>
        </p:spPr>
        <p:txBody>
          <a:bodyPr wrap="square" rtlCol="0" anchor="ctr"/>
          <a:lstStyle/>
          <a:p>
            <a:pPr indent="0" marL="0">
              <a:buNone/>
            </a:pPr>
            <a:r>
              <a:rPr lang="en-US" sz="950" b="1" dirty="0">
                <a:solidFill>
                  <a:srgbClr val="C8B89A"/>
                </a:solidFill>
                <a:latin typeface="Calibri" pitchFamily="34" charset="0"/>
                <a:ea typeface="Calibri" pitchFamily="34" charset="-122"/>
                <a:cs typeface="Calibri" pitchFamily="34" charset="-120"/>
              </a:rPr>
              <a:t>Disponibilité pièces Maroc</a:t>
            </a:r>
            <a:endParaRPr lang="en-US" sz="950" dirty="0"/>
          </a:p>
        </p:txBody>
      </p:sp>
      <p:sp>
        <p:nvSpPr>
          <p:cNvPr id="135" name="Shape 133"/>
          <p:cNvSpPr/>
          <p:nvPr/>
        </p:nvSpPr>
        <p:spPr>
          <a:xfrm>
            <a:off x="3456432" y="3685032"/>
            <a:ext cx="2468880" cy="338328"/>
          </a:xfrm>
          <a:prstGeom prst="rect">
            <a:avLst/>
          </a:prstGeom>
          <a:solidFill>
            <a:srgbClr val="0E1520"/>
          </a:solidFill>
          <a:ln w="12700">
            <a:solidFill>
              <a:srgbClr val="1C2A3A"/>
            </a:solidFill>
            <a:prstDash val="solid"/>
          </a:ln>
        </p:spPr>
      </p:sp>
      <p:sp>
        <p:nvSpPr>
          <p:cNvPr id="136" name="Text 134"/>
          <p:cNvSpPr/>
          <p:nvPr/>
        </p:nvSpPr>
        <p:spPr>
          <a:xfrm>
            <a:off x="3502152" y="3685032"/>
            <a:ext cx="2395728"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Excellente</a:t>
            </a:r>
            <a:endParaRPr lang="en-US" sz="900" dirty="0"/>
          </a:p>
        </p:txBody>
      </p:sp>
      <p:sp>
        <p:nvSpPr>
          <p:cNvPr id="137" name="Shape 135"/>
          <p:cNvSpPr/>
          <p:nvPr/>
        </p:nvSpPr>
        <p:spPr>
          <a:xfrm>
            <a:off x="5925312" y="3685032"/>
            <a:ext cx="3218688" cy="338328"/>
          </a:xfrm>
          <a:prstGeom prst="rect">
            <a:avLst/>
          </a:prstGeom>
          <a:solidFill>
            <a:srgbClr val="0E1520"/>
          </a:solidFill>
          <a:ln w="12700">
            <a:solidFill>
              <a:srgbClr val="1C2A3A"/>
            </a:solidFill>
            <a:prstDash val="solid"/>
          </a:ln>
        </p:spPr>
      </p:sp>
      <p:sp>
        <p:nvSpPr>
          <p:cNvPr id="138" name="Text 136"/>
          <p:cNvSpPr/>
          <p:nvPr/>
        </p:nvSpPr>
        <p:spPr>
          <a:xfrm>
            <a:off x="5980176" y="3685032"/>
            <a:ext cx="3127248" cy="338328"/>
          </a:xfrm>
          <a:prstGeom prst="rect">
            <a:avLst/>
          </a:prstGeom>
          <a:noFill/>
          <a:ln/>
        </p:spPr>
        <p:txBody>
          <a:bodyPr wrap="square" rtlCol="0" anchor="ctr"/>
          <a:lstStyle/>
          <a:p>
            <a:pPr algn="ctr" indent="0" marL="0">
              <a:buNone/>
            </a:pPr>
            <a:r>
              <a:rPr lang="en-US" sz="900" b="1" dirty="0">
                <a:solidFill>
                  <a:srgbClr val="D94040"/>
                </a:solidFill>
                <a:latin typeface="Calibri" pitchFamily="34" charset="0"/>
                <a:ea typeface="Calibri" pitchFamily="34" charset="-122"/>
                <a:cs typeface="Calibri" pitchFamily="34" charset="-120"/>
              </a:rPr>
              <a:t>Limitée — import requis</a:t>
            </a:r>
            <a:endParaRPr lang="en-US" sz="900" dirty="0"/>
          </a:p>
        </p:txBody>
      </p:sp>
      <p:sp>
        <p:nvSpPr>
          <p:cNvPr id="139" name="Shape 137"/>
          <p:cNvSpPr/>
          <p:nvPr/>
        </p:nvSpPr>
        <p:spPr>
          <a:xfrm>
            <a:off x="256032" y="4023360"/>
            <a:ext cx="3200400" cy="338328"/>
          </a:xfrm>
          <a:prstGeom prst="rect">
            <a:avLst/>
          </a:prstGeom>
          <a:solidFill>
            <a:srgbClr val="111828"/>
          </a:solidFill>
          <a:ln w="12700">
            <a:solidFill>
              <a:srgbClr val="1C2A3A"/>
            </a:solidFill>
            <a:prstDash val="solid"/>
          </a:ln>
        </p:spPr>
      </p:sp>
      <p:sp>
        <p:nvSpPr>
          <p:cNvPr id="140" name="Text 138"/>
          <p:cNvSpPr/>
          <p:nvPr/>
        </p:nvSpPr>
        <p:spPr>
          <a:xfrm>
            <a:off x="347472" y="4023360"/>
            <a:ext cx="3017520" cy="338328"/>
          </a:xfrm>
          <a:prstGeom prst="rect">
            <a:avLst/>
          </a:prstGeom>
          <a:noFill/>
          <a:ln/>
        </p:spPr>
        <p:txBody>
          <a:bodyPr wrap="square" rtlCol="0" anchor="ctr"/>
          <a:lstStyle/>
          <a:p>
            <a:pPr indent="0" marL="0">
              <a:buNone/>
            </a:pPr>
            <a:r>
              <a:rPr lang="en-US" sz="950" b="1" dirty="0">
                <a:solidFill>
                  <a:srgbClr val="C8B89A"/>
                </a:solidFill>
                <a:latin typeface="Calibri" pitchFamily="34" charset="0"/>
                <a:ea typeface="Calibri" pitchFamily="34" charset="-122"/>
                <a:cs typeface="Calibri" pitchFamily="34" charset="-120"/>
              </a:rPr>
              <a:t>Sensibilité chaleur ambiante</a:t>
            </a:r>
            <a:endParaRPr lang="en-US" sz="950" dirty="0"/>
          </a:p>
        </p:txBody>
      </p:sp>
      <p:sp>
        <p:nvSpPr>
          <p:cNvPr id="141" name="Shape 139"/>
          <p:cNvSpPr/>
          <p:nvPr/>
        </p:nvSpPr>
        <p:spPr>
          <a:xfrm>
            <a:off x="3456432" y="4023360"/>
            <a:ext cx="2468880" cy="338328"/>
          </a:xfrm>
          <a:prstGeom prst="rect">
            <a:avLst/>
          </a:prstGeom>
          <a:solidFill>
            <a:srgbClr val="111828"/>
          </a:solidFill>
          <a:ln w="12700">
            <a:solidFill>
              <a:srgbClr val="1C2A3A"/>
            </a:solidFill>
            <a:prstDash val="solid"/>
          </a:ln>
        </p:spPr>
      </p:sp>
      <p:sp>
        <p:nvSpPr>
          <p:cNvPr id="142" name="Text 140"/>
          <p:cNvSpPr/>
          <p:nvPr/>
        </p:nvSpPr>
        <p:spPr>
          <a:xfrm>
            <a:off x="3502152" y="4023360"/>
            <a:ext cx="2395728"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Faible</a:t>
            </a:r>
            <a:endParaRPr lang="en-US" sz="900" dirty="0"/>
          </a:p>
        </p:txBody>
      </p:sp>
      <p:sp>
        <p:nvSpPr>
          <p:cNvPr id="143" name="Shape 141"/>
          <p:cNvSpPr/>
          <p:nvPr/>
        </p:nvSpPr>
        <p:spPr>
          <a:xfrm>
            <a:off x="5925312" y="4023360"/>
            <a:ext cx="3218688" cy="338328"/>
          </a:xfrm>
          <a:prstGeom prst="rect">
            <a:avLst/>
          </a:prstGeom>
          <a:solidFill>
            <a:srgbClr val="111828"/>
          </a:solidFill>
          <a:ln w="12700">
            <a:solidFill>
              <a:srgbClr val="1C2A3A"/>
            </a:solidFill>
            <a:prstDash val="solid"/>
          </a:ln>
        </p:spPr>
      </p:sp>
      <p:sp>
        <p:nvSpPr>
          <p:cNvPr id="144" name="Text 142"/>
          <p:cNvSpPr/>
          <p:nvPr/>
        </p:nvSpPr>
        <p:spPr>
          <a:xfrm>
            <a:off x="5980176" y="4023360"/>
            <a:ext cx="3127248" cy="338328"/>
          </a:xfrm>
          <a:prstGeom prst="rect">
            <a:avLst/>
          </a:prstGeom>
          <a:noFill/>
          <a:ln/>
        </p:spPr>
        <p:txBody>
          <a:bodyPr wrap="square" rtlCol="0" anchor="ctr"/>
          <a:lstStyle/>
          <a:p>
            <a:pPr algn="ctr" indent="0" marL="0">
              <a:buNone/>
            </a:pPr>
            <a:r>
              <a:rPr lang="en-US" sz="900" dirty="0">
                <a:solidFill>
                  <a:srgbClr val="E8A020"/>
                </a:solidFill>
                <a:latin typeface="Calibri" pitchFamily="34" charset="0"/>
                <a:ea typeface="Calibri" pitchFamily="34" charset="-122"/>
                <a:cs typeface="Calibri" pitchFamily="34" charset="-120"/>
              </a:rPr>
              <a:t>Modérée à élevée</a:t>
            </a:r>
            <a:endParaRPr lang="en-US" sz="900" dirty="0"/>
          </a:p>
        </p:txBody>
      </p:sp>
      <p:sp>
        <p:nvSpPr>
          <p:cNvPr id="145" name="Shape 143"/>
          <p:cNvSpPr/>
          <p:nvPr/>
        </p:nvSpPr>
        <p:spPr>
          <a:xfrm>
            <a:off x="256032" y="4361688"/>
            <a:ext cx="3200400" cy="338328"/>
          </a:xfrm>
          <a:prstGeom prst="rect">
            <a:avLst/>
          </a:prstGeom>
          <a:solidFill>
            <a:srgbClr val="0E1520"/>
          </a:solidFill>
          <a:ln w="12700">
            <a:solidFill>
              <a:srgbClr val="1C2A3A"/>
            </a:solidFill>
            <a:prstDash val="solid"/>
          </a:ln>
        </p:spPr>
      </p:sp>
      <p:sp>
        <p:nvSpPr>
          <p:cNvPr id="146" name="Text 144"/>
          <p:cNvSpPr/>
          <p:nvPr/>
        </p:nvSpPr>
        <p:spPr>
          <a:xfrm>
            <a:off x="347472" y="4361688"/>
            <a:ext cx="3017520" cy="338328"/>
          </a:xfrm>
          <a:prstGeom prst="rect">
            <a:avLst/>
          </a:prstGeom>
          <a:noFill/>
          <a:ln/>
        </p:spPr>
        <p:txBody>
          <a:bodyPr wrap="square" rtlCol="0" anchor="ctr"/>
          <a:lstStyle/>
          <a:p>
            <a:pPr indent="0" marL="0">
              <a:buNone/>
            </a:pPr>
            <a:r>
              <a:rPr lang="en-US" sz="950" b="1" dirty="0">
                <a:solidFill>
                  <a:srgbClr val="C8B89A"/>
                </a:solidFill>
                <a:latin typeface="Calibri" pitchFamily="34" charset="0"/>
                <a:ea typeface="Calibri" pitchFamily="34" charset="-122"/>
                <a:cs typeface="Calibri" pitchFamily="34" charset="-120"/>
              </a:rPr>
              <a:t>Certification ISO 8573-1 Cl.0</a:t>
            </a:r>
            <a:endParaRPr lang="en-US" sz="950" dirty="0"/>
          </a:p>
        </p:txBody>
      </p:sp>
      <p:sp>
        <p:nvSpPr>
          <p:cNvPr id="147" name="Shape 145"/>
          <p:cNvSpPr/>
          <p:nvPr/>
        </p:nvSpPr>
        <p:spPr>
          <a:xfrm>
            <a:off x="3456432" y="4361688"/>
            <a:ext cx="2468880" cy="338328"/>
          </a:xfrm>
          <a:prstGeom prst="rect">
            <a:avLst/>
          </a:prstGeom>
          <a:solidFill>
            <a:srgbClr val="0E1520"/>
          </a:solidFill>
          <a:ln w="12700">
            <a:solidFill>
              <a:srgbClr val="1C2A3A"/>
            </a:solidFill>
            <a:prstDash val="solid"/>
          </a:ln>
        </p:spPr>
      </p:sp>
      <p:sp>
        <p:nvSpPr>
          <p:cNvPr id="148" name="Text 146"/>
          <p:cNvSpPr/>
          <p:nvPr/>
        </p:nvSpPr>
        <p:spPr>
          <a:xfrm>
            <a:off x="3502152" y="4361688"/>
            <a:ext cx="2395728" cy="338328"/>
          </a:xfrm>
          <a:prstGeom prst="rect">
            <a:avLst/>
          </a:prstGeom>
          <a:noFill/>
          <a:ln/>
        </p:spPr>
        <p:txBody>
          <a:bodyPr wrap="square" rtlCol="0" anchor="ctr"/>
          <a:lstStyle/>
          <a:p>
            <a:pPr algn="ctr" indent="0" marL="0">
              <a:buNone/>
            </a:pPr>
            <a:r>
              <a:rPr lang="en-US" sz="900" b="1" dirty="0">
                <a:solidFill>
                  <a:srgbClr val="D94040"/>
                </a:solidFill>
                <a:latin typeface="Calibri" pitchFamily="34" charset="0"/>
                <a:ea typeface="Calibri" pitchFamily="34" charset="-122"/>
                <a:cs typeface="Calibri" pitchFamily="34" charset="-120"/>
              </a:rPr>
              <a:t>Non atteignable</a:t>
            </a:r>
            <a:endParaRPr lang="en-US" sz="900" dirty="0"/>
          </a:p>
        </p:txBody>
      </p:sp>
      <p:sp>
        <p:nvSpPr>
          <p:cNvPr id="149" name="Shape 147"/>
          <p:cNvSpPr/>
          <p:nvPr/>
        </p:nvSpPr>
        <p:spPr>
          <a:xfrm>
            <a:off x="5925312" y="4361688"/>
            <a:ext cx="3218688" cy="338328"/>
          </a:xfrm>
          <a:prstGeom prst="rect">
            <a:avLst/>
          </a:prstGeom>
          <a:solidFill>
            <a:srgbClr val="0E1520"/>
          </a:solidFill>
          <a:ln w="12700">
            <a:solidFill>
              <a:srgbClr val="1C2A3A"/>
            </a:solidFill>
            <a:prstDash val="solid"/>
          </a:ln>
        </p:spPr>
      </p:sp>
      <p:sp>
        <p:nvSpPr>
          <p:cNvPr id="150" name="Text 148"/>
          <p:cNvSpPr/>
          <p:nvPr/>
        </p:nvSpPr>
        <p:spPr>
          <a:xfrm>
            <a:off x="5980176" y="4361688"/>
            <a:ext cx="3127248"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Oui — certifié d'usine</a:t>
            </a:r>
            <a:endParaRPr lang="en-US" sz="900" dirty="0"/>
          </a:p>
        </p:txBody>
      </p:sp>
      <p:sp>
        <p:nvSpPr>
          <p:cNvPr id="151" name="Shape 149"/>
          <p:cNvSpPr/>
          <p:nvPr/>
        </p:nvSpPr>
        <p:spPr>
          <a:xfrm rot="2700000">
            <a:off x="13716" y="4846320"/>
            <a:ext cx="82296" cy="82296"/>
          </a:xfrm>
          <a:prstGeom prst="rect">
            <a:avLst/>
          </a:prstGeom>
          <a:solidFill>
            <a:srgbClr val="D4951A">
              <a:alpha val="15000"/>
            </a:srgbClr>
          </a:solidFill>
          <a:ln w="12700">
            <a:solidFill>
              <a:srgbClr val="D4951A"/>
            </a:solidFill>
            <a:prstDash val="solid"/>
          </a:ln>
        </p:spPr>
      </p:sp>
      <p:sp>
        <p:nvSpPr>
          <p:cNvPr id="152" name="Shape 150"/>
          <p:cNvSpPr/>
          <p:nvPr/>
        </p:nvSpPr>
        <p:spPr>
          <a:xfrm rot="2700000">
            <a:off x="137160" y="4846320"/>
            <a:ext cx="82296" cy="82296"/>
          </a:xfrm>
          <a:prstGeom prst="rect">
            <a:avLst/>
          </a:prstGeom>
          <a:solidFill>
            <a:srgbClr val="D4951A">
              <a:alpha val="15000"/>
            </a:srgbClr>
          </a:solidFill>
          <a:ln w="12700">
            <a:solidFill>
              <a:srgbClr val="D4951A"/>
            </a:solidFill>
            <a:prstDash val="solid"/>
          </a:ln>
        </p:spPr>
      </p:sp>
      <p:sp>
        <p:nvSpPr>
          <p:cNvPr id="153" name="Shape 151"/>
          <p:cNvSpPr/>
          <p:nvPr/>
        </p:nvSpPr>
        <p:spPr>
          <a:xfrm rot="2700000">
            <a:off x="260604" y="4846320"/>
            <a:ext cx="82296" cy="82296"/>
          </a:xfrm>
          <a:prstGeom prst="rect">
            <a:avLst/>
          </a:prstGeom>
          <a:solidFill>
            <a:srgbClr val="D4951A">
              <a:alpha val="15000"/>
            </a:srgbClr>
          </a:solidFill>
          <a:ln w="12700">
            <a:solidFill>
              <a:srgbClr val="D4951A"/>
            </a:solidFill>
            <a:prstDash val="solid"/>
          </a:ln>
        </p:spPr>
      </p:sp>
      <p:sp>
        <p:nvSpPr>
          <p:cNvPr id="154" name="Shape 152"/>
          <p:cNvSpPr/>
          <p:nvPr/>
        </p:nvSpPr>
        <p:spPr>
          <a:xfrm rot="2700000">
            <a:off x="384048" y="4846320"/>
            <a:ext cx="82296" cy="82296"/>
          </a:xfrm>
          <a:prstGeom prst="rect">
            <a:avLst/>
          </a:prstGeom>
          <a:solidFill>
            <a:srgbClr val="D4951A">
              <a:alpha val="15000"/>
            </a:srgbClr>
          </a:solidFill>
          <a:ln w="12700">
            <a:solidFill>
              <a:srgbClr val="D4951A"/>
            </a:solidFill>
            <a:prstDash val="solid"/>
          </a:ln>
        </p:spPr>
      </p:sp>
      <p:sp>
        <p:nvSpPr>
          <p:cNvPr id="155" name="Shape 153"/>
          <p:cNvSpPr/>
          <p:nvPr/>
        </p:nvSpPr>
        <p:spPr>
          <a:xfrm rot="2700000">
            <a:off x="507492" y="4846320"/>
            <a:ext cx="82296" cy="82296"/>
          </a:xfrm>
          <a:prstGeom prst="rect">
            <a:avLst/>
          </a:prstGeom>
          <a:solidFill>
            <a:srgbClr val="D4951A">
              <a:alpha val="15000"/>
            </a:srgbClr>
          </a:solidFill>
          <a:ln w="12700">
            <a:solidFill>
              <a:srgbClr val="D4951A"/>
            </a:solidFill>
            <a:prstDash val="solid"/>
          </a:ln>
        </p:spPr>
      </p:sp>
      <p:sp>
        <p:nvSpPr>
          <p:cNvPr id="156" name="Shape 154"/>
          <p:cNvSpPr/>
          <p:nvPr/>
        </p:nvSpPr>
        <p:spPr>
          <a:xfrm rot="2700000">
            <a:off x="630936" y="4846320"/>
            <a:ext cx="82296" cy="82296"/>
          </a:xfrm>
          <a:prstGeom prst="rect">
            <a:avLst/>
          </a:prstGeom>
          <a:solidFill>
            <a:srgbClr val="D4951A">
              <a:alpha val="15000"/>
            </a:srgbClr>
          </a:solidFill>
          <a:ln w="12700">
            <a:solidFill>
              <a:srgbClr val="D4951A"/>
            </a:solidFill>
            <a:prstDash val="solid"/>
          </a:ln>
        </p:spPr>
      </p:sp>
      <p:sp>
        <p:nvSpPr>
          <p:cNvPr id="157" name="Shape 155"/>
          <p:cNvSpPr/>
          <p:nvPr/>
        </p:nvSpPr>
        <p:spPr>
          <a:xfrm rot="2700000">
            <a:off x="754380" y="4846320"/>
            <a:ext cx="82296" cy="82296"/>
          </a:xfrm>
          <a:prstGeom prst="rect">
            <a:avLst/>
          </a:prstGeom>
          <a:solidFill>
            <a:srgbClr val="D4951A">
              <a:alpha val="15000"/>
            </a:srgbClr>
          </a:solidFill>
          <a:ln w="12700">
            <a:solidFill>
              <a:srgbClr val="D4951A"/>
            </a:solidFill>
            <a:prstDash val="solid"/>
          </a:ln>
        </p:spPr>
      </p:sp>
      <p:sp>
        <p:nvSpPr>
          <p:cNvPr id="158" name="Shape 156"/>
          <p:cNvSpPr/>
          <p:nvPr/>
        </p:nvSpPr>
        <p:spPr>
          <a:xfrm rot="2700000">
            <a:off x="877824" y="4846320"/>
            <a:ext cx="82296" cy="82296"/>
          </a:xfrm>
          <a:prstGeom prst="rect">
            <a:avLst/>
          </a:prstGeom>
          <a:solidFill>
            <a:srgbClr val="D4951A">
              <a:alpha val="15000"/>
            </a:srgbClr>
          </a:solidFill>
          <a:ln w="12700">
            <a:solidFill>
              <a:srgbClr val="D4951A"/>
            </a:solidFill>
            <a:prstDash val="solid"/>
          </a:ln>
        </p:spPr>
      </p:sp>
      <p:sp>
        <p:nvSpPr>
          <p:cNvPr id="159" name="Shape 157"/>
          <p:cNvSpPr/>
          <p:nvPr/>
        </p:nvSpPr>
        <p:spPr>
          <a:xfrm rot="2700000">
            <a:off x="1001268" y="4846320"/>
            <a:ext cx="82296" cy="82296"/>
          </a:xfrm>
          <a:prstGeom prst="rect">
            <a:avLst/>
          </a:prstGeom>
          <a:solidFill>
            <a:srgbClr val="D4951A">
              <a:alpha val="15000"/>
            </a:srgbClr>
          </a:solidFill>
          <a:ln w="12700">
            <a:solidFill>
              <a:srgbClr val="D4951A"/>
            </a:solidFill>
            <a:prstDash val="solid"/>
          </a:ln>
        </p:spPr>
      </p:sp>
      <p:sp>
        <p:nvSpPr>
          <p:cNvPr id="160" name="Shape 158"/>
          <p:cNvSpPr/>
          <p:nvPr/>
        </p:nvSpPr>
        <p:spPr>
          <a:xfrm rot="2700000">
            <a:off x="1124712" y="4846320"/>
            <a:ext cx="82296" cy="82296"/>
          </a:xfrm>
          <a:prstGeom prst="rect">
            <a:avLst/>
          </a:prstGeom>
          <a:solidFill>
            <a:srgbClr val="D4951A">
              <a:alpha val="15000"/>
            </a:srgbClr>
          </a:solidFill>
          <a:ln w="12700">
            <a:solidFill>
              <a:srgbClr val="D4951A"/>
            </a:solidFill>
            <a:prstDash val="solid"/>
          </a:ln>
        </p:spPr>
      </p:sp>
      <p:sp>
        <p:nvSpPr>
          <p:cNvPr id="161" name="Shape 159"/>
          <p:cNvSpPr/>
          <p:nvPr/>
        </p:nvSpPr>
        <p:spPr>
          <a:xfrm rot="2700000">
            <a:off x="1248156" y="4846320"/>
            <a:ext cx="82296" cy="82296"/>
          </a:xfrm>
          <a:prstGeom prst="rect">
            <a:avLst/>
          </a:prstGeom>
          <a:solidFill>
            <a:srgbClr val="D4951A">
              <a:alpha val="15000"/>
            </a:srgbClr>
          </a:solidFill>
          <a:ln w="12700">
            <a:solidFill>
              <a:srgbClr val="D4951A"/>
            </a:solidFill>
            <a:prstDash val="solid"/>
          </a:ln>
        </p:spPr>
      </p:sp>
      <p:sp>
        <p:nvSpPr>
          <p:cNvPr id="162" name="Shape 160"/>
          <p:cNvSpPr/>
          <p:nvPr/>
        </p:nvSpPr>
        <p:spPr>
          <a:xfrm rot="2700000">
            <a:off x="1371600" y="4846320"/>
            <a:ext cx="82296" cy="82296"/>
          </a:xfrm>
          <a:prstGeom prst="rect">
            <a:avLst/>
          </a:prstGeom>
          <a:solidFill>
            <a:srgbClr val="D4951A">
              <a:alpha val="15000"/>
            </a:srgbClr>
          </a:solidFill>
          <a:ln w="12700">
            <a:solidFill>
              <a:srgbClr val="D4951A"/>
            </a:solidFill>
            <a:prstDash val="solid"/>
          </a:ln>
        </p:spPr>
      </p:sp>
      <p:sp>
        <p:nvSpPr>
          <p:cNvPr id="163" name="Shape 161"/>
          <p:cNvSpPr/>
          <p:nvPr/>
        </p:nvSpPr>
        <p:spPr>
          <a:xfrm rot="2700000">
            <a:off x="1495044" y="4846320"/>
            <a:ext cx="82296" cy="82296"/>
          </a:xfrm>
          <a:prstGeom prst="rect">
            <a:avLst/>
          </a:prstGeom>
          <a:solidFill>
            <a:srgbClr val="D4951A">
              <a:alpha val="15000"/>
            </a:srgbClr>
          </a:solidFill>
          <a:ln w="12700">
            <a:solidFill>
              <a:srgbClr val="D4951A"/>
            </a:solidFill>
            <a:prstDash val="solid"/>
          </a:ln>
        </p:spPr>
      </p:sp>
      <p:sp>
        <p:nvSpPr>
          <p:cNvPr id="164" name="Shape 162"/>
          <p:cNvSpPr/>
          <p:nvPr/>
        </p:nvSpPr>
        <p:spPr>
          <a:xfrm rot="2700000">
            <a:off x="1618488" y="4846320"/>
            <a:ext cx="82296" cy="82296"/>
          </a:xfrm>
          <a:prstGeom prst="rect">
            <a:avLst/>
          </a:prstGeom>
          <a:solidFill>
            <a:srgbClr val="D4951A">
              <a:alpha val="15000"/>
            </a:srgbClr>
          </a:solidFill>
          <a:ln w="12700">
            <a:solidFill>
              <a:srgbClr val="D4951A"/>
            </a:solidFill>
            <a:prstDash val="solid"/>
          </a:ln>
        </p:spPr>
      </p:sp>
      <p:sp>
        <p:nvSpPr>
          <p:cNvPr id="165" name="Shape 163"/>
          <p:cNvSpPr/>
          <p:nvPr/>
        </p:nvSpPr>
        <p:spPr>
          <a:xfrm rot="2700000">
            <a:off x="1741932" y="4846320"/>
            <a:ext cx="82296" cy="82296"/>
          </a:xfrm>
          <a:prstGeom prst="rect">
            <a:avLst/>
          </a:prstGeom>
          <a:solidFill>
            <a:srgbClr val="D4951A">
              <a:alpha val="15000"/>
            </a:srgbClr>
          </a:solidFill>
          <a:ln w="12700">
            <a:solidFill>
              <a:srgbClr val="D4951A"/>
            </a:solidFill>
            <a:prstDash val="solid"/>
          </a:ln>
        </p:spPr>
      </p:sp>
      <p:sp>
        <p:nvSpPr>
          <p:cNvPr id="166" name="Shape 164"/>
          <p:cNvSpPr/>
          <p:nvPr/>
        </p:nvSpPr>
        <p:spPr>
          <a:xfrm rot="2700000">
            <a:off x="1865376" y="4846320"/>
            <a:ext cx="82296" cy="82296"/>
          </a:xfrm>
          <a:prstGeom prst="rect">
            <a:avLst/>
          </a:prstGeom>
          <a:solidFill>
            <a:srgbClr val="D4951A">
              <a:alpha val="15000"/>
            </a:srgbClr>
          </a:solidFill>
          <a:ln w="12700">
            <a:solidFill>
              <a:srgbClr val="D4951A"/>
            </a:solidFill>
            <a:prstDash val="solid"/>
          </a:ln>
        </p:spPr>
      </p:sp>
      <p:sp>
        <p:nvSpPr>
          <p:cNvPr id="167" name="Shape 165"/>
          <p:cNvSpPr/>
          <p:nvPr/>
        </p:nvSpPr>
        <p:spPr>
          <a:xfrm rot="2700000">
            <a:off x="1988820" y="4846320"/>
            <a:ext cx="82296" cy="82296"/>
          </a:xfrm>
          <a:prstGeom prst="rect">
            <a:avLst/>
          </a:prstGeom>
          <a:solidFill>
            <a:srgbClr val="D4951A">
              <a:alpha val="15000"/>
            </a:srgbClr>
          </a:solidFill>
          <a:ln w="12700">
            <a:solidFill>
              <a:srgbClr val="D4951A"/>
            </a:solidFill>
            <a:prstDash val="solid"/>
          </a:ln>
        </p:spPr>
      </p:sp>
      <p:sp>
        <p:nvSpPr>
          <p:cNvPr id="168" name="Shape 166"/>
          <p:cNvSpPr/>
          <p:nvPr/>
        </p:nvSpPr>
        <p:spPr>
          <a:xfrm rot="2700000">
            <a:off x="2112264" y="4846320"/>
            <a:ext cx="82296" cy="82296"/>
          </a:xfrm>
          <a:prstGeom prst="rect">
            <a:avLst/>
          </a:prstGeom>
          <a:solidFill>
            <a:srgbClr val="D4951A">
              <a:alpha val="15000"/>
            </a:srgbClr>
          </a:solidFill>
          <a:ln w="12700">
            <a:solidFill>
              <a:srgbClr val="D4951A"/>
            </a:solidFill>
            <a:prstDash val="solid"/>
          </a:ln>
        </p:spPr>
      </p:sp>
      <p:sp>
        <p:nvSpPr>
          <p:cNvPr id="169" name="Shape 167"/>
          <p:cNvSpPr/>
          <p:nvPr/>
        </p:nvSpPr>
        <p:spPr>
          <a:xfrm rot="2700000">
            <a:off x="2235708" y="4846320"/>
            <a:ext cx="82296" cy="82296"/>
          </a:xfrm>
          <a:prstGeom prst="rect">
            <a:avLst/>
          </a:prstGeom>
          <a:solidFill>
            <a:srgbClr val="D4951A">
              <a:alpha val="15000"/>
            </a:srgbClr>
          </a:solidFill>
          <a:ln w="12700">
            <a:solidFill>
              <a:srgbClr val="D4951A"/>
            </a:solidFill>
            <a:prstDash val="solid"/>
          </a:ln>
        </p:spPr>
      </p:sp>
      <p:sp>
        <p:nvSpPr>
          <p:cNvPr id="170" name="Shape 168"/>
          <p:cNvSpPr/>
          <p:nvPr/>
        </p:nvSpPr>
        <p:spPr>
          <a:xfrm rot="2700000">
            <a:off x="2359152" y="4846320"/>
            <a:ext cx="82296" cy="82296"/>
          </a:xfrm>
          <a:prstGeom prst="rect">
            <a:avLst/>
          </a:prstGeom>
          <a:solidFill>
            <a:srgbClr val="D4951A">
              <a:alpha val="15000"/>
            </a:srgbClr>
          </a:solidFill>
          <a:ln w="12700">
            <a:solidFill>
              <a:srgbClr val="D4951A"/>
            </a:solidFill>
            <a:prstDash val="solid"/>
          </a:ln>
        </p:spPr>
      </p:sp>
      <p:sp>
        <p:nvSpPr>
          <p:cNvPr id="171" name="Shape 169"/>
          <p:cNvSpPr/>
          <p:nvPr/>
        </p:nvSpPr>
        <p:spPr>
          <a:xfrm rot="2700000">
            <a:off x="2482596" y="4846320"/>
            <a:ext cx="82296" cy="82296"/>
          </a:xfrm>
          <a:prstGeom prst="rect">
            <a:avLst/>
          </a:prstGeom>
          <a:solidFill>
            <a:srgbClr val="D4951A">
              <a:alpha val="15000"/>
            </a:srgbClr>
          </a:solidFill>
          <a:ln w="12700">
            <a:solidFill>
              <a:srgbClr val="D4951A"/>
            </a:solidFill>
            <a:prstDash val="solid"/>
          </a:ln>
        </p:spPr>
      </p:sp>
      <p:sp>
        <p:nvSpPr>
          <p:cNvPr id="172" name="Shape 170"/>
          <p:cNvSpPr/>
          <p:nvPr/>
        </p:nvSpPr>
        <p:spPr>
          <a:xfrm rot="2700000">
            <a:off x="2606040" y="4846320"/>
            <a:ext cx="82296" cy="82296"/>
          </a:xfrm>
          <a:prstGeom prst="rect">
            <a:avLst/>
          </a:prstGeom>
          <a:solidFill>
            <a:srgbClr val="D4951A">
              <a:alpha val="15000"/>
            </a:srgbClr>
          </a:solidFill>
          <a:ln w="12700">
            <a:solidFill>
              <a:srgbClr val="D4951A"/>
            </a:solidFill>
            <a:prstDash val="solid"/>
          </a:ln>
        </p:spPr>
      </p:sp>
      <p:sp>
        <p:nvSpPr>
          <p:cNvPr id="173" name="Shape 171"/>
          <p:cNvSpPr/>
          <p:nvPr/>
        </p:nvSpPr>
        <p:spPr>
          <a:xfrm rot="2700000">
            <a:off x="2729484" y="4846320"/>
            <a:ext cx="82296" cy="82296"/>
          </a:xfrm>
          <a:prstGeom prst="rect">
            <a:avLst/>
          </a:prstGeom>
          <a:solidFill>
            <a:srgbClr val="D4951A">
              <a:alpha val="15000"/>
            </a:srgbClr>
          </a:solidFill>
          <a:ln w="12700">
            <a:solidFill>
              <a:srgbClr val="D4951A"/>
            </a:solidFill>
            <a:prstDash val="solid"/>
          </a:ln>
        </p:spPr>
      </p:sp>
      <p:sp>
        <p:nvSpPr>
          <p:cNvPr id="174" name="Shape 172"/>
          <p:cNvSpPr/>
          <p:nvPr/>
        </p:nvSpPr>
        <p:spPr>
          <a:xfrm rot="2700000">
            <a:off x="2852928" y="4846320"/>
            <a:ext cx="82296" cy="82296"/>
          </a:xfrm>
          <a:prstGeom prst="rect">
            <a:avLst/>
          </a:prstGeom>
          <a:solidFill>
            <a:srgbClr val="D4951A">
              <a:alpha val="15000"/>
            </a:srgbClr>
          </a:solidFill>
          <a:ln w="12700">
            <a:solidFill>
              <a:srgbClr val="D4951A"/>
            </a:solidFill>
            <a:prstDash val="solid"/>
          </a:ln>
        </p:spPr>
      </p:sp>
      <p:sp>
        <p:nvSpPr>
          <p:cNvPr id="175" name="Shape 173"/>
          <p:cNvSpPr/>
          <p:nvPr/>
        </p:nvSpPr>
        <p:spPr>
          <a:xfrm rot="2700000">
            <a:off x="2976372" y="4846320"/>
            <a:ext cx="82296" cy="82296"/>
          </a:xfrm>
          <a:prstGeom prst="rect">
            <a:avLst/>
          </a:prstGeom>
          <a:solidFill>
            <a:srgbClr val="D4951A">
              <a:alpha val="15000"/>
            </a:srgbClr>
          </a:solidFill>
          <a:ln w="12700">
            <a:solidFill>
              <a:srgbClr val="D4951A"/>
            </a:solidFill>
            <a:prstDash val="solid"/>
          </a:ln>
        </p:spPr>
      </p:sp>
      <p:sp>
        <p:nvSpPr>
          <p:cNvPr id="176" name="Shape 174"/>
          <p:cNvSpPr/>
          <p:nvPr/>
        </p:nvSpPr>
        <p:spPr>
          <a:xfrm rot="2700000">
            <a:off x="3099816" y="4846320"/>
            <a:ext cx="82296" cy="82296"/>
          </a:xfrm>
          <a:prstGeom prst="rect">
            <a:avLst/>
          </a:prstGeom>
          <a:solidFill>
            <a:srgbClr val="D4951A">
              <a:alpha val="15000"/>
            </a:srgbClr>
          </a:solidFill>
          <a:ln w="12700">
            <a:solidFill>
              <a:srgbClr val="D4951A"/>
            </a:solidFill>
            <a:prstDash val="solid"/>
          </a:ln>
        </p:spPr>
      </p:sp>
      <p:sp>
        <p:nvSpPr>
          <p:cNvPr id="177" name="Shape 175"/>
          <p:cNvSpPr/>
          <p:nvPr/>
        </p:nvSpPr>
        <p:spPr>
          <a:xfrm rot="2700000">
            <a:off x="3223260" y="4846320"/>
            <a:ext cx="82296" cy="82296"/>
          </a:xfrm>
          <a:prstGeom prst="rect">
            <a:avLst/>
          </a:prstGeom>
          <a:solidFill>
            <a:srgbClr val="D4951A">
              <a:alpha val="15000"/>
            </a:srgbClr>
          </a:solidFill>
          <a:ln w="12700">
            <a:solidFill>
              <a:srgbClr val="D4951A"/>
            </a:solidFill>
            <a:prstDash val="solid"/>
          </a:ln>
        </p:spPr>
      </p:sp>
      <p:sp>
        <p:nvSpPr>
          <p:cNvPr id="178" name="Shape 176"/>
          <p:cNvSpPr/>
          <p:nvPr/>
        </p:nvSpPr>
        <p:spPr>
          <a:xfrm rot="2700000">
            <a:off x="3346704" y="4846320"/>
            <a:ext cx="82296" cy="82296"/>
          </a:xfrm>
          <a:prstGeom prst="rect">
            <a:avLst/>
          </a:prstGeom>
          <a:solidFill>
            <a:srgbClr val="D4951A">
              <a:alpha val="15000"/>
            </a:srgbClr>
          </a:solidFill>
          <a:ln w="12700">
            <a:solidFill>
              <a:srgbClr val="D4951A"/>
            </a:solidFill>
            <a:prstDash val="solid"/>
          </a:ln>
        </p:spPr>
      </p:sp>
      <p:sp>
        <p:nvSpPr>
          <p:cNvPr id="179" name="Shape 177"/>
          <p:cNvSpPr/>
          <p:nvPr/>
        </p:nvSpPr>
        <p:spPr>
          <a:xfrm rot="2700000">
            <a:off x="3470148" y="4846320"/>
            <a:ext cx="82296" cy="82296"/>
          </a:xfrm>
          <a:prstGeom prst="rect">
            <a:avLst/>
          </a:prstGeom>
          <a:solidFill>
            <a:srgbClr val="D4951A">
              <a:alpha val="15000"/>
            </a:srgbClr>
          </a:solidFill>
          <a:ln w="12700">
            <a:solidFill>
              <a:srgbClr val="D4951A"/>
            </a:solidFill>
            <a:prstDash val="solid"/>
          </a:ln>
        </p:spPr>
      </p:sp>
      <p:sp>
        <p:nvSpPr>
          <p:cNvPr id="180" name="Shape 178"/>
          <p:cNvSpPr/>
          <p:nvPr/>
        </p:nvSpPr>
        <p:spPr>
          <a:xfrm rot="2700000">
            <a:off x="3593592" y="4846320"/>
            <a:ext cx="82296" cy="82296"/>
          </a:xfrm>
          <a:prstGeom prst="rect">
            <a:avLst/>
          </a:prstGeom>
          <a:solidFill>
            <a:srgbClr val="D4951A">
              <a:alpha val="15000"/>
            </a:srgbClr>
          </a:solidFill>
          <a:ln w="12700">
            <a:solidFill>
              <a:srgbClr val="D4951A"/>
            </a:solidFill>
            <a:prstDash val="solid"/>
          </a:ln>
        </p:spPr>
      </p:sp>
      <p:sp>
        <p:nvSpPr>
          <p:cNvPr id="181" name="Shape 179"/>
          <p:cNvSpPr/>
          <p:nvPr/>
        </p:nvSpPr>
        <p:spPr>
          <a:xfrm rot="2700000">
            <a:off x="3717036" y="4846320"/>
            <a:ext cx="82296" cy="82296"/>
          </a:xfrm>
          <a:prstGeom prst="rect">
            <a:avLst/>
          </a:prstGeom>
          <a:solidFill>
            <a:srgbClr val="D4951A">
              <a:alpha val="15000"/>
            </a:srgbClr>
          </a:solidFill>
          <a:ln w="12700">
            <a:solidFill>
              <a:srgbClr val="D4951A"/>
            </a:solidFill>
            <a:prstDash val="solid"/>
          </a:ln>
        </p:spPr>
      </p:sp>
      <p:sp>
        <p:nvSpPr>
          <p:cNvPr id="182" name="Shape 180"/>
          <p:cNvSpPr/>
          <p:nvPr/>
        </p:nvSpPr>
        <p:spPr>
          <a:xfrm rot="2700000">
            <a:off x="3840480" y="4846320"/>
            <a:ext cx="82296" cy="82296"/>
          </a:xfrm>
          <a:prstGeom prst="rect">
            <a:avLst/>
          </a:prstGeom>
          <a:solidFill>
            <a:srgbClr val="D4951A">
              <a:alpha val="15000"/>
            </a:srgbClr>
          </a:solidFill>
          <a:ln w="12700">
            <a:solidFill>
              <a:srgbClr val="D4951A"/>
            </a:solidFill>
            <a:prstDash val="solid"/>
          </a:ln>
        </p:spPr>
      </p:sp>
      <p:sp>
        <p:nvSpPr>
          <p:cNvPr id="183" name="Shape 181"/>
          <p:cNvSpPr/>
          <p:nvPr/>
        </p:nvSpPr>
        <p:spPr>
          <a:xfrm rot="2700000">
            <a:off x="3963924" y="4846320"/>
            <a:ext cx="82296" cy="82296"/>
          </a:xfrm>
          <a:prstGeom prst="rect">
            <a:avLst/>
          </a:prstGeom>
          <a:solidFill>
            <a:srgbClr val="D4951A">
              <a:alpha val="15000"/>
            </a:srgbClr>
          </a:solidFill>
          <a:ln w="12700">
            <a:solidFill>
              <a:srgbClr val="D4951A"/>
            </a:solidFill>
            <a:prstDash val="solid"/>
          </a:ln>
        </p:spPr>
      </p:sp>
      <p:sp>
        <p:nvSpPr>
          <p:cNvPr id="184" name="Shape 182"/>
          <p:cNvSpPr/>
          <p:nvPr/>
        </p:nvSpPr>
        <p:spPr>
          <a:xfrm rot="2700000">
            <a:off x="4087368" y="4846320"/>
            <a:ext cx="82296" cy="82296"/>
          </a:xfrm>
          <a:prstGeom prst="rect">
            <a:avLst/>
          </a:prstGeom>
          <a:solidFill>
            <a:srgbClr val="D4951A">
              <a:alpha val="15000"/>
            </a:srgbClr>
          </a:solidFill>
          <a:ln w="12700">
            <a:solidFill>
              <a:srgbClr val="D4951A"/>
            </a:solidFill>
            <a:prstDash val="solid"/>
          </a:ln>
        </p:spPr>
      </p:sp>
      <p:sp>
        <p:nvSpPr>
          <p:cNvPr id="185" name="Shape 183"/>
          <p:cNvSpPr/>
          <p:nvPr/>
        </p:nvSpPr>
        <p:spPr>
          <a:xfrm rot="2700000">
            <a:off x="4210812" y="4846320"/>
            <a:ext cx="82296" cy="82296"/>
          </a:xfrm>
          <a:prstGeom prst="rect">
            <a:avLst/>
          </a:prstGeom>
          <a:solidFill>
            <a:srgbClr val="D4951A">
              <a:alpha val="15000"/>
            </a:srgbClr>
          </a:solidFill>
          <a:ln w="12700">
            <a:solidFill>
              <a:srgbClr val="D4951A"/>
            </a:solidFill>
            <a:prstDash val="solid"/>
          </a:ln>
        </p:spPr>
      </p:sp>
      <p:sp>
        <p:nvSpPr>
          <p:cNvPr id="186" name="Shape 184"/>
          <p:cNvSpPr/>
          <p:nvPr/>
        </p:nvSpPr>
        <p:spPr>
          <a:xfrm rot="2700000">
            <a:off x="4334256" y="4846320"/>
            <a:ext cx="82296" cy="82296"/>
          </a:xfrm>
          <a:prstGeom prst="rect">
            <a:avLst/>
          </a:prstGeom>
          <a:solidFill>
            <a:srgbClr val="D4951A">
              <a:alpha val="15000"/>
            </a:srgbClr>
          </a:solidFill>
          <a:ln w="12700">
            <a:solidFill>
              <a:srgbClr val="D4951A"/>
            </a:solidFill>
            <a:prstDash val="solid"/>
          </a:ln>
        </p:spPr>
      </p:sp>
      <p:sp>
        <p:nvSpPr>
          <p:cNvPr id="187" name="Shape 185"/>
          <p:cNvSpPr/>
          <p:nvPr/>
        </p:nvSpPr>
        <p:spPr>
          <a:xfrm rot="2700000">
            <a:off x="4457700" y="4846320"/>
            <a:ext cx="82296" cy="82296"/>
          </a:xfrm>
          <a:prstGeom prst="rect">
            <a:avLst/>
          </a:prstGeom>
          <a:solidFill>
            <a:srgbClr val="D4951A">
              <a:alpha val="15000"/>
            </a:srgbClr>
          </a:solidFill>
          <a:ln w="12700">
            <a:solidFill>
              <a:srgbClr val="D4951A"/>
            </a:solidFill>
            <a:prstDash val="solid"/>
          </a:ln>
        </p:spPr>
      </p:sp>
      <p:sp>
        <p:nvSpPr>
          <p:cNvPr id="188" name="Shape 186"/>
          <p:cNvSpPr/>
          <p:nvPr/>
        </p:nvSpPr>
        <p:spPr>
          <a:xfrm rot="2700000">
            <a:off x="4581144" y="4846320"/>
            <a:ext cx="82296" cy="82296"/>
          </a:xfrm>
          <a:prstGeom prst="rect">
            <a:avLst/>
          </a:prstGeom>
          <a:solidFill>
            <a:srgbClr val="D4951A">
              <a:alpha val="15000"/>
            </a:srgbClr>
          </a:solidFill>
          <a:ln w="12700">
            <a:solidFill>
              <a:srgbClr val="D4951A"/>
            </a:solidFill>
            <a:prstDash val="solid"/>
          </a:ln>
        </p:spPr>
      </p:sp>
      <p:sp>
        <p:nvSpPr>
          <p:cNvPr id="189" name="Shape 187"/>
          <p:cNvSpPr/>
          <p:nvPr/>
        </p:nvSpPr>
        <p:spPr>
          <a:xfrm rot="2700000">
            <a:off x="4704588" y="4846320"/>
            <a:ext cx="82296" cy="82296"/>
          </a:xfrm>
          <a:prstGeom prst="rect">
            <a:avLst/>
          </a:prstGeom>
          <a:solidFill>
            <a:srgbClr val="D4951A">
              <a:alpha val="15000"/>
            </a:srgbClr>
          </a:solidFill>
          <a:ln w="12700">
            <a:solidFill>
              <a:srgbClr val="D4951A"/>
            </a:solidFill>
            <a:prstDash val="solid"/>
          </a:ln>
        </p:spPr>
      </p:sp>
      <p:sp>
        <p:nvSpPr>
          <p:cNvPr id="190" name="Shape 188"/>
          <p:cNvSpPr/>
          <p:nvPr/>
        </p:nvSpPr>
        <p:spPr>
          <a:xfrm rot="2700000">
            <a:off x="4828032" y="4846320"/>
            <a:ext cx="82296" cy="82296"/>
          </a:xfrm>
          <a:prstGeom prst="rect">
            <a:avLst/>
          </a:prstGeom>
          <a:solidFill>
            <a:srgbClr val="D4951A">
              <a:alpha val="15000"/>
            </a:srgbClr>
          </a:solidFill>
          <a:ln w="12700">
            <a:solidFill>
              <a:srgbClr val="D4951A"/>
            </a:solidFill>
            <a:prstDash val="solid"/>
          </a:ln>
        </p:spPr>
      </p:sp>
      <p:sp>
        <p:nvSpPr>
          <p:cNvPr id="191" name="Shape 189"/>
          <p:cNvSpPr/>
          <p:nvPr/>
        </p:nvSpPr>
        <p:spPr>
          <a:xfrm rot="2700000">
            <a:off x="4951476" y="4846320"/>
            <a:ext cx="82296" cy="82296"/>
          </a:xfrm>
          <a:prstGeom prst="rect">
            <a:avLst/>
          </a:prstGeom>
          <a:solidFill>
            <a:srgbClr val="D4951A">
              <a:alpha val="15000"/>
            </a:srgbClr>
          </a:solidFill>
          <a:ln w="12700">
            <a:solidFill>
              <a:srgbClr val="D4951A"/>
            </a:solidFill>
            <a:prstDash val="solid"/>
          </a:ln>
        </p:spPr>
      </p:sp>
      <p:sp>
        <p:nvSpPr>
          <p:cNvPr id="192" name="Shape 190"/>
          <p:cNvSpPr/>
          <p:nvPr/>
        </p:nvSpPr>
        <p:spPr>
          <a:xfrm rot="2700000">
            <a:off x="5074920" y="4846320"/>
            <a:ext cx="82296" cy="82296"/>
          </a:xfrm>
          <a:prstGeom prst="rect">
            <a:avLst/>
          </a:prstGeom>
          <a:solidFill>
            <a:srgbClr val="D4951A">
              <a:alpha val="15000"/>
            </a:srgbClr>
          </a:solidFill>
          <a:ln w="12700">
            <a:solidFill>
              <a:srgbClr val="D4951A"/>
            </a:solidFill>
            <a:prstDash val="solid"/>
          </a:ln>
        </p:spPr>
      </p:sp>
      <p:sp>
        <p:nvSpPr>
          <p:cNvPr id="193" name="Shape 191"/>
          <p:cNvSpPr/>
          <p:nvPr/>
        </p:nvSpPr>
        <p:spPr>
          <a:xfrm rot="2700000">
            <a:off x="5198364" y="4846320"/>
            <a:ext cx="82296" cy="82296"/>
          </a:xfrm>
          <a:prstGeom prst="rect">
            <a:avLst/>
          </a:prstGeom>
          <a:solidFill>
            <a:srgbClr val="D4951A">
              <a:alpha val="15000"/>
            </a:srgbClr>
          </a:solidFill>
          <a:ln w="12700">
            <a:solidFill>
              <a:srgbClr val="D4951A"/>
            </a:solidFill>
            <a:prstDash val="solid"/>
          </a:ln>
        </p:spPr>
      </p:sp>
      <p:sp>
        <p:nvSpPr>
          <p:cNvPr id="194" name="Shape 192"/>
          <p:cNvSpPr/>
          <p:nvPr/>
        </p:nvSpPr>
        <p:spPr>
          <a:xfrm rot="2700000">
            <a:off x="5321808" y="4846320"/>
            <a:ext cx="82296" cy="82296"/>
          </a:xfrm>
          <a:prstGeom prst="rect">
            <a:avLst/>
          </a:prstGeom>
          <a:solidFill>
            <a:srgbClr val="D4951A">
              <a:alpha val="15000"/>
            </a:srgbClr>
          </a:solidFill>
          <a:ln w="12700">
            <a:solidFill>
              <a:srgbClr val="D4951A"/>
            </a:solidFill>
            <a:prstDash val="solid"/>
          </a:ln>
        </p:spPr>
      </p:sp>
      <p:sp>
        <p:nvSpPr>
          <p:cNvPr id="195" name="Shape 193"/>
          <p:cNvSpPr/>
          <p:nvPr/>
        </p:nvSpPr>
        <p:spPr>
          <a:xfrm rot="2700000">
            <a:off x="5445252" y="4846320"/>
            <a:ext cx="82296" cy="82296"/>
          </a:xfrm>
          <a:prstGeom prst="rect">
            <a:avLst/>
          </a:prstGeom>
          <a:solidFill>
            <a:srgbClr val="D4951A">
              <a:alpha val="15000"/>
            </a:srgbClr>
          </a:solidFill>
          <a:ln w="12700">
            <a:solidFill>
              <a:srgbClr val="D4951A"/>
            </a:solidFill>
            <a:prstDash val="solid"/>
          </a:ln>
        </p:spPr>
      </p:sp>
      <p:sp>
        <p:nvSpPr>
          <p:cNvPr id="196" name="Shape 194"/>
          <p:cNvSpPr/>
          <p:nvPr/>
        </p:nvSpPr>
        <p:spPr>
          <a:xfrm rot="2700000">
            <a:off x="5568696" y="4846320"/>
            <a:ext cx="82296" cy="82296"/>
          </a:xfrm>
          <a:prstGeom prst="rect">
            <a:avLst/>
          </a:prstGeom>
          <a:solidFill>
            <a:srgbClr val="D4951A">
              <a:alpha val="15000"/>
            </a:srgbClr>
          </a:solidFill>
          <a:ln w="12700">
            <a:solidFill>
              <a:srgbClr val="D4951A"/>
            </a:solidFill>
            <a:prstDash val="solid"/>
          </a:ln>
        </p:spPr>
      </p:sp>
      <p:sp>
        <p:nvSpPr>
          <p:cNvPr id="197" name="Shape 195"/>
          <p:cNvSpPr/>
          <p:nvPr/>
        </p:nvSpPr>
        <p:spPr>
          <a:xfrm rot="2700000">
            <a:off x="5692140" y="4846320"/>
            <a:ext cx="82296" cy="82296"/>
          </a:xfrm>
          <a:prstGeom prst="rect">
            <a:avLst/>
          </a:prstGeom>
          <a:solidFill>
            <a:srgbClr val="D4951A">
              <a:alpha val="15000"/>
            </a:srgbClr>
          </a:solidFill>
          <a:ln w="12700">
            <a:solidFill>
              <a:srgbClr val="D4951A"/>
            </a:solidFill>
            <a:prstDash val="solid"/>
          </a:ln>
        </p:spPr>
      </p:sp>
      <p:sp>
        <p:nvSpPr>
          <p:cNvPr id="198" name="Shape 196"/>
          <p:cNvSpPr/>
          <p:nvPr/>
        </p:nvSpPr>
        <p:spPr>
          <a:xfrm rot="2700000">
            <a:off x="5815584" y="4846320"/>
            <a:ext cx="82296" cy="82296"/>
          </a:xfrm>
          <a:prstGeom prst="rect">
            <a:avLst/>
          </a:prstGeom>
          <a:solidFill>
            <a:srgbClr val="D4951A">
              <a:alpha val="15000"/>
            </a:srgbClr>
          </a:solidFill>
          <a:ln w="12700">
            <a:solidFill>
              <a:srgbClr val="D4951A"/>
            </a:solidFill>
            <a:prstDash val="solid"/>
          </a:ln>
        </p:spPr>
      </p:sp>
      <p:sp>
        <p:nvSpPr>
          <p:cNvPr id="199" name="Shape 197"/>
          <p:cNvSpPr/>
          <p:nvPr/>
        </p:nvSpPr>
        <p:spPr>
          <a:xfrm rot="2700000">
            <a:off x="5939028" y="4846320"/>
            <a:ext cx="82296" cy="82296"/>
          </a:xfrm>
          <a:prstGeom prst="rect">
            <a:avLst/>
          </a:prstGeom>
          <a:solidFill>
            <a:srgbClr val="D4951A">
              <a:alpha val="15000"/>
            </a:srgbClr>
          </a:solidFill>
          <a:ln w="12700">
            <a:solidFill>
              <a:srgbClr val="D4951A"/>
            </a:solidFill>
            <a:prstDash val="solid"/>
          </a:ln>
        </p:spPr>
      </p:sp>
      <p:sp>
        <p:nvSpPr>
          <p:cNvPr id="200" name="Shape 198"/>
          <p:cNvSpPr/>
          <p:nvPr/>
        </p:nvSpPr>
        <p:spPr>
          <a:xfrm rot="2700000">
            <a:off x="6062472" y="4846320"/>
            <a:ext cx="82296" cy="82296"/>
          </a:xfrm>
          <a:prstGeom prst="rect">
            <a:avLst/>
          </a:prstGeom>
          <a:solidFill>
            <a:srgbClr val="D4951A">
              <a:alpha val="15000"/>
            </a:srgbClr>
          </a:solidFill>
          <a:ln w="12700">
            <a:solidFill>
              <a:srgbClr val="D4951A"/>
            </a:solidFill>
            <a:prstDash val="solid"/>
          </a:ln>
        </p:spPr>
      </p:sp>
      <p:sp>
        <p:nvSpPr>
          <p:cNvPr id="201" name="Shape 199"/>
          <p:cNvSpPr/>
          <p:nvPr/>
        </p:nvSpPr>
        <p:spPr>
          <a:xfrm rot="2700000">
            <a:off x="6185916" y="4846320"/>
            <a:ext cx="82296" cy="82296"/>
          </a:xfrm>
          <a:prstGeom prst="rect">
            <a:avLst/>
          </a:prstGeom>
          <a:solidFill>
            <a:srgbClr val="D4951A">
              <a:alpha val="15000"/>
            </a:srgbClr>
          </a:solidFill>
          <a:ln w="12700">
            <a:solidFill>
              <a:srgbClr val="D4951A"/>
            </a:solidFill>
            <a:prstDash val="solid"/>
          </a:ln>
        </p:spPr>
      </p:sp>
      <p:sp>
        <p:nvSpPr>
          <p:cNvPr id="202" name="Shape 200"/>
          <p:cNvSpPr/>
          <p:nvPr/>
        </p:nvSpPr>
        <p:spPr>
          <a:xfrm rot="2700000">
            <a:off x="6309360" y="4846320"/>
            <a:ext cx="82296" cy="82296"/>
          </a:xfrm>
          <a:prstGeom prst="rect">
            <a:avLst/>
          </a:prstGeom>
          <a:solidFill>
            <a:srgbClr val="D4951A">
              <a:alpha val="15000"/>
            </a:srgbClr>
          </a:solidFill>
          <a:ln w="12700">
            <a:solidFill>
              <a:srgbClr val="D4951A"/>
            </a:solidFill>
            <a:prstDash val="solid"/>
          </a:ln>
        </p:spPr>
      </p:sp>
      <p:sp>
        <p:nvSpPr>
          <p:cNvPr id="203" name="Shape 201"/>
          <p:cNvSpPr/>
          <p:nvPr/>
        </p:nvSpPr>
        <p:spPr>
          <a:xfrm rot="2700000">
            <a:off x="6432804" y="4846320"/>
            <a:ext cx="82296" cy="82296"/>
          </a:xfrm>
          <a:prstGeom prst="rect">
            <a:avLst/>
          </a:prstGeom>
          <a:solidFill>
            <a:srgbClr val="D4951A">
              <a:alpha val="15000"/>
            </a:srgbClr>
          </a:solidFill>
          <a:ln w="12700">
            <a:solidFill>
              <a:srgbClr val="D4951A"/>
            </a:solidFill>
            <a:prstDash val="solid"/>
          </a:ln>
        </p:spPr>
      </p:sp>
      <p:sp>
        <p:nvSpPr>
          <p:cNvPr id="204" name="Shape 202"/>
          <p:cNvSpPr/>
          <p:nvPr/>
        </p:nvSpPr>
        <p:spPr>
          <a:xfrm rot="2700000">
            <a:off x="6556248" y="4846320"/>
            <a:ext cx="82296" cy="82296"/>
          </a:xfrm>
          <a:prstGeom prst="rect">
            <a:avLst/>
          </a:prstGeom>
          <a:solidFill>
            <a:srgbClr val="D4951A">
              <a:alpha val="15000"/>
            </a:srgbClr>
          </a:solidFill>
          <a:ln w="12700">
            <a:solidFill>
              <a:srgbClr val="D4951A"/>
            </a:solidFill>
            <a:prstDash val="solid"/>
          </a:ln>
        </p:spPr>
      </p:sp>
      <p:sp>
        <p:nvSpPr>
          <p:cNvPr id="205" name="Shape 203"/>
          <p:cNvSpPr/>
          <p:nvPr/>
        </p:nvSpPr>
        <p:spPr>
          <a:xfrm rot="2700000">
            <a:off x="6679692" y="4846320"/>
            <a:ext cx="82296" cy="82296"/>
          </a:xfrm>
          <a:prstGeom prst="rect">
            <a:avLst/>
          </a:prstGeom>
          <a:solidFill>
            <a:srgbClr val="D4951A">
              <a:alpha val="15000"/>
            </a:srgbClr>
          </a:solidFill>
          <a:ln w="12700">
            <a:solidFill>
              <a:srgbClr val="D4951A"/>
            </a:solidFill>
            <a:prstDash val="solid"/>
          </a:ln>
        </p:spPr>
      </p:sp>
      <p:sp>
        <p:nvSpPr>
          <p:cNvPr id="206" name="Shape 204"/>
          <p:cNvSpPr/>
          <p:nvPr/>
        </p:nvSpPr>
        <p:spPr>
          <a:xfrm rot="2700000">
            <a:off x="6803136" y="4846320"/>
            <a:ext cx="82296" cy="82296"/>
          </a:xfrm>
          <a:prstGeom prst="rect">
            <a:avLst/>
          </a:prstGeom>
          <a:solidFill>
            <a:srgbClr val="D4951A">
              <a:alpha val="15000"/>
            </a:srgbClr>
          </a:solidFill>
          <a:ln w="12700">
            <a:solidFill>
              <a:srgbClr val="D4951A"/>
            </a:solidFill>
            <a:prstDash val="solid"/>
          </a:ln>
        </p:spPr>
      </p:sp>
      <p:sp>
        <p:nvSpPr>
          <p:cNvPr id="207" name="Shape 205"/>
          <p:cNvSpPr/>
          <p:nvPr/>
        </p:nvSpPr>
        <p:spPr>
          <a:xfrm rot="2700000">
            <a:off x="6926580" y="4846320"/>
            <a:ext cx="82296" cy="82296"/>
          </a:xfrm>
          <a:prstGeom prst="rect">
            <a:avLst/>
          </a:prstGeom>
          <a:solidFill>
            <a:srgbClr val="D4951A">
              <a:alpha val="15000"/>
            </a:srgbClr>
          </a:solidFill>
          <a:ln w="12700">
            <a:solidFill>
              <a:srgbClr val="D4951A"/>
            </a:solidFill>
            <a:prstDash val="solid"/>
          </a:ln>
        </p:spPr>
      </p:sp>
      <p:sp>
        <p:nvSpPr>
          <p:cNvPr id="208" name="Shape 206"/>
          <p:cNvSpPr/>
          <p:nvPr/>
        </p:nvSpPr>
        <p:spPr>
          <a:xfrm rot="2700000">
            <a:off x="7050024" y="4846320"/>
            <a:ext cx="82296" cy="82296"/>
          </a:xfrm>
          <a:prstGeom prst="rect">
            <a:avLst/>
          </a:prstGeom>
          <a:solidFill>
            <a:srgbClr val="D4951A">
              <a:alpha val="15000"/>
            </a:srgbClr>
          </a:solidFill>
          <a:ln w="12700">
            <a:solidFill>
              <a:srgbClr val="D4951A"/>
            </a:solidFill>
            <a:prstDash val="solid"/>
          </a:ln>
        </p:spPr>
      </p:sp>
      <p:sp>
        <p:nvSpPr>
          <p:cNvPr id="209" name="Shape 207"/>
          <p:cNvSpPr/>
          <p:nvPr/>
        </p:nvSpPr>
        <p:spPr>
          <a:xfrm rot="2700000">
            <a:off x="7173468" y="4846320"/>
            <a:ext cx="82296" cy="82296"/>
          </a:xfrm>
          <a:prstGeom prst="rect">
            <a:avLst/>
          </a:prstGeom>
          <a:solidFill>
            <a:srgbClr val="D4951A">
              <a:alpha val="15000"/>
            </a:srgbClr>
          </a:solidFill>
          <a:ln w="12700">
            <a:solidFill>
              <a:srgbClr val="D4951A"/>
            </a:solidFill>
            <a:prstDash val="solid"/>
          </a:ln>
        </p:spPr>
      </p:sp>
      <p:sp>
        <p:nvSpPr>
          <p:cNvPr id="210" name="Shape 208"/>
          <p:cNvSpPr/>
          <p:nvPr/>
        </p:nvSpPr>
        <p:spPr>
          <a:xfrm rot="2700000">
            <a:off x="7296912" y="4846320"/>
            <a:ext cx="82296" cy="82296"/>
          </a:xfrm>
          <a:prstGeom prst="rect">
            <a:avLst/>
          </a:prstGeom>
          <a:solidFill>
            <a:srgbClr val="D4951A">
              <a:alpha val="15000"/>
            </a:srgbClr>
          </a:solidFill>
          <a:ln w="12700">
            <a:solidFill>
              <a:srgbClr val="D4951A"/>
            </a:solidFill>
            <a:prstDash val="solid"/>
          </a:ln>
        </p:spPr>
      </p:sp>
      <p:sp>
        <p:nvSpPr>
          <p:cNvPr id="211" name="Shape 209"/>
          <p:cNvSpPr/>
          <p:nvPr/>
        </p:nvSpPr>
        <p:spPr>
          <a:xfrm rot="2700000">
            <a:off x="7420356" y="4846320"/>
            <a:ext cx="82296" cy="82296"/>
          </a:xfrm>
          <a:prstGeom prst="rect">
            <a:avLst/>
          </a:prstGeom>
          <a:solidFill>
            <a:srgbClr val="D4951A">
              <a:alpha val="15000"/>
            </a:srgbClr>
          </a:solidFill>
          <a:ln w="12700">
            <a:solidFill>
              <a:srgbClr val="D4951A"/>
            </a:solidFill>
            <a:prstDash val="solid"/>
          </a:ln>
        </p:spPr>
      </p:sp>
      <p:sp>
        <p:nvSpPr>
          <p:cNvPr id="212" name="Shape 210"/>
          <p:cNvSpPr/>
          <p:nvPr/>
        </p:nvSpPr>
        <p:spPr>
          <a:xfrm rot="2700000">
            <a:off x="7543800" y="4846320"/>
            <a:ext cx="82296" cy="82296"/>
          </a:xfrm>
          <a:prstGeom prst="rect">
            <a:avLst/>
          </a:prstGeom>
          <a:solidFill>
            <a:srgbClr val="D4951A">
              <a:alpha val="15000"/>
            </a:srgbClr>
          </a:solidFill>
          <a:ln w="12700">
            <a:solidFill>
              <a:srgbClr val="D4951A"/>
            </a:solidFill>
            <a:prstDash val="solid"/>
          </a:ln>
        </p:spPr>
      </p:sp>
      <p:sp>
        <p:nvSpPr>
          <p:cNvPr id="213" name="Shape 211"/>
          <p:cNvSpPr/>
          <p:nvPr/>
        </p:nvSpPr>
        <p:spPr>
          <a:xfrm rot="2700000">
            <a:off x="7667244" y="4846320"/>
            <a:ext cx="82296" cy="82296"/>
          </a:xfrm>
          <a:prstGeom prst="rect">
            <a:avLst/>
          </a:prstGeom>
          <a:solidFill>
            <a:srgbClr val="D4951A">
              <a:alpha val="15000"/>
            </a:srgbClr>
          </a:solidFill>
          <a:ln w="12700">
            <a:solidFill>
              <a:srgbClr val="D4951A"/>
            </a:solidFill>
            <a:prstDash val="solid"/>
          </a:ln>
        </p:spPr>
      </p:sp>
      <p:sp>
        <p:nvSpPr>
          <p:cNvPr id="214" name="Shape 212"/>
          <p:cNvSpPr/>
          <p:nvPr/>
        </p:nvSpPr>
        <p:spPr>
          <a:xfrm rot="2700000">
            <a:off x="7790688" y="4846320"/>
            <a:ext cx="82296" cy="82296"/>
          </a:xfrm>
          <a:prstGeom prst="rect">
            <a:avLst/>
          </a:prstGeom>
          <a:solidFill>
            <a:srgbClr val="D4951A">
              <a:alpha val="15000"/>
            </a:srgbClr>
          </a:solidFill>
          <a:ln w="12700">
            <a:solidFill>
              <a:srgbClr val="D4951A"/>
            </a:solidFill>
            <a:prstDash val="solid"/>
          </a:ln>
        </p:spPr>
      </p:sp>
      <p:sp>
        <p:nvSpPr>
          <p:cNvPr id="215" name="Shape 213"/>
          <p:cNvSpPr/>
          <p:nvPr/>
        </p:nvSpPr>
        <p:spPr>
          <a:xfrm rot="2700000">
            <a:off x="7914132" y="4846320"/>
            <a:ext cx="82296" cy="82296"/>
          </a:xfrm>
          <a:prstGeom prst="rect">
            <a:avLst/>
          </a:prstGeom>
          <a:solidFill>
            <a:srgbClr val="D4951A">
              <a:alpha val="15000"/>
            </a:srgbClr>
          </a:solidFill>
          <a:ln w="12700">
            <a:solidFill>
              <a:srgbClr val="D4951A"/>
            </a:solidFill>
            <a:prstDash val="solid"/>
          </a:ln>
        </p:spPr>
      </p:sp>
      <p:sp>
        <p:nvSpPr>
          <p:cNvPr id="216" name="Shape 214"/>
          <p:cNvSpPr/>
          <p:nvPr/>
        </p:nvSpPr>
        <p:spPr>
          <a:xfrm rot="2700000">
            <a:off x="8037576" y="4846320"/>
            <a:ext cx="82296" cy="82296"/>
          </a:xfrm>
          <a:prstGeom prst="rect">
            <a:avLst/>
          </a:prstGeom>
          <a:solidFill>
            <a:srgbClr val="D4951A">
              <a:alpha val="15000"/>
            </a:srgbClr>
          </a:solidFill>
          <a:ln w="12700">
            <a:solidFill>
              <a:srgbClr val="D4951A"/>
            </a:solidFill>
            <a:prstDash val="solid"/>
          </a:ln>
        </p:spPr>
      </p:sp>
      <p:sp>
        <p:nvSpPr>
          <p:cNvPr id="217" name="Shape 215"/>
          <p:cNvSpPr/>
          <p:nvPr/>
        </p:nvSpPr>
        <p:spPr>
          <a:xfrm rot="2700000">
            <a:off x="8161020" y="4846320"/>
            <a:ext cx="82296" cy="82296"/>
          </a:xfrm>
          <a:prstGeom prst="rect">
            <a:avLst/>
          </a:prstGeom>
          <a:solidFill>
            <a:srgbClr val="D4951A">
              <a:alpha val="15000"/>
            </a:srgbClr>
          </a:solidFill>
          <a:ln w="12700">
            <a:solidFill>
              <a:srgbClr val="D4951A"/>
            </a:solidFill>
            <a:prstDash val="solid"/>
          </a:ln>
        </p:spPr>
      </p:sp>
      <p:sp>
        <p:nvSpPr>
          <p:cNvPr id="218" name="Shape 216"/>
          <p:cNvSpPr/>
          <p:nvPr/>
        </p:nvSpPr>
        <p:spPr>
          <a:xfrm rot="2700000">
            <a:off x="8284464" y="4846320"/>
            <a:ext cx="82296" cy="82296"/>
          </a:xfrm>
          <a:prstGeom prst="rect">
            <a:avLst/>
          </a:prstGeom>
          <a:solidFill>
            <a:srgbClr val="D4951A">
              <a:alpha val="15000"/>
            </a:srgbClr>
          </a:solidFill>
          <a:ln w="12700">
            <a:solidFill>
              <a:srgbClr val="D4951A"/>
            </a:solidFill>
            <a:prstDash val="solid"/>
          </a:ln>
        </p:spPr>
      </p:sp>
      <p:sp>
        <p:nvSpPr>
          <p:cNvPr id="219" name="Shape 217"/>
          <p:cNvSpPr/>
          <p:nvPr/>
        </p:nvSpPr>
        <p:spPr>
          <a:xfrm rot="2700000">
            <a:off x="8407908" y="4846320"/>
            <a:ext cx="82296" cy="82296"/>
          </a:xfrm>
          <a:prstGeom prst="rect">
            <a:avLst/>
          </a:prstGeom>
          <a:solidFill>
            <a:srgbClr val="D4951A">
              <a:alpha val="15000"/>
            </a:srgbClr>
          </a:solidFill>
          <a:ln w="12700">
            <a:solidFill>
              <a:srgbClr val="D4951A"/>
            </a:solidFill>
            <a:prstDash val="solid"/>
          </a:ln>
        </p:spPr>
      </p:sp>
      <p:sp>
        <p:nvSpPr>
          <p:cNvPr id="220" name="Shape 218"/>
          <p:cNvSpPr/>
          <p:nvPr/>
        </p:nvSpPr>
        <p:spPr>
          <a:xfrm rot="2700000">
            <a:off x="8531352" y="4846320"/>
            <a:ext cx="82296" cy="82296"/>
          </a:xfrm>
          <a:prstGeom prst="rect">
            <a:avLst/>
          </a:prstGeom>
          <a:solidFill>
            <a:srgbClr val="D4951A">
              <a:alpha val="15000"/>
            </a:srgbClr>
          </a:solidFill>
          <a:ln w="12700">
            <a:solidFill>
              <a:srgbClr val="D4951A"/>
            </a:solidFill>
            <a:prstDash val="solid"/>
          </a:ln>
        </p:spPr>
      </p:sp>
      <p:sp>
        <p:nvSpPr>
          <p:cNvPr id="221" name="Shape 219"/>
          <p:cNvSpPr/>
          <p:nvPr/>
        </p:nvSpPr>
        <p:spPr>
          <a:xfrm rot="2700000">
            <a:off x="8654796" y="4846320"/>
            <a:ext cx="82296" cy="82296"/>
          </a:xfrm>
          <a:prstGeom prst="rect">
            <a:avLst/>
          </a:prstGeom>
          <a:solidFill>
            <a:srgbClr val="D4951A">
              <a:alpha val="15000"/>
            </a:srgbClr>
          </a:solidFill>
          <a:ln w="12700">
            <a:solidFill>
              <a:srgbClr val="D4951A"/>
            </a:solidFill>
            <a:prstDash val="solid"/>
          </a:ln>
        </p:spPr>
      </p:sp>
      <p:sp>
        <p:nvSpPr>
          <p:cNvPr id="222" name="Shape 220"/>
          <p:cNvSpPr/>
          <p:nvPr/>
        </p:nvSpPr>
        <p:spPr>
          <a:xfrm rot="2700000">
            <a:off x="8778240" y="4846320"/>
            <a:ext cx="82296" cy="82296"/>
          </a:xfrm>
          <a:prstGeom prst="rect">
            <a:avLst/>
          </a:prstGeom>
          <a:solidFill>
            <a:srgbClr val="D4951A">
              <a:alpha val="15000"/>
            </a:srgbClr>
          </a:solidFill>
          <a:ln w="12700">
            <a:solidFill>
              <a:srgbClr val="D4951A"/>
            </a:solidFill>
            <a:prstDash val="solid"/>
          </a:ln>
        </p:spPr>
      </p:sp>
      <p:sp>
        <p:nvSpPr>
          <p:cNvPr id="223" name="Shape 221"/>
          <p:cNvSpPr/>
          <p:nvPr/>
        </p:nvSpPr>
        <p:spPr>
          <a:xfrm rot="2700000">
            <a:off x="8901684" y="4846320"/>
            <a:ext cx="82296" cy="82296"/>
          </a:xfrm>
          <a:prstGeom prst="rect">
            <a:avLst/>
          </a:prstGeom>
          <a:solidFill>
            <a:srgbClr val="D4951A">
              <a:alpha val="15000"/>
            </a:srgbClr>
          </a:solidFill>
          <a:ln w="12700">
            <a:solidFill>
              <a:srgbClr val="D4951A"/>
            </a:solidFill>
            <a:prstDash val="solid"/>
          </a:ln>
        </p:spPr>
      </p:sp>
      <p:sp>
        <p:nvSpPr>
          <p:cNvPr id="224" name="Shape 222"/>
          <p:cNvSpPr/>
          <p:nvPr/>
        </p:nvSpPr>
        <p:spPr>
          <a:xfrm rot="2700000">
            <a:off x="9025128" y="4846320"/>
            <a:ext cx="82296" cy="82296"/>
          </a:xfrm>
          <a:prstGeom prst="rect">
            <a:avLst/>
          </a:prstGeom>
          <a:solidFill>
            <a:srgbClr val="D4951A">
              <a:alpha val="15000"/>
            </a:srgbClr>
          </a:solidFill>
          <a:ln w="12700">
            <a:solidFill>
              <a:srgbClr val="D4951A"/>
            </a:solidFill>
            <a:prstDash val="solid"/>
          </a:ln>
        </p:spPr>
      </p:sp>
      <p:sp>
        <p:nvSpPr>
          <p:cNvPr id="225" name="Text 223"/>
          <p:cNvSpPr/>
          <p:nvPr/>
        </p:nvSpPr>
        <p:spPr>
          <a:xfrm>
            <a:off x="365760" y="4901184"/>
            <a:ext cx="8412480" cy="228600"/>
          </a:xfrm>
          <a:prstGeom prst="rect">
            <a:avLst/>
          </a:prstGeom>
          <a:noFill/>
          <a:ln/>
        </p:spPr>
        <p:txBody>
          <a:bodyPr wrap="square" rtlCol="0" anchor="ctr"/>
          <a:lstStyle/>
          <a:p>
            <a:pPr algn="r" indent="0" marL="0">
              <a:buNone/>
            </a:pPr>
            <a:r>
              <a:rPr lang="en-US" sz="800" spc="150" kern="0" dirty="0">
                <a:solidFill>
                  <a:srgbClr val="5A6E82"/>
                </a:solidFill>
                <a:latin typeface="Calibri" pitchFamily="34" charset="0"/>
                <a:ea typeface="Calibri" pitchFamily="34" charset="-122"/>
                <a:cs typeface="Calibri" pitchFamily="34" charset="-120"/>
              </a:rPr>
              <a:t>PET FACTORY MAROC  ·  CHOIX DU COMPRESSEUR</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60A10"/>
          </a:solidFill>
          <a:ln/>
        </p:spPr>
      </p:sp>
      <p:sp>
        <p:nvSpPr>
          <p:cNvPr id="3" name="Shape 1"/>
          <p:cNvSpPr/>
          <p:nvPr/>
        </p:nvSpPr>
        <p:spPr>
          <a:xfrm rot="2700000">
            <a:off x="13716" y="749808"/>
            <a:ext cx="82296" cy="82296"/>
          </a:xfrm>
          <a:prstGeom prst="rect">
            <a:avLst/>
          </a:prstGeom>
          <a:solidFill>
            <a:srgbClr val="D4951A">
              <a:alpha val="55000"/>
            </a:srgbClr>
          </a:solidFill>
          <a:ln w="12700">
            <a:solidFill>
              <a:srgbClr val="D4951A"/>
            </a:solidFill>
            <a:prstDash val="solid"/>
          </a:ln>
        </p:spPr>
      </p:sp>
      <p:sp>
        <p:nvSpPr>
          <p:cNvPr id="4" name="Shape 2"/>
          <p:cNvSpPr/>
          <p:nvPr/>
        </p:nvSpPr>
        <p:spPr>
          <a:xfrm rot="2700000">
            <a:off x="137160" y="749808"/>
            <a:ext cx="82296" cy="82296"/>
          </a:xfrm>
          <a:prstGeom prst="rect">
            <a:avLst/>
          </a:prstGeom>
          <a:solidFill>
            <a:srgbClr val="D4951A">
              <a:alpha val="55000"/>
            </a:srgbClr>
          </a:solidFill>
          <a:ln w="12700">
            <a:solidFill>
              <a:srgbClr val="D4951A"/>
            </a:solidFill>
            <a:prstDash val="solid"/>
          </a:ln>
        </p:spPr>
      </p:sp>
      <p:sp>
        <p:nvSpPr>
          <p:cNvPr id="5" name="Shape 3"/>
          <p:cNvSpPr/>
          <p:nvPr/>
        </p:nvSpPr>
        <p:spPr>
          <a:xfrm rot="2700000">
            <a:off x="260604" y="749808"/>
            <a:ext cx="82296" cy="82296"/>
          </a:xfrm>
          <a:prstGeom prst="rect">
            <a:avLst/>
          </a:prstGeom>
          <a:solidFill>
            <a:srgbClr val="D4951A">
              <a:alpha val="55000"/>
            </a:srgbClr>
          </a:solidFill>
          <a:ln w="12700">
            <a:solidFill>
              <a:srgbClr val="D4951A"/>
            </a:solidFill>
            <a:prstDash val="solid"/>
          </a:ln>
        </p:spPr>
      </p:sp>
      <p:sp>
        <p:nvSpPr>
          <p:cNvPr id="6" name="Shape 4"/>
          <p:cNvSpPr/>
          <p:nvPr/>
        </p:nvSpPr>
        <p:spPr>
          <a:xfrm rot="2700000">
            <a:off x="384048" y="749808"/>
            <a:ext cx="82296" cy="82296"/>
          </a:xfrm>
          <a:prstGeom prst="rect">
            <a:avLst/>
          </a:prstGeom>
          <a:solidFill>
            <a:srgbClr val="D4951A">
              <a:alpha val="55000"/>
            </a:srgbClr>
          </a:solidFill>
          <a:ln w="12700">
            <a:solidFill>
              <a:srgbClr val="D4951A"/>
            </a:solidFill>
            <a:prstDash val="solid"/>
          </a:ln>
        </p:spPr>
      </p:sp>
      <p:sp>
        <p:nvSpPr>
          <p:cNvPr id="7" name="Shape 5"/>
          <p:cNvSpPr/>
          <p:nvPr/>
        </p:nvSpPr>
        <p:spPr>
          <a:xfrm rot="2700000">
            <a:off x="507492" y="749808"/>
            <a:ext cx="82296" cy="82296"/>
          </a:xfrm>
          <a:prstGeom prst="rect">
            <a:avLst/>
          </a:prstGeom>
          <a:solidFill>
            <a:srgbClr val="D4951A">
              <a:alpha val="55000"/>
            </a:srgbClr>
          </a:solidFill>
          <a:ln w="12700">
            <a:solidFill>
              <a:srgbClr val="D4951A"/>
            </a:solidFill>
            <a:prstDash val="solid"/>
          </a:ln>
        </p:spPr>
      </p:sp>
      <p:sp>
        <p:nvSpPr>
          <p:cNvPr id="8" name="Shape 6"/>
          <p:cNvSpPr/>
          <p:nvPr/>
        </p:nvSpPr>
        <p:spPr>
          <a:xfrm rot="2700000">
            <a:off x="630936" y="749808"/>
            <a:ext cx="82296" cy="82296"/>
          </a:xfrm>
          <a:prstGeom prst="rect">
            <a:avLst/>
          </a:prstGeom>
          <a:solidFill>
            <a:srgbClr val="D4951A">
              <a:alpha val="55000"/>
            </a:srgbClr>
          </a:solidFill>
          <a:ln w="12700">
            <a:solidFill>
              <a:srgbClr val="D4951A"/>
            </a:solidFill>
            <a:prstDash val="solid"/>
          </a:ln>
        </p:spPr>
      </p:sp>
      <p:sp>
        <p:nvSpPr>
          <p:cNvPr id="9" name="Shape 7"/>
          <p:cNvSpPr/>
          <p:nvPr/>
        </p:nvSpPr>
        <p:spPr>
          <a:xfrm rot="2700000">
            <a:off x="754380" y="749808"/>
            <a:ext cx="82296" cy="82296"/>
          </a:xfrm>
          <a:prstGeom prst="rect">
            <a:avLst/>
          </a:prstGeom>
          <a:solidFill>
            <a:srgbClr val="D4951A">
              <a:alpha val="55000"/>
            </a:srgbClr>
          </a:solidFill>
          <a:ln w="12700">
            <a:solidFill>
              <a:srgbClr val="D4951A"/>
            </a:solidFill>
            <a:prstDash val="solid"/>
          </a:ln>
        </p:spPr>
      </p:sp>
      <p:sp>
        <p:nvSpPr>
          <p:cNvPr id="10" name="Shape 8"/>
          <p:cNvSpPr/>
          <p:nvPr/>
        </p:nvSpPr>
        <p:spPr>
          <a:xfrm rot="2700000">
            <a:off x="877824" y="749808"/>
            <a:ext cx="82296" cy="82296"/>
          </a:xfrm>
          <a:prstGeom prst="rect">
            <a:avLst/>
          </a:prstGeom>
          <a:solidFill>
            <a:srgbClr val="D4951A">
              <a:alpha val="55000"/>
            </a:srgbClr>
          </a:solidFill>
          <a:ln w="12700">
            <a:solidFill>
              <a:srgbClr val="D4951A"/>
            </a:solidFill>
            <a:prstDash val="solid"/>
          </a:ln>
        </p:spPr>
      </p:sp>
      <p:sp>
        <p:nvSpPr>
          <p:cNvPr id="11" name="Shape 9"/>
          <p:cNvSpPr/>
          <p:nvPr/>
        </p:nvSpPr>
        <p:spPr>
          <a:xfrm rot="2700000">
            <a:off x="1001268" y="749808"/>
            <a:ext cx="82296" cy="82296"/>
          </a:xfrm>
          <a:prstGeom prst="rect">
            <a:avLst/>
          </a:prstGeom>
          <a:solidFill>
            <a:srgbClr val="D4951A">
              <a:alpha val="55000"/>
            </a:srgbClr>
          </a:solidFill>
          <a:ln w="12700">
            <a:solidFill>
              <a:srgbClr val="D4951A"/>
            </a:solidFill>
            <a:prstDash val="solid"/>
          </a:ln>
        </p:spPr>
      </p:sp>
      <p:sp>
        <p:nvSpPr>
          <p:cNvPr id="12" name="Shape 10"/>
          <p:cNvSpPr/>
          <p:nvPr/>
        </p:nvSpPr>
        <p:spPr>
          <a:xfrm rot="2700000">
            <a:off x="1124712" y="749808"/>
            <a:ext cx="82296" cy="82296"/>
          </a:xfrm>
          <a:prstGeom prst="rect">
            <a:avLst/>
          </a:prstGeom>
          <a:solidFill>
            <a:srgbClr val="D4951A">
              <a:alpha val="55000"/>
            </a:srgbClr>
          </a:solidFill>
          <a:ln w="12700">
            <a:solidFill>
              <a:srgbClr val="D4951A"/>
            </a:solidFill>
            <a:prstDash val="solid"/>
          </a:ln>
        </p:spPr>
      </p:sp>
      <p:sp>
        <p:nvSpPr>
          <p:cNvPr id="13" name="Shape 11"/>
          <p:cNvSpPr/>
          <p:nvPr/>
        </p:nvSpPr>
        <p:spPr>
          <a:xfrm rot="2700000">
            <a:off x="1248156" y="749808"/>
            <a:ext cx="82296" cy="82296"/>
          </a:xfrm>
          <a:prstGeom prst="rect">
            <a:avLst/>
          </a:prstGeom>
          <a:solidFill>
            <a:srgbClr val="D4951A">
              <a:alpha val="55000"/>
            </a:srgbClr>
          </a:solidFill>
          <a:ln w="12700">
            <a:solidFill>
              <a:srgbClr val="D4951A"/>
            </a:solidFill>
            <a:prstDash val="solid"/>
          </a:ln>
        </p:spPr>
      </p:sp>
      <p:sp>
        <p:nvSpPr>
          <p:cNvPr id="14" name="Shape 12"/>
          <p:cNvSpPr/>
          <p:nvPr/>
        </p:nvSpPr>
        <p:spPr>
          <a:xfrm rot="2700000">
            <a:off x="1371600" y="749808"/>
            <a:ext cx="82296" cy="82296"/>
          </a:xfrm>
          <a:prstGeom prst="rect">
            <a:avLst/>
          </a:prstGeom>
          <a:solidFill>
            <a:srgbClr val="D4951A">
              <a:alpha val="55000"/>
            </a:srgbClr>
          </a:solidFill>
          <a:ln w="12700">
            <a:solidFill>
              <a:srgbClr val="D4951A"/>
            </a:solidFill>
            <a:prstDash val="solid"/>
          </a:ln>
        </p:spPr>
      </p:sp>
      <p:sp>
        <p:nvSpPr>
          <p:cNvPr id="15" name="Shape 13"/>
          <p:cNvSpPr/>
          <p:nvPr/>
        </p:nvSpPr>
        <p:spPr>
          <a:xfrm rot="2700000">
            <a:off x="1495044" y="749808"/>
            <a:ext cx="82296" cy="82296"/>
          </a:xfrm>
          <a:prstGeom prst="rect">
            <a:avLst/>
          </a:prstGeom>
          <a:solidFill>
            <a:srgbClr val="D4951A">
              <a:alpha val="55000"/>
            </a:srgbClr>
          </a:solidFill>
          <a:ln w="12700">
            <a:solidFill>
              <a:srgbClr val="D4951A"/>
            </a:solidFill>
            <a:prstDash val="solid"/>
          </a:ln>
        </p:spPr>
      </p:sp>
      <p:sp>
        <p:nvSpPr>
          <p:cNvPr id="16" name="Shape 14"/>
          <p:cNvSpPr/>
          <p:nvPr/>
        </p:nvSpPr>
        <p:spPr>
          <a:xfrm rot="2700000">
            <a:off x="1618488" y="749808"/>
            <a:ext cx="82296" cy="82296"/>
          </a:xfrm>
          <a:prstGeom prst="rect">
            <a:avLst/>
          </a:prstGeom>
          <a:solidFill>
            <a:srgbClr val="D4951A">
              <a:alpha val="55000"/>
            </a:srgbClr>
          </a:solidFill>
          <a:ln w="12700">
            <a:solidFill>
              <a:srgbClr val="D4951A"/>
            </a:solidFill>
            <a:prstDash val="solid"/>
          </a:ln>
        </p:spPr>
      </p:sp>
      <p:sp>
        <p:nvSpPr>
          <p:cNvPr id="17" name="Shape 15"/>
          <p:cNvSpPr/>
          <p:nvPr/>
        </p:nvSpPr>
        <p:spPr>
          <a:xfrm rot="2700000">
            <a:off x="1741932" y="749808"/>
            <a:ext cx="82296" cy="82296"/>
          </a:xfrm>
          <a:prstGeom prst="rect">
            <a:avLst/>
          </a:prstGeom>
          <a:solidFill>
            <a:srgbClr val="D4951A">
              <a:alpha val="55000"/>
            </a:srgbClr>
          </a:solidFill>
          <a:ln w="12700">
            <a:solidFill>
              <a:srgbClr val="D4951A"/>
            </a:solidFill>
            <a:prstDash val="solid"/>
          </a:ln>
        </p:spPr>
      </p:sp>
      <p:sp>
        <p:nvSpPr>
          <p:cNvPr id="18" name="Shape 16"/>
          <p:cNvSpPr/>
          <p:nvPr/>
        </p:nvSpPr>
        <p:spPr>
          <a:xfrm rot="2700000">
            <a:off x="1865376" y="749808"/>
            <a:ext cx="82296" cy="82296"/>
          </a:xfrm>
          <a:prstGeom prst="rect">
            <a:avLst/>
          </a:prstGeom>
          <a:solidFill>
            <a:srgbClr val="D4951A">
              <a:alpha val="55000"/>
            </a:srgbClr>
          </a:solidFill>
          <a:ln w="12700">
            <a:solidFill>
              <a:srgbClr val="D4951A"/>
            </a:solidFill>
            <a:prstDash val="solid"/>
          </a:ln>
        </p:spPr>
      </p:sp>
      <p:sp>
        <p:nvSpPr>
          <p:cNvPr id="19" name="Shape 17"/>
          <p:cNvSpPr/>
          <p:nvPr/>
        </p:nvSpPr>
        <p:spPr>
          <a:xfrm rot="2700000">
            <a:off x="1988820" y="749808"/>
            <a:ext cx="82296" cy="82296"/>
          </a:xfrm>
          <a:prstGeom prst="rect">
            <a:avLst/>
          </a:prstGeom>
          <a:solidFill>
            <a:srgbClr val="D4951A">
              <a:alpha val="55000"/>
            </a:srgbClr>
          </a:solidFill>
          <a:ln w="12700">
            <a:solidFill>
              <a:srgbClr val="D4951A"/>
            </a:solidFill>
            <a:prstDash val="solid"/>
          </a:ln>
        </p:spPr>
      </p:sp>
      <p:sp>
        <p:nvSpPr>
          <p:cNvPr id="20" name="Shape 18"/>
          <p:cNvSpPr/>
          <p:nvPr/>
        </p:nvSpPr>
        <p:spPr>
          <a:xfrm rot="2700000">
            <a:off x="2112264" y="749808"/>
            <a:ext cx="82296" cy="82296"/>
          </a:xfrm>
          <a:prstGeom prst="rect">
            <a:avLst/>
          </a:prstGeom>
          <a:solidFill>
            <a:srgbClr val="D4951A">
              <a:alpha val="55000"/>
            </a:srgbClr>
          </a:solidFill>
          <a:ln w="12700">
            <a:solidFill>
              <a:srgbClr val="D4951A"/>
            </a:solidFill>
            <a:prstDash val="solid"/>
          </a:ln>
        </p:spPr>
      </p:sp>
      <p:sp>
        <p:nvSpPr>
          <p:cNvPr id="21" name="Shape 19"/>
          <p:cNvSpPr/>
          <p:nvPr/>
        </p:nvSpPr>
        <p:spPr>
          <a:xfrm rot="2700000">
            <a:off x="2235708" y="749808"/>
            <a:ext cx="82296" cy="82296"/>
          </a:xfrm>
          <a:prstGeom prst="rect">
            <a:avLst/>
          </a:prstGeom>
          <a:solidFill>
            <a:srgbClr val="D4951A">
              <a:alpha val="55000"/>
            </a:srgbClr>
          </a:solidFill>
          <a:ln w="12700">
            <a:solidFill>
              <a:srgbClr val="D4951A"/>
            </a:solidFill>
            <a:prstDash val="solid"/>
          </a:ln>
        </p:spPr>
      </p:sp>
      <p:sp>
        <p:nvSpPr>
          <p:cNvPr id="22" name="Shape 20"/>
          <p:cNvSpPr/>
          <p:nvPr/>
        </p:nvSpPr>
        <p:spPr>
          <a:xfrm rot="2700000">
            <a:off x="2359152" y="749808"/>
            <a:ext cx="82296" cy="82296"/>
          </a:xfrm>
          <a:prstGeom prst="rect">
            <a:avLst/>
          </a:prstGeom>
          <a:solidFill>
            <a:srgbClr val="D4951A">
              <a:alpha val="55000"/>
            </a:srgbClr>
          </a:solidFill>
          <a:ln w="12700">
            <a:solidFill>
              <a:srgbClr val="D4951A"/>
            </a:solidFill>
            <a:prstDash val="solid"/>
          </a:ln>
        </p:spPr>
      </p:sp>
      <p:sp>
        <p:nvSpPr>
          <p:cNvPr id="23" name="Shape 21"/>
          <p:cNvSpPr/>
          <p:nvPr/>
        </p:nvSpPr>
        <p:spPr>
          <a:xfrm rot="2700000">
            <a:off x="2482596" y="749808"/>
            <a:ext cx="82296" cy="82296"/>
          </a:xfrm>
          <a:prstGeom prst="rect">
            <a:avLst/>
          </a:prstGeom>
          <a:solidFill>
            <a:srgbClr val="D4951A">
              <a:alpha val="55000"/>
            </a:srgbClr>
          </a:solidFill>
          <a:ln w="12700">
            <a:solidFill>
              <a:srgbClr val="D4951A"/>
            </a:solidFill>
            <a:prstDash val="solid"/>
          </a:ln>
        </p:spPr>
      </p:sp>
      <p:sp>
        <p:nvSpPr>
          <p:cNvPr id="24" name="Shape 22"/>
          <p:cNvSpPr/>
          <p:nvPr/>
        </p:nvSpPr>
        <p:spPr>
          <a:xfrm rot="2700000">
            <a:off x="2606040" y="749808"/>
            <a:ext cx="82296" cy="82296"/>
          </a:xfrm>
          <a:prstGeom prst="rect">
            <a:avLst/>
          </a:prstGeom>
          <a:solidFill>
            <a:srgbClr val="D4951A">
              <a:alpha val="55000"/>
            </a:srgbClr>
          </a:solidFill>
          <a:ln w="12700">
            <a:solidFill>
              <a:srgbClr val="D4951A"/>
            </a:solidFill>
            <a:prstDash val="solid"/>
          </a:ln>
        </p:spPr>
      </p:sp>
      <p:sp>
        <p:nvSpPr>
          <p:cNvPr id="25" name="Shape 23"/>
          <p:cNvSpPr/>
          <p:nvPr/>
        </p:nvSpPr>
        <p:spPr>
          <a:xfrm rot="2700000">
            <a:off x="2729484" y="749808"/>
            <a:ext cx="82296" cy="82296"/>
          </a:xfrm>
          <a:prstGeom prst="rect">
            <a:avLst/>
          </a:prstGeom>
          <a:solidFill>
            <a:srgbClr val="D4951A">
              <a:alpha val="55000"/>
            </a:srgbClr>
          </a:solidFill>
          <a:ln w="12700">
            <a:solidFill>
              <a:srgbClr val="D4951A"/>
            </a:solidFill>
            <a:prstDash val="solid"/>
          </a:ln>
        </p:spPr>
      </p:sp>
      <p:sp>
        <p:nvSpPr>
          <p:cNvPr id="26" name="Shape 24"/>
          <p:cNvSpPr/>
          <p:nvPr/>
        </p:nvSpPr>
        <p:spPr>
          <a:xfrm rot="2700000">
            <a:off x="2852928" y="749808"/>
            <a:ext cx="82296" cy="82296"/>
          </a:xfrm>
          <a:prstGeom prst="rect">
            <a:avLst/>
          </a:prstGeom>
          <a:solidFill>
            <a:srgbClr val="D4951A">
              <a:alpha val="55000"/>
            </a:srgbClr>
          </a:solidFill>
          <a:ln w="12700">
            <a:solidFill>
              <a:srgbClr val="D4951A"/>
            </a:solidFill>
            <a:prstDash val="solid"/>
          </a:ln>
        </p:spPr>
      </p:sp>
      <p:sp>
        <p:nvSpPr>
          <p:cNvPr id="27" name="Shape 25"/>
          <p:cNvSpPr/>
          <p:nvPr/>
        </p:nvSpPr>
        <p:spPr>
          <a:xfrm rot="2700000">
            <a:off x="2976372" y="749808"/>
            <a:ext cx="82296" cy="82296"/>
          </a:xfrm>
          <a:prstGeom prst="rect">
            <a:avLst/>
          </a:prstGeom>
          <a:solidFill>
            <a:srgbClr val="D4951A">
              <a:alpha val="55000"/>
            </a:srgbClr>
          </a:solidFill>
          <a:ln w="12700">
            <a:solidFill>
              <a:srgbClr val="D4951A"/>
            </a:solidFill>
            <a:prstDash val="solid"/>
          </a:ln>
        </p:spPr>
      </p:sp>
      <p:sp>
        <p:nvSpPr>
          <p:cNvPr id="28" name="Shape 26"/>
          <p:cNvSpPr/>
          <p:nvPr/>
        </p:nvSpPr>
        <p:spPr>
          <a:xfrm rot="2700000">
            <a:off x="3099816" y="749808"/>
            <a:ext cx="82296" cy="82296"/>
          </a:xfrm>
          <a:prstGeom prst="rect">
            <a:avLst/>
          </a:prstGeom>
          <a:solidFill>
            <a:srgbClr val="D4951A">
              <a:alpha val="55000"/>
            </a:srgbClr>
          </a:solidFill>
          <a:ln w="12700">
            <a:solidFill>
              <a:srgbClr val="D4951A"/>
            </a:solidFill>
            <a:prstDash val="solid"/>
          </a:ln>
        </p:spPr>
      </p:sp>
      <p:sp>
        <p:nvSpPr>
          <p:cNvPr id="29" name="Shape 27"/>
          <p:cNvSpPr/>
          <p:nvPr/>
        </p:nvSpPr>
        <p:spPr>
          <a:xfrm rot="2700000">
            <a:off x="3223260" y="749808"/>
            <a:ext cx="82296" cy="82296"/>
          </a:xfrm>
          <a:prstGeom prst="rect">
            <a:avLst/>
          </a:prstGeom>
          <a:solidFill>
            <a:srgbClr val="D4951A">
              <a:alpha val="55000"/>
            </a:srgbClr>
          </a:solidFill>
          <a:ln w="12700">
            <a:solidFill>
              <a:srgbClr val="D4951A"/>
            </a:solidFill>
            <a:prstDash val="solid"/>
          </a:ln>
        </p:spPr>
      </p:sp>
      <p:sp>
        <p:nvSpPr>
          <p:cNvPr id="30" name="Shape 28"/>
          <p:cNvSpPr/>
          <p:nvPr/>
        </p:nvSpPr>
        <p:spPr>
          <a:xfrm rot="2700000">
            <a:off x="3346704" y="749808"/>
            <a:ext cx="82296" cy="82296"/>
          </a:xfrm>
          <a:prstGeom prst="rect">
            <a:avLst/>
          </a:prstGeom>
          <a:solidFill>
            <a:srgbClr val="D4951A">
              <a:alpha val="55000"/>
            </a:srgbClr>
          </a:solidFill>
          <a:ln w="12700">
            <a:solidFill>
              <a:srgbClr val="D4951A"/>
            </a:solidFill>
            <a:prstDash val="solid"/>
          </a:ln>
        </p:spPr>
      </p:sp>
      <p:sp>
        <p:nvSpPr>
          <p:cNvPr id="31" name="Shape 29"/>
          <p:cNvSpPr/>
          <p:nvPr/>
        </p:nvSpPr>
        <p:spPr>
          <a:xfrm rot="2700000">
            <a:off x="3470148" y="749808"/>
            <a:ext cx="82296" cy="82296"/>
          </a:xfrm>
          <a:prstGeom prst="rect">
            <a:avLst/>
          </a:prstGeom>
          <a:solidFill>
            <a:srgbClr val="D4951A">
              <a:alpha val="55000"/>
            </a:srgbClr>
          </a:solidFill>
          <a:ln w="12700">
            <a:solidFill>
              <a:srgbClr val="D4951A"/>
            </a:solidFill>
            <a:prstDash val="solid"/>
          </a:ln>
        </p:spPr>
      </p:sp>
      <p:sp>
        <p:nvSpPr>
          <p:cNvPr id="32" name="Shape 30"/>
          <p:cNvSpPr/>
          <p:nvPr/>
        </p:nvSpPr>
        <p:spPr>
          <a:xfrm rot="2700000">
            <a:off x="3593592" y="749808"/>
            <a:ext cx="82296" cy="82296"/>
          </a:xfrm>
          <a:prstGeom prst="rect">
            <a:avLst/>
          </a:prstGeom>
          <a:solidFill>
            <a:srgbClr val="D4951A">
              <a:alpha val="55000"/>
            </a:srgbClr>
          </a:solidFill>
          <a:ln w="12700">
            <a:solidFill>
              <a:srgbClr val="D4951A"/>
            </a:solidFill>
            <a:prstDash val="solid"/>
          </a:ln>
        </p:spPr>
      </p:sp>
      <p:sp>
        <p:nvSpPr>
          <p:cNvPr id="33" name="Shape 31"/>
          <p:cNvSpPr/>
          <p:nvPr/>
        </p:nvSpPr>
        <p:spPr>
          <a:xfrm rot="2700000">
            <a:off x="3717036" y="749808"/>
            <a:ext cx="82296" cy="82296"/>
          </a:xfrm>
          <a:prstGeom prst="rect">
            <a:avLst/>
          </a:prstGeom>
          <a:solidFill>
            <a:srgbClr val="D4951A">
              <a:alpha val="55000"/>
            </a:srgbClr>
          </a:solidFill>
          <a:ln w="12700">
            <a:solidFill>
              <a:srgbClr val="D4951A"/>
            </a:solidFill>
            <a:prstDash val="solid"/>
          </a:ln>
        </p:spPr>
      </p:sp>
      <p:sp>
        <p:nvSpPr>
          <p:cNvPr id="34" name="Shape 32"/>
          <p:cNvSpPr/>
          <p:nvPr/>
        </p:nvSpPr>
        <p:spPr>
          <a:xfrm rot="2700000">
            <a:off x="3840480" y="749808"/>
            <a:ext cx="82296" cy="82296"/>
          </a:xfrm>
          <a:prstGeom prst="rect">
            <a:avLst/>
          </a:prstGeom>
          <a:solidFill>
            <a:srgbClr val="D4951A">
              <a:alpha val="55000"/>
            </a:srgbClr>
          </a:solidFill>
          <a:ln w="12700">
            <a:solidFill>
              <a:srgbClr val="D4951A"/>
            </a:solidFill>
            <a:prstDash val="solid"/>
          </a:ln>
        </p:spPr>
      </p:sp>
      <p:sp>
        <p:nvSpPr>
          <p:cNvPr id="35" name="Shape 33"/>
          <p:cNvSpPr/>
          <p:nvPr/>
        </p:nvSpPr>
        <p:spPr>
          <a:xfrm rot="2700000">
            <a:off x="3963924" y="749808"/>
            <a:ext cx="82296" cy="82296"/>
          </a:xfrm>
          <a:prstGeom prst="rect">
            <a:avLst/>
          </a:prstGeom>
          <a:solidFill>
            <a:srgbClr val="D4951A">
              <a:alpha val="55000"/>
            </a:srgbClr>
          </a:solidFill>
          <a:ln w="12700">
            <a:solidFill>
              <a:srgbClr val="D4951A"/>
            </a:solidFill>
            <a:prstDash val="solid"/>
          </a:ln>
        </p:spPr>
      </p:sp>
      <p:sp>
        <p:nvSpPr>
          <p:cNvPr id="36" name="Shape 34"/>
          <p:cNvSpPr/>
          <p:nvPr/>
        </p:nvSpPr>
        <p:spPr>
          <a:xfrm rot="2700000">
            <a:off x="4087368" y="749808"/>
            <a:ext cx="82296" cy="82296"/>
          </a:xfrm>
          <a:prstGeom prst="rect">
            <a:avLst/>
          </a:prstGeom>
          <a:solidFill>
            <a:srgbClr val="D4951A">
              <a:alpha val="55000"/>
            </a:srgbClr>
          </a:solidFill>
          <a:ln w="12700">
            <a:solidFill>
              <a:srgbClr val="D4951A"/>
            </a:solidFill>
            <a:prstDash val="solid"/>
          </a:ln>
        </p:spPr>
      </p:sp>
      <p:sp>
        <p:nvSpPr>
          <p:cNvPr id="37" name="Shape 35"/>
          <p:cNvSpPr/>
          <p:nvPr/>
        </p:nvSpPr>
        <p:spPr>
          <a:xfrm rot="2700000">
            <a:off x="4210812" y="749808"/>
            <a:ext cx="82296" cy="82296"/>
          </a:xfrm>
          <a:prstGeom prst="rect">
            <a:avLst/>
          </a:prstGeom>
          <a:solidFill>
            <a:srgbClr val="D4951A">
              <a:alpha val="55000"/>
            </a:srgbClr>
          </a:solidFill>
          <a:ln w="12700">
            <a:solidFill>
              <a:srgbClr val="D4951A"/>
            </a:solidFill>
            <a:prstDash val="solid"/>
          </a:ln>
        </p:spPr>
      </p:sp>
      <p:sp>
        <p:nvSpPr>
          <p:cNvPr id="38" name="Shape 36"/>
          <p:cNvSpPr/>
          <p:nvPr/>
        </p:nvSpPr>
        <p:spPr>
          <a:xfrm rot="2700000">
            <a:off x="4334256" y="749808"/>
            <a:ext cx="82296" cy="82296"/>
          </a:xfrm>
          <a:prstGeom prst="rect">
            <a:avLst/>
          </a:prstGeom>
          <a:solidFill>
            <a:srgbClr val="D4951A">
              <a:alpha val="55000"/>
            </a:srgbClr>
          </a:solidFill>
          <a:ln w="12700">
            <a:solidFill>
              <a:srgbClr val="D4951A"/>
            </a:solidFill>
            <a:prstDash val="solid"/>
          </a:ln>
        </p:spPr>
      </p:sp>
      <p:sp>
        <p:nvSpPr>
          <p:cNvPr id="39" name="Shape 37"/>
          <p:cNvSpPr/>
          <p:nvPr/>
        </p:nvSpPr>
        <p:spPr>
          <a:xfrm rot="2700000">
            <a:off x="4457700" y="749808"/>
            <a:ext cx="82296" cy="82296"/>
          </a:xfrm>
          <a:prstGeom prst="rect">
            <a:avLst/>
          </a:prstGeom>
          <a:solidFill>
            <a:srgbClr val="D4951A">
              <a:alpha val="55000"/>
            </a:srgbClr>
          </a:solidFill>
          <a:ln w="12700">
            <a:solidFill>
              <a:srgbClr val="D4951A"/>
            </a:solidFill>
            <a:prstDash val="solid"/>
          </a:ln>
        </p:spPr>
      </p:sp>
      <p:sp>
        <p:nvSpPr>
          <p:cNvPr id="40" name="Shape 38"/>
          <p:cNvSpPr/>
          <p:nvPr/>
        </p:nvSpPr>
        <p:spPr>
          <a:xfrm rot="2700000">
            <a:off x="4581144" y="749808"/>
            <a:ext cx="82296" cy="82296"/>
          </a:xfrm>
          <a:prstGeom prst="rect">
            <a:avLst/>
          </a:prstGeom>
          <a:solidFill>
            <a:srgbClr val="D4951A">
              <a:alpha val="55000"/>
            </a:srgbClr>
          </a:solidFill>
          <a:ln w="12700">
            <a:solidFill>
              <a:srgbClr val="D4951A"/>
            </a:solidFill>
            <a:prstDash val="solid"/>
          </a:ln>
        </p:spPr>
      </p:sp>
      <p:sp>
        <p:nvSpPr>
          <p:cNvPr id="41" name="Shape 39"/>
          <p:cNvSpPr/>
          <p:nvPr/>
        </p:nvSpPr>
        <p:spPr>
          <a:xfrm rot="2700000">
            <a:off x="4704588" y="749808"/>
            <a:ext cx="82296" cy="82296"/>
          </a:xfrm>
          <a:prstGeom prst="rect">
            <a:avLst/>
          </a:prstGeom>
          <a:solidFill>
            <a:srgbClr val="D4951A">
              <a:alpha val="55000"/>
            </a:srgbClr>
          </a:solidFill>
          <a:ln w="12700">
            <a:solidFill>
              <a:srgbClr val="D4951A"/>
            </a:solidFill>
            <a:prstDash val="solid"/>
          </a:ln>
        </p:spPr>
      </p:sp>
      <p:sp>
        <p:nvSpPr>
          <p:cNvPr id="42" name="Shape 40"/>
          <p:cNvSpPr/>
          <p:nvPr/>
        </p:nvSpPr>
        <p:spPr>
          <a:xfrm rot="2700000">
            <a:off x="4828032" y="749808"/>
            <a:ext cx="82296" cy="82296"/>
          </a:xfrm>
          <a:prstGeom prst="rect">
            <a:avLst/>
          </a:prstGeom>
          <a:solidFill>
            <a:srgbClr val="D4951A">
              <a:alpha val="55000"/>
            </a:srgbClr>
          </a:solidFill>
          <a:ln w="12700">
            <a:solidFill>
              <a:srgbClr val="D4951A"/>
            </a:solidFill>
            <a:prstDash val="solid"/>
          </a:ln>
        </p:spPr>
      </p:sp>
      <p:sp>
        <p:nvSpPr>
          <p:cNvPr id="43" name="Shape 41"/>
          <p:cNvSpPr/>
          <p:nvPr/>
        </p:nvSpPr>
        <p:spPr>
          <a:xfrm rot="2700000">
            <a:off x="4951476" y="749808"/>
            <a:ext cx="82296" cy="82296"/>
          </a:xfrm>
          <a:prstGeom prst="rect">
            <a:avLst/>
          </a:prstGeom>
          <a:solidFill>
            <a:srgbClr val="D4951A">
              <a:alpha val="55000"/>
            </a:srgbClr>
          </a:solidFill>
          <a:ln w="12700">
            <a:solidFill>
              <a:srgbClr val="D4951A"/>
            </a:solidFill>
            <a:prstDash val="solid"/>
          </a:ln>
        </p:spPr>
      </p:sp>
      <p:sp>
        <p:nvSpPr>
          <p:cNvPr id="44" name="Shape 42"/>
          <p:cNvSpPr/>
          <p:nvPr/>
        </p:nvSpPr>
        <p:spPr>
          <a:xfrm rot="2700000">
            <a:off x="5074920" y="749808"/>
            <a:ext cx="82296" cy="82296"/>
          </a:xfrm>
          <a:prstGeom prst="rect">
            <a:avLst/>
          </a:prstGeom>
          <a:solidFill>
            <a:srgbClr val="D4951A">
              <a:alpha val="55000"/>
            </a:srgbClr>
          </a:solidFill>
          <a:ln w="12700">
            <a:solidFill>
              <a:srgbClr val="D4951A"/>
            </a:solidFill>
            <a:prstDash val="solid"/>
          </a:ln>
        </p:spPr>
      </p:sp>
      <p:sp>
        <p:nvSpPr>
          <p:cNvPr id="45" name="Shape 43"/>
          <p:cNvSpPr/>
          <p:nvPr/>
        </p:nvSpPr>
        <p:spPr>
          <a:xfrm rot="2700000">
            <a:off x="5198364" y="749808"/>
            <a:ext cx="82296" cy="82296"/>
          </a:xfrm>
          <a:prstGeom prst="rect">
            <a:avLst/>
          </a:prstGeom>
          <a:solidFill>
            <a:srgbClr val="D4951A">
              <a:alpha val="55000"/>
            </a:srgbClr>
          </a:solidFill>
          <a:ln w="12700">
            <a:solidFill>
              <a:srgbClr val="D4951A"/>
            </a:solidFill>
            <a:prstDash val="solid"/>
          </a:ln>
        </p:spPr>
      </p:sp>
      <p:sp>
        <p:nvSpPr>
          <p:cNvPr id="46" name="Shape 44"/>
          <p:cNvSpPr/>
          <p:nvPr/>
        </p:nvSpPr>
        <p:spPr>
          <a:xfrm rot="2700000">
            <a:off x="5321808" y="749808"/>
            <a:ext cx="82296" cy="82296"/>
          </a:xfrm>
          <a:prstGeom prst="rect">
            <a:avLst/>
          </a:prstGeom>
          <a:solidFill>
            <a:srgbClr val="D4951A">
              <a:alpha val="55000"/>
            </a:srgbClr>
          </a:solidFill>
          <a:ln w="12700">
            <a:solidFill>
              <a:srgbClr val="D4951A"/>
            </a:solidFill>
            <a:prstDash val="solid"/>
          </a:ln>
        </p:spPr>
      </p:sp>
      <p:sp>
        <p:nvSpPr>
          <p:cNvPr id="47" name="Shape 45"/>
          <p:cNvSpPr/>
          <p:nvPr/>
        </p:nvSpPr>
        <p:spPr>
          <a:xfrm rot="2700000">
            <a:off x="5445252" y="749808"/>
            <a:ext cx="82296" cy="82296"/>
          </a:xfrm>
          <a:prstGeom prst="rect">
            <a:avLst/>
          </a:prstGeom>
          <a:solidFill>
            <a:srgbClr val="D4951A">
              <a:alpha val="55000"/>
            </a:srgbClr>
          </a:solidFill>
          <a:ln w="12700">
            <a:solidFill>
              <a:srgbClr val="D4951A"/>
            </a:solidFill>
            <a:prstDash val="solid"/>
          </a:ln>
        </p:spPr>
      </p:sp>
      <p:sp>
        <p:nvSpPr>
          <p:cNvPr id="48" name="Shape 46"/>
          <p:cNvSpPr/>
          <p:nvPr/>
        </p:nvSpPr>
        <p:spPr>
          <a:xfrm rot="2700000">
            <a:off x="5568696" y="749808"/>
            <a:ext cx="82296" cy="82296"/>
          </a:xfrm>
          <a:prstGeom prst="rect">
            <a:avLst/>
          </a:prstGeom>
          <a:solidFill>
            <a:srgbClr val="D4951A">
              <a:alpha val="55000"/>
            </a:srgbClr>
          </a:solidFill>
          <a:ln w="12700">
            <a:solidFill>
              <a:srgbClr val="D4951A"/>
            </a:solidFill>
            <a:prstDash val="solid"/>
          </a:ln>
        </p:spPr>
      </p:sp>
      <p:sp>
        <p:nvSpPr>
          <p:cNvPr id="49" name="Shape 47"/>
          <p:cNvSpPr/>
          <p:nvPr/>
        </p:nvSpPr>
        <p:spPr>
          <a:xfrm rot="2700000">
            <a:off x="5692140" y="749808"/>
            <a:ext cx="82296" cy="82296"/>
          </a:xfrm>
          <a:prstGeom prst="rect">
            <a:avLst/>
          </a:prstGeom>
          <a:solidFill>
            <a:srgbClr val="D4951A">
              <a:alpha val="55000"/>
            </a:srgbClr>
          </a:solidFill>
          <a:ln w="12700">
            <a:solidFill>
              <a:srgbClr val="D4951A"/>
            </a:solidFill>
            <a:prstDash val="solid"/>
          </a:ln>
        </p:spPr>
      </p:sp>
      <p:sp>
        <p:nvSpPr>
          <p:cNvPr id="50" name="Shape 48"/>
          <p:cNvSpPr/>
          <p:nvPr/>
        </p:nvSpPr>
        <p:spPr>
          <a:xfrm rot="2700000">
            <a:off x="5815584" y="749808"/>
            <a:ext cx="82296" cy="82296"/>
          </a:xfrm>
          <a:prstGeom prst="rect">
            <a:avLst/>
          </a:prstGeom>
          <a:solidFill>
            <a:srgbClr val="D4951A">
              <a:alpha val="55000"/>
            </a:srgbClr>
          </a:solidFill>
          <a:ln w="12700">
            <a:solidFill>
              <a:srgbClr val="D4951A"/>
            </a:solidFill>
            <a:prstDash val="solid"/>
          </a:ln>
        </p:spPr>
      </p:sp>
      <p:sp>
        <p:nvSpPr>
          <p:cNvPr id="51" name="Shape 49"/>
          <p:cNvSpPr/>
          <p:nvPr/>
        </p:nvSpPr>
        <p:spPr>
          <a:xfrm rot="2700000">
            <a:off x="5939028" y="749808"/>
            <a:ext cx="82296" cy="82296"/>
          </a:xfrm>
          <a:prstGeom prst="rect">
            <a:avLst/>
          </a:prstGeom>
          <a:solidFill>
            <a:srgbClr val="D4951A">
              <a:alpha val="55000"/>
            </a:srgbClr>
          </a:solidFill>
          <a:ln w="12700">
            <a:solidFill>
              <a:srgbClr val="D4951A"/>
            </a:solidFill>
            <a:prstDash val="solid"/>
          </a:ln>
        </p:spPr>
      </p:sp>
      <p:sp>
        <p:nvSpPr>
          <p:cNvPr id="52" name="Shape 50"/>
          <p:cNvSpPr/>
          <p:nvPr/>
        </p:nvSpPr>
        <p:spPr>
          <a:xfrm rot="2700000">
            <a:off x="6062472" y="749808"/>
            <a:ext cx="82296" cy="82296"/>
          </a:xfrm>
          <a:prstGeom prst="rect">
            <a:avLst/>
          </a:prstGeom>
          <a:solidFill>
            <a:srgbClr val="D4951A">
              <a:alpha val="55000"/>
            </a:srgbClr>
          </a:solidFill>
          <a:ln w="12700">
            <a:solidFill>
              <a:srgbClr val="D4951A"/>
            </a:solidFill>
            <a:prstDash val="solid"/>
          </a:ln>
        </p:spPr>
      </p:sp>
      <p:sp>
        <p:nvSpPr>
          <p:cNvPr id="53" name="Shape 51"/>
          <p:cNvSpPr/>
          <p:nvPr/>
        </p:nvSpPr>
        <p:spPr>
          <a:xfrm rot="2700000">
            <a:off x="6185916" y="749808"/>
            <a:ext cx="82296" cy="82296"/>
          </a:xfrm>
          <a:prstGeom prst="rect">
            <a:avLst/>
          </a:prstGeom>
          <a:solidFill>
            <a:srgbClr val="D4951A">
              <a:alpha val="55000"/>
            </a:srgbClr>
          </a:solidFill>
          <a:ln w="12700">
            <a:solidFill>
              <a:srgbClr val="D4951A"/>
            </a:solidFill>
            <a:prstDash val="solid"/>
          </a:ln>
        </p:spPr>
      </p:sp>
      <p:sp>
        <p:nvSpPr>
          <p:cNvPr id="54" name="Shape 52"/>
          <p:cNvSpPr/>
          <p:nvPr/>
        </p:nvSpPr>
        <p:spPr>
          <a:xfrm rot="2700000">
            <a:off x="6309360" y="749808"/>
            <a:ext cx="82296" cy="82296"/>
          </a:xfrm>
          <a:prstGeom prst="rect">
            <a:avLst/>
          </a:prstGeom>
          <a:solidFill>
            <a:srgbClr val="D4951A">
              <a:alpha val="55000"/>
            </a:srgbClr>
          </a:solidFill>
          <a:ln w="12700">
            <a:solidFill>
              <a:srgbClr val="D4951A"/>
            </a:solidFill>
            <a:prstDash val="solid"/>
          </a:ln>
        </p:spPr>
      </p:sp>
      <p:sp>
        <p:nvSpPr>
          <p:cNvPr id="55" name="Shape 53"/>
          <p:cNvSpPr/>
          <p:nvPr/>
        </p:nvSpPr>
        <p:spPr>
          <a:xfrm rot="2700000">
            <a:off x="6432804" y="749808"/>
            <a:ext cx="82296" cy="82296"/>
          </a:xfrm>
          <a:prstGeom prst="rect">
            <a:avLst/>
          </a:prstGeom>
          <a:solidFill>
            <a:srgbClr val="D4951A">
              <a:alpha val="55000"/>
            </a:srgbClr>
          </a:solidFill>
          <a:ln w="12700">
            <a:solidFill>
              <a:srgbClr val="D4951A"/>
            </a:solidFill>
            <a:prstDash val="solid"/>
          </a:ln>
        </p:spPr>
      </p:sp>
      <p:sp>
        <p:nvSpPr>
          <p:cNvPr id="56" name="Shape 54"/>
          <p:cNvSpPr/>
          <p:nvPr/>
        </p:nvSpPr>
        <p:spPr>
          <a:xfrm rot="2700000">
            <a:off x="6556248" y="749808"/>
            <a:ext cx="82296" cy="82296"/>
          </a:xfrm>
          <a:prstGeom prst="rect">
            <a:avLst/>
          </a:prstGeom>
          <a:solidFill>
            <a:srgbClr val="D4951A">
              <a:alpha val="55000"/>
            </a:srgbClr>
          </a:solidFill>
          <a:ln w="12700">
            <a:solidFill>
              <a:srgbClr val="D4951A"/>
            </a:solidFill>
            <a:prstDash val="solid"/>
          </a:ln>
        </p:spPr>
      </p:sp>
      <p:sp>
        <p:nvSpPr>
          <p:cNvPr id="57" name="Shape 55"/>
          <p:cNvSpPr/>
          <p:nvPr/>
        </p:nvSpPr>
        <p:spPr>
          <a:xfrm rot="2700000">
            <a:off x="6679692" y="749808"/>
            <a:ext cx="82296" cy="82296"/>
          </a:xfrm>
          <a:prstGeom prst="rect">
            <a:avLst/>
          </a:prstGeom>
          <a:solidFill>
            <a:srgbClr val="D4951A">
              <a:alpha val="55000"/>
            </a:srgbClr>
          </a:solidFill>
          <a:ln w="12700">
            <a:solidFill>
              <a:srgbClr val="D4951A"/>
            </a:solidFill>
            <a:prstDash val="solid"/>
          </a:ln>
        </p:spPr>
      </p:sp>
      <p:sp>
        <p:nvSpPr>
          <p:cNvPr id="58" name="Shape 56"/>
          <p:cNvSpPr/>
          <p:nvPr/>
        </p:nvSpPr>
        <p:spPr>
          <a:xfrm rot="2700000">
            <a:off x="6803136" y="749808"/>
            <a:ext cx="82296" cy="82296"/>
          </a:xfrm>
          <a:prstGeom prst="rect">
            <a:avLst/>
          </a:prstGeom>
          <a:solidFill>
            <a:srgbClr val="D4951A">
              <a:alpha val="55000"/>
            </a:srgbClr>
          </a:solidFill>
          <a:ln w="12700">
            <a:solidFill>
              <a:srgbClr val="D4951A"/>
            </a:solidFill>
            <a:prstDash val="solid"/>
          </a:ln>
        </p:spPr>
      </p:sp>
      <p:sp>
        <p:nvSpPr>
          <p:cNvPr id="59" name="Shape 57"/>
          <p:cNvSpPr/>
          <p:nvPr/>
        </p:nvSpPr>
        <p:spPr>
          <a:xfrm rot="2700000">
            <a:off x="6926580" y="749808"/>
            <a:ext cx="82296" cy="82296"/>
          </a:xfrm>
          <a:prstGeom prst="rect">
            <a:avLst/>
          </a:prstGeom>
          <a:solidFill>
            <a:srgbClr val="D4951A">
              <a:alpha val="55000"/>
            </a:srgbClr>
          </a:solidFill>
          <a:ln w="12700">
            <a:solidFill>
              <a:srgbClr val="D4951A"/>
            </a:solidFill>
            <a:prstDash val="solid"/>
          </a:ln>
        </p:spPr>
      </p:sp>
      <p:sp>
        <p:nvSpPr>
          <p:cNvPr id="60" name="Shape 58"/>
          <p:cNvSpPr/>
          <p:nvPr/>
        </p:nvSpPr>
        <p:spPr>
          <a:xfrm rot="2700000">
            <a:off x="7050024" y="749808"/>
            <a:ext cx="82296" cy="82296"/>
          </a:xfrm>
          <a:prstGeom prst="rect">
            <a:avLst/>
          </a:prstGeom>
          <a:solidFill>
            <a:srgbClr val="D4951A">
              <a:alpha val="55000"/>
            </a:srgbClr>
          </a:solidFill>
          <a:ln w="12700">
            <a:solidFill>
              <a:srgbClr val="D4951A"/>
            </a:solidFill>
            <a:prstDash val="solid"/>
          </a:ln>
        </p:spPr>
      </p:sp>
      <p:sp>
        <p:nvSpPr>
          <p:cNvPr id="61" name="Shape 59"/>
          <p:cNvSpPr/>
          <p:nvPr/>
        </p:nvSpPr>
        <p:spPr>
          <a:xfrm rot="2700000">
            <a:off x="7173468" y="749808"/>
            <a:ext cx="82296" cy="82296"/>
          </a:xfrm>
          <a:prstGeom prst="rect">
            <a:avLst/>
          </a:prstGeom>
          <a:solidFill>
            <a:srgbClr val="D4951A">
              <a:alpha val="55000"/>
            </a:srgbClr>
          </a:solidFill>
          <a:ln w="12700">
            <a:solidFill>
              <a:srgbClr val="D4951A"/>
            </a:solidFill>
            <a:prstDash val="solid"/>
          </a:ln>
        </p:spPr>
      </p:sp>
      <p:sp>
        <p:nvSpPr>
          <p:cNvPr id="62" name="Shape 60"/>
          <p:cNvSpPr/>
          <p:nvPr/>
        </p:nvSpPr>
        <p:spPr>
          <a:xfrm rot="2700000">
            <a:off x="7296912" y="749808"/>
            <a:ext cx="82296" cy="82296"/>
          </a:xfrm>
          <a:prstGeom prst="rect">
            <a:avLst/>
          </a:prstGeom>
          <a:solidFill>
            <a:srgbClr val="D4951A">
              <a:alpha val="55000"/>
            </a:srgbClr>
          </a:solidFill>
          <a:ln w="12700">
            <a:solidFill>
              <a:srgbClr val="D4951A"/>
            </a:solidFill>
            <a:prstDash val="solid"/>
          </a:ln>
        </p:spPr>
      </p:sp>
      <p:sp>
        <p:nvSpPr>
          <p:cNvPr id="63" name="Shape 61"/>
          <p:cNvSpPr/>
          <p:nvPr/>
        </p:nvSpPr>
        <p:spPr>
          <a:xfrm rot="2700000">
            <a:off x="7420356" y="749808"/>
            <a:ext cx="82296" cy="82296"/>
          </a:xfrm>
          <a:prstGeom prst="rect">
            <a:avLst/>
          </a:prstGeom>
          <a:solidFill>
            <a:srgbClr val="D4951A">
              <a:alpha val="55000"/>
            </a:srgbClr>
          </a:solidFill>
          <a:ln w="12700">
            <a:solidFill>
              <a:srgbClr val="D4951A"/>
            </a:solidFill>
            <a:prstDash val="solid"/>
          </a:ln>
        </p:spPr>
      </p:sp>
      <p:sp>
        <p:nvSpPr>
          <p:cNvPr id="64" name="Shape 62"/>
          <p:cNvSpPr/>
          <p:nvPr/>
        </p:nvSpPr>
        <p:spPr>
          <a:xfrm rot="2700000">
            <a:off x="7543800" y="749808"/>
            <a:ext cx="82296" cy="82296"/>
          </a:xfrm>
          <a:prstGeom prst="rect">
            <a:avLst/>
          </a:prstGeom>
          <a:solidFill>
            <a:srgbClr val="D4951A">
              <a:alpha val="55000"/>
            </a:srgbClr>
          </a:solidFill>
          <a:ln w="12700">
            <a:solidFill>
              <a:srgbClr val="D4951A"/>
            </a:solidFill>
            <a:prstDash val="solid"/>
          </a:ln>
        </p:spPr>
      </p:sp>
      <p:sp>
        <p:nvSpPr>
          <p:cNvPr id="65" name="Shape 63"/>
          <p:cNvSpPr/>
          <p:nvPr/>
        </p:nvSpPr>
        <p:spPr>
          <a:xfrm rot="2700000">
            <a:off x="7667244" y="749808"/>
            <a:ext cx="82296" cy="82296"/>
          </a:xfrm>
          <a:prstGeom prst="rect">
            <a:avLst/>
          </a:prstGeom>
          <a:solidFill>
            <a:srgbClr val="D4951A">
              <a:alpha val="55000"/>
            </a:srgbClr>
          </a:solidFill>
          <a:ln w="12700">
            <a:solidFill>
              <a:srgbClr val="D4951A"/>
            </a:solidFill>
            <a:prstDash val="solid"/>
          </a:ln>
        </p:spPr>
      </p:sp>
      <p:sp>
        <p:nvSpPr>
          <p:cNvPr id="66" name="Shape 64"/>
          <p:cNvSpPr/>
          <p:nvPr/>
        </p:nvSpPr>
        <p:spPr>
          <a:xfrm rot="2700000">
            <a:off x="7790688" y="749808"/>
            <a:ext cx="82296" cy="82296"/>
          </a:xfrm>
          <a:prstGeom prst="rect">
            <a:avLst/>
          </a:prstGeom>
          <a:solidFill>
            <a:srgbClr val="D4951A">
              <a:alpha val="55000"/>
            </a:srgbClr>
          </a:solidFill>
          <a:ln w="12700">
            <a:solidFill>
              <a:srgbClr val="D4951A"/>
            </a:solidFill>
            <a:prstDash val="solid"/>
          </a:ln>
        </p:spPr>
      </p:sp>
      <p:sp>
        <p:nvSpPr>
          <p:cNvPr id="67" name="Shape 65"/>
          <p:cNvSpPr/>
          <p:nvPr/>
        </p:nvSpPr>
        <p:spPr>
          <a:xfrm rot="2700000">
            <a:off x="7914132" y="749808"/>
            <a:ext cx="82296" cy="82296"/>
          </a:xfrm>
          <a:prstGeom prst="rect">
            <a:avLst/>
          </a:prstGeom>
          <a:solidFill>
            <a:srgbClr val="D4951A">
              <a:alpha val="55000"/>
            </a:srgbClr>
          </a:solidFill>
          <a:ln w="12700">
            <a:solidFill>
              <a:srgbClr val="D4951A"/>
            </a:solidFill>
            <a:prstDash val="solid"/>
          </a:ln>
        </p:spPr>
      </p:sp>
      <p:sp>
        <p:nvSpPr>
          <p:cNvPr id="68" name="Shape 66"/>
          <p:cNvSpPr/>
          <p:nvPr/>
        </p:nvSpPr>
        <p:spPr>
          <a:xfrm rot="2700000">
            <a:off x="8037576" y="749808"/>
            <a:ext cx="82296" cy="82296"/>
          </a:xfrm>
          <a:prstGeom prst="rect">
            <a:avLst/>
          </a:prstGeom>
          <a:solidFill>
            <a:srgbClr val="D4951A">
              <a:alpha val="55000"/>
            </a:srgbClr>
          </a:solidFill>
          <a:ln w="12700">
            <a:solidFill>
              <a:srgbClr val="D4951A"/>
            </a:solidFill>
            <a:prstDash val="solid"/>
          </a:ln>
        </p:spPr>
      </p:sp>
      <p:sp>
        <p:nvSpPr>
          <p:cNvPr id="69" name="Shape 67"/>
          <p:cNvSpPr/>
          <p:nvPr/>
        </p:nvSpPr>
        <p:spPr>
          <a:xfrm rot="2700000">
            <a:off x="8161020" y="749808"/>
            <a:ext cx="82296" cy="82296"/>
          </a:xfrm>
          <a:prstGeom prst="rect">
            <a:avLst/>
          </a:prstGeom>
          <a:solidFill>
            <a:srgbClr val="D4951A">
              <a:alpha val="55000"/>
            </a:srgbClr>
          </a:solidFill>
          <a:ln w="12700">
            <a:solidFill>
              <a:srgbClr val="D4951A"/>
            </a:solidFill>
            <a:prstDash val="solid"/>
          </a:ln>
        </p:spPr>
      </p:sp>
      <p:sp>
        <p:nvSpPr>
          <p:cNvPr id="70" name="Shape 68"/>
          <p:cNvSpPr/>
          <p:nvPr/>
        </p:nvSpPr>
        <p:spPr>
          <a:xfrm rot="2700000">
            <a:off x="8284464" y="749808"/>
            <a:ext cx="82296" cy="82296"/>
          </a:xfrm>
          <a:prstGeom prst="rect">
            <a:avLst/>
          </a:prstGeom>
          <a:solidFill>
            <a:srgbClr val="D4951A">
              <a:alpha val="55000"/>
            </a:srgbClr>
          </a:solidFill>
          <a:ln w="12700">
            <a:solidFill>
              <a:srgbClr val="D4951A"/>
            </a:solidFill>
            <a:prstDash val="solid"/>
          </a:ln>
        </p:spPr>
      </p:sp>
      <p:sp>
        <p:nvSpPr>
          <p:cNvPr id="71" name="Shape 69"/>
          <p:cNvSpPr/>
          <p:nvPr/>
        </p:nvSpPr>
        <p:spPr>
          <a:xfrm rot="2700000">
            <a:off x="8407908" y="749808"/>
            <a:ext cx="82296" cy="82296"/>
          </a:xfrm>
          <a:prstGeom prst="rect">
            <a:avLst/>
          </a:prstGeom>
          <a:solidFill>
            <a:srgbClr val="D4951A">
              <a:alpha val="55000"/>
            </a:srgbClr>
          </a:solidFill>
          <a:ln w="12700">
            <a:solidFill>
              <a:srgbClr val="D4951A"/>
            </a:solidFill>
            <a:prstDash val="solid"/>
          </a:ln>
        </p:spPr>
      </p:sp>
      <p:sp>
        <p:nvSpPr>
          <p:cNvPr id="72" name="Shape 70"/>
          <p:cNvSpPr/>
          <p:nvPr/>
        </p:nvSpPr>
        <p:spPr>
          <a:xfrm rot="2700000">
            <a:off x="8531352" y="749808"/>
            <a:ext cx="82296" cy="82296"/>
          </a:xfrm>
          <a:prstGeom prst="rect">
            <a:avLst/>
          </a:prstGeom>
          <a:solidFill>
            <a:srgbClr val="D4951A">
              <a:alpha val="55000"/>
            </a:srgbClr>
          </a:solidFill>
          <a:ln w="12700">
            <a:solidFill>
              <a:srgbClr val="D4951A"/>
            </a:solidFill>
            <a:prstDash val="solid"/>
          </a:ln>
        </p:spPr>
      </p:sp>
      <p:sp>
        <p:nvSpPr>
          <p:cNvPr id="73" name="Shape 71"/>
          <p:cNvSpPr/>
          <p:nvPr/>
        </p:nvSpPr>
        <p:spPr>
          <a:xfrm rot="2700000">
            <a:off x="8654796" y="749808"/>
            <a:ext cx="82296" cy="82296"/>
          </a:xfrm>
          <a:prstGeom prst="rect">
            <a:avLst/>
          </a:prstGeom>
          <a:solidFill>
            <a:srgbClr val="D4951A">
              <a:alpha val="55000"/>
            </a:srgbClr>
          </a:solidFill>
          <a:ln w="12700">
            <a:solidFill>
              <a:srgbClr val="D4951A"/>
            </a:solidFill>
            <a:prstDash val="solid"/>
          </a:ln>
        </p:spPr>
      </p:sp>
      <p:sp>
        <p:nvSpPr>
          <p:cNvPr id="74" name="Shape 72"/>
          <p:cNvSpPr/>
          <p:nvPr/>
        </p:nvSpPr>
        <p:spPr>
          <a:xfrm rot="2700000">
            <a:off x="8778240" y="749808"/>
            <a:ext cx="82296" cy="82296"/>
          </a:xfrm>
          <a:prstGeom prst="rect">
            <a:avLst/>
          </a:prstGeom>
          <a:solidFill>
            <a:srgbClr val="D4951A">
              <a:alpha val="55000"/>
            </a:srgbClr>
          </a:solidFill>
          <a:ln w="12700">
            <a:solidFill>
              <a:srgbClr val="D4951A"/>
            </a:solidFill>
            <a:prstDash val="solid"/>
          </a:ln>
        </p:spPr>
      </p:sp>
      <p:sp>
        <p:nvSpPr>
          <p:cNvPr id="75" name="Shape 73"/>
          <p:cNvSpPr/>
          <p:nvPr/>
        </p:nvSpPr>
        <p:spPr>
          <a:xfrm rot="2700000">
            <a:off x="8901684" y="749808"/>
            <a:ext cx="82296" cy="82296"/>
          </a:xfrm>
          <a:prstGeom prst="rect">
            <a:avLst/>
          </a:prstGeom>
          <a:solidFill>
            <a:srgbClr val="D4951A">
              <a:alpha val="55000"/>
            </a:srgbClr>
          </a:solidFill>
          <a:ln w="12700">
            <a:solidFill>
              <a:srgbClr val="D4951A"/>
            </a:solidFill>
            <a:prstDash val="solid"/>
          </a:ln>
        </p:spPr>
      </p:sp>
      <p:sp>
        <p:nvSpPr>
          <p:cNvPr id="76" name="Shape 74"/>
          <p:cNvSpPr/>
          <p:nvPr/>
        </p:nvSpPr>
        <p:spPr>
          <a:xfrm rot="2700000">
            <a:off x="9025128" y="749808"/>
            <a:ext cx="82296" cy="82296"/>
          </a:xfrm>
          <a:prstGeom prst="rect">
            <a:avLst/>
          </a:prstGeom>
          <a:solidFill>
            <a:srgbClr val="D4951A">
              <a:alpha val="55000"/>
            </a:srgbClr>
          </a:solidFill>
          <a:ln w="12700">
            <a:solidFill>
              <a:srgbClr val="D4951A"/>
            </a:solidFill>
            <a:prstDash val="solid"/>
          </a:ln>
        </p:spPr>
      </p:sp>
      <p:sp>
        <p:nvSpPr>
          <p:cNvPr id="77" name="Shape 75"/>
          <p:cNvSpPr/>
          <p:nvPr/>
        </p:nvSpPr>
        <p:spPr>
          <a:xfrm>
            <a:off x="0" y="0"/>
            <a:ext cx="64008" cy="868680"/>
          </a:xfrm>
          <a:prstGeom prst="rect">
            <a:avLst/>
          </a:prstGeom>
          <a:solidFill>
            <a:srgbClr val="D4951A"/>
          </a:solidFill>
          <a:ln/>
        </p:spPr>
      </p:sp>
      <p:sp>
        <p:nvSpPr>
          <p:cNvPr id="78" name="Shape 76"/>
          <p:cNvSpPr/>
          <p:nvPr/>
        </p:nvSpPr>
        <p:spPr>
          <a:xfrm>
            <a:off x="100584" y="0"/>
            <a:ext cx="27432" cy="868680"/>
          </a:xfrm>
          <a:prstGeom prst="rect">
            <a:avLst/>
          </a:prstGeom>
          <a:solidFill>
            <a:srgbClr val="1B9A8A"/>
          </a:solidFill>
          <a:ln/>
        </p:spPr>
      </p:sp>
      <p:sp>
        <p:nvSpPr>
          <p:cNvPr id="79" name="Text 77"/>
          <p:cNvSpPr/>
          <p:nvPr/>
        </p:nvSpPr>
        <p:spPr>
          <a:xfrm>
            <a:off x="228600" y="0"/>
            <a:ext cx="8046720" cy="530352"/>
          </a:xfrm>
          <a:prstGeom prst="rect">
            <a:avLst/>
          </a:prstGeom>
          <a:noFill/>
          <a:ln/>
        </p:spPr>
        <p:txBody>
          <a:bodyPr wrap="square" rtlCol="0" anchor="b"/>
          <a:lstStyle/>
          <a:p>
            <a:pPr indent="0" marL="0">
              <a:buNone/>
            </a:pPr>
            <a:r>
              <a:rPr lang="en-US" sz="1900" b="1" spc="120" kern="0" dirty="0">
                <a:solidFill>
                  <a:srgbClr val="D4951A"/>
                </a:solidFill>
                <a:latin typeface="Georgia" pitchFamily="34" charset="0"/>
                <a:ea typeface="Georgia" pitchFamily="34" charset="-122"/>
                <a:cs typeface="Georgia" pitchFamily="34" charset="-120"/>
              </a:rPr>
              <a:t>ENJEUX SPÉCIFIQUES — ALIMENTATION ANIMALE SÈCHE</a:t>
            </a:r>
            <a:endParaRPr lang="en-US" sz="1900" dirty="0"/>
          </a:p>
        </p:txBody>
      </p:sp>
      <p:sp>
        <p:nvSpPr>
          <p:cNvPr id="80" name="Text 78"/>
          <p:cNvSpPr/>
          <p:nvPr/>
        </p:nvSpPr>
        <p:spPr>
          <a:xfrm>
            <a:off x="228600" y="512064"/>
            <a:ext cx="8046720" cy="329184"/>
          </a:xfrm>
          <a:prstGeom prst="rect">
            <a:avLst/>
          </a:prstGeom>
          <a:noFill/>
          <a:ln/>
        </p:spPr>
        <p:txBody>
          <a:bodyPr wrap="square" rtlCol="0" anchor="t"/>
          <a:lstStyle/>
          <a:p>
            <a:pPr indent="0" marL="0">
              <a:buNone/>
            </a:pPr>
            <a:r>
              <a:rPr lang="en-US" sz="1000" i="1" dirty="0">
                <a:solidFill>
                  <a:srgbClr val="5A6E82"/>
                </a:solidFill>
                <a:latin typeface="Calibri" pitchFamily="34" charset="0"/>
                <a:ea typeface="Calibri" pitchFamily="34" charset="-122"/>
                <a:cs typeface="Calibri" pitchFamily="34" charset="-120"/>
              </a:rPr>
              <a:t>Pourquoi le type de compresseur est critique dans ce contexte</a:t>
            </a:r>
            <a:endParaRPr lang="en-US" sz="1000" dirty="0"/>
          </a:p>
        </p:txBody>
      </p:sp>
      <p:sp>
        <p:nvSpPr>
          <p:cNvPr id="81" name="Shape 79"/>
          <p:cNvSpPr/>
          <p:nvPr/>
        </p:nvSpPr>
        <p:spPr>
          <a:xfrm rot="2700000">
            <a:off x="8668512" y="164592"/>
            <a:ext cx="82296" cy="82296"/>
          </a:xfrm>
          <a:prstGeom prst="rect">
            <a:avLst/>
          </a:prstGeom>
          <a:solidFill>
            <a:srgbClr val="D4951A"/>
          </a:solidFill>
          <a:ln w="12700">
            <a:solidFill>
              <a:srgbClr val="0B0E18"/>
            </a:solidFill>
            <a:prstDash val="solid"/>
          </a:ln>
        </p:spPr>
      </p:sp>
      <p:sp>
        <p:nvSpPr>
          <p:cNvPr id="82" name="Shape 80"/>
          <p:cNvSpPr/>
          <p:nvPr/>
        </p:nvSpPr>
        <p:spPr>
          <a:xfrm rot="2700000">
            <a:off x="8531352" y="164592"/>
            <a:ext cx="82296" cy="82296"/>
          </a:xfrm>
          <a:prstGeom prst="rect">
            <a:avLst/>
          </a:prstGeom>
          <a:solidFill>
            <a:srgbClr val="1B9A8A"/>
          </a:solidFill>
          <a:ln w="12700">
            <a:solidFill>
              <a:srgbClr val="0B0E18"/>
            </a:solidFill>
            <a:prstDash val="solid"/>
          </a:ln>
        </p:spPr>
      </p:sp>
      <p:sp>
        <p:nvSpPr>
          <p:cNvPr id="83" name="Shape 81"/>
          <p:cNvSpPr/>
          <p:nvPr/>
        </p:nvSpPr>
        <p:spPr>
          <a:xfrm rot="2700000">
            <a:off x="8394192" y="164592"/>
            <a:ext cx="82296" cy="82296"/>
          </a:xfrm>
          <a:prstGeom prst="rect">
            <a:avLst/>
          </a:prstGeom>
          <a:solidFill>
            <a:srgbClr val="D4951A"/>
          </a:solidFill>
          <a:ln w="12700">
            <a:solidFill>
              <a:srgbClr val="0B0E18"/>
            </a:solidFill>
            <a:prstDash val="solid"/>
          </a:ln>
        </p:spPr>
      </p:sp>
      <p:sp>
        <p:nvSpPr>
          <p:cNvPr id="84" name="Shape 82"/>
          <p:cNvSpPr/>
          <p:nvPr/>
        </p:nvSpPr>
        <p:spPr>
          <a:xfrm rot="2700000">
            <a:off x="8257032" y="164592"/>
            <a:ext cx="82296" cy="82296"/>
          </a:xfrm>
          <a:prstGeom prst="rect">
            <a:avLst/>
          </a:prstGeom>
          <a:solidFill>
            <a:srgbClr val="1B9A8A"/>
          </a:solidFill>
          <a:ln w="12700">
            <a:solidFill>
              <a:srgbClr val="0B0E18"/>
            </a:solidFill>
            <a:prstDash val="solid"/>
          </a:ln>
        </p:spPr>
      </p:sp>
      <p:sp>
        <p:nvSpPr>
          <p:cNvPr id="85" name="Shape 83"/>
          <p:cNvSpPr/>
          <p:nvPr/>
        </p:nvSpPr>
        <p:spPr>
          <a:xfrm>
            <a:off x="256032" y="950976"/>
            <a:ext cx="4297680" cy="1920240"/>
          </a:xfrm>
          <a:prstGeom prst="rect">
            <a:avLst/>
          </a:prstGeom>
          <a:solidFill>
            <a:srgbClr val="111828"/>
          </a:solidFill>
          <a:ln w="12700">
            <a:solidFill>
              <a:srgbClr val="D94040"/>
            </a:solidFill>
            <a:prstDash val="solid"/>
          </a:ln>
          <a:effectLst>
            <a:outerShdw sx="100000" sy="100000" kx="0" ky="0" algn="bl" rotWithShape="0" blurRad="63500" dist="25400" dir="8100000">
              <a:srgbClr val="000000">
                <a:alpha val="30000"/>
              </a:srgbClr>
            </a:outerShdw>
          </a:effectLst>
        </p:spPr>
      </p:sp>
      <p:sp>
        <p:nvSpPr>
          <p:cNvPr id="86" name="Shape 84"/>
          <p:cNvSpPr/>
          <p:nvPr/>
        </p:nvSpPr>
        <p:spPr>
          <a:xfrm>
            <a:off x="256032" y="950976"/>
            <a:ext cx="4297680" cy="54864"/>
          </a:xfrm>
          <a:prstGeom prst="rect">
            <a:avLst/>
          </a:prstGeom>
          <a:solidFill>
            <a:srgbClr val="D94040"/>
          </a:solidFill>
          <a:ln/>
        </p:spPr>
      </p:sp>
      <p:sp>
        <p:nvSpPr>
          <p:cNvPr id="87" name="Text 85"/>
          <p:cNvSpPr/>
          <p:nvPr/>
        </p:nvSpPr>
        <p:spPr>
          <a:xfrm>
            <a:off x="365760" y="1042416"/>
            <a:ext cx="4069080" cy="365760"/>
          </a:xfrm>
          <a:prstGeom prst="rect">
            <a:avLst/>
          </a:prstGeom>
          <a:noFill/>
          <a:ln/>
        </p:spPr>
        <p:txBody>
          <a:bodyPr wrap="square" rtlCol="0" anchor="ctr"/>
          <a:lstStyle/>
          <a:p>
            <a:pPr indent="0" marL="0">
              <a:buNone/>
            </a:pPr>
            <a:r>
              <a:rPr lang="en-US" sz="1100" b="1" dirty="0">
                <a:solidFill>
                  <a:srgbClr val="D94040"/>
                </a:solidFill>
                <a:latin typeface="Georgia" pitchFamily="34" charset="0"/>
                <a:ea typeface="Georgia" pitchFamily="34" charset="-122"/>
                <a:cs typeface="Georgia" pitchFamily="34" charset="-120"/>
              </a:rPr>
              <a:t>🛢  Contamination huile → produit hors spec</a:t>
            </a:r>
            <a:endParaRPr lang="en-US" sz="1100" dirty="0"/>
          </a:p>
        </p:txBody>
      </p:sp>
      <p:sp>
        <p:nvSpPr>
          <p:cNvPr id="88" name="Shape 86"/>
          <p:cNvSpPr/>
          <p:nvPr/>
        </p:nvSpPr>
        <p:spPr>
          <a:xfrm rot="2700000">
            <a:off x="13716" y="1435608"/>
            <a:ext cx="82296" cy="82296"/>
          </a:xfrm>
          <a:prstGeom prst="rect">
            <a:avLst/>
          </a:prstGeom>
          <a:solidFill>
            <a:srgbClr val="D94040">
              <a:alpha val="18000"/>
            </a:srgbClr>
          </a:solidFill>
          <a:ln w="12700">
            <a:solidFill>
              <a:srgbClr val="D94040"/>
            </a:solidFill>
            <a:prstDash val="solid"/>
          </a:ln>
        </p:spPr>
      </p:sp>
      <p:sp>
        <p:nvSpPr>
          <p:cNvPr id="89" name="Shape 87"/>
          <p:cNvSpPr/>
          <p:nvPr/>
        </p:nvSpPr>
        <p:spPr>
          <a:xfrm rot="2700000">
            <a:off x="137160" y="1435608"/>
            <a:ext cx="82296" cy="82296"/>
          </a:xfrm>
          <a:prstGeom prst="rect">
            <a:avLst/>
          </a:prstGeom>
          <a:solidFill>
            <a:srgbClr val="D94040">
              <a:alpha val="18000"/>
            </a:srgbClr>
          </a:solidFill>
          <a:ln w="12700">
            <a:solidFill>
              <a:srgbClr val="D94040"/>
            </a:solidFill>
            <a:prstDash val="solid"/>
          </a:ln>
        </p:spPr>
      </p:sp>
      <p:sp>
        <p:nvSpPr>
          <p:cNvPr id="90" name="Shape 88"/>
          <p:cNvSpPr/>
          <p:nvPr/>
        </p:nvSpPr>
        <p:spPr>
          <a:xfrm rot="2700000">
            <a:off x="260604" y="1435608"/>
            <a:ext cx="82296" cy="82296"/>
          </a:xfrm>
          <a:prstGeom prst="rect">
            <a:avLst/>
          </a:prstGeom>
          <a:solidFill>
            <a:srgbClr val="D94040">
              <a:alpha val="18000"/>
            </a:srgbClr>
          </a:solidFill>
          <a:ln w="12700">
            <a:solidFill>
              <a:srgbClr val="D94040"/>
            </a:solidFill>
            <a:prstDash val="solid"/>
          </a:ln>
        </p:spPr>
      </p:sp>
      <p:sp>
        <p:nvSpPr>
          <p:cNvPr id="91" name="Shape 89"/>
          <p:cNvSpPr/>
          <p:nvPr/>
        </p:nvSpPr>
        <p:spPr>
          <a:xfrm rot="2700000">
            <a:off x="384048" y="1435608"/>
            <a:ext cx="82296" cy="82296"/>
          </a:xfrm>
          <a:prstGeom prst="rect">
            <a:avLst/>
          </a:prstGeom>
          <a:solidFill>
            <a:srgbClr val="D94040">
              <a:alpha val="18000"/>
            </a:srgbClr>
          </a:solidFill>
          <a:ln w="12700">
            <a:solidFill>
              <a:srgbClr val="D94040"/>
            </a:solidFill>
            <a:prstDash val="solid"/>
          </a:ln>
        </p:spPr>
      </p:sp>
      <p:sp>
        <p:nvSpPr>
          <p:cNvPr id="92" name="Shape 90"/>
          <p:cNvSpPr/>
          <p:nvPr/>
        </p:nvSpPr>
        <p:spPr>
          <a:xfrm rot="2700000">
            <a:off x="507492" y="1435608"/>
            <a:ext cx="82296" cy="82296"/>
          </a:xfrm>
          <a:prstGeom prst="rect">
            <a:avLst/>
          </a:prstGeom>
          <a:solidFill>
            <a:srgbClr val="D94040">
              <a:alpha val="18000"/>
            </a:srgbClr>
          </a:solidFill>
          <a:ln w="12700">
            <a:solidFill>
              <a:srgbClr val="D94040"/>
            </a:solidFill>
            <a:prstDash val="solid"/>
          </a:ln>
        </p:spPr>
      </p:sp>
      <p:sp>
        <p:nvSpPr>
          <p:cNvPr id="93" name="Shape 91"/>
          <p:cNvSpPr/>
          <p:nvPr/>
        </p:nvSpPr>
        <p:spPr>
          <a:xfrm rot="2700000">
            <a:off x="630936" y="1435608"/>
            <a:ext cx="82296" cy="82296"/>
          </a:xfrm>
          <a:prstGeom prst="rect">
            <a:avLst/>
          </a:prstGeom>
          <a:solidFill>
            <a:srgbClr val="D94040">
              <a:alpha val="18000"/>
            </a:srgbClr>
          </a:solidFill>
          <a:ln w="12700">
            <a:solidFill>
              <a:srgbClr val="D94040"/>
            </a:solidFill>
            <a:prstDash val="solid"/>
          </a:ln>
        </p:spPr>
      </p:sp>
      <p:sp>
        <p:nvSpPr>
          <p:cNvPr id="94" name="Shape 92"/>
          <p:cNvSpPr/>
          <p:nvPr/>
        </p:nvSpPr>
        <p:spPr>
          <a:xfrm rot="2700000">
            <a:off x="754380" y="1435608"/>
            <a:ext cx="82296" cy="82296"/>
          </a:xfrm>
          <a:prstGeom prst="rect">
            <a:avLst/>
          </a:prstGeom>
          <a:solidFill>
            <a:srgbClr val="D94040">
              <a:alpha val="18000"/>
            </a:srgbClr>
          </a:solidFill>
          <a:ln w="12700">
            <a:solidFill>
              <a:srgbClr val="D94040"/>
            </a:solidFill>
            <a:prstDash val="solid"/>
          </a:ln>
        </p:spPr>
      </p:sp>
      <p:sp>
        <p:nvSpPr>
          <p:cNvPr id="95" name="Shape 93"/>
          <p:cNvSpPr/>
          <p:nvPr/>
        </p:nvSpPr>
        <p:spPr>
          <a:xfrm rot="2700000">
            <a:off x="877824" y="1435608"/>
            <a:ext cx="82296" cy="82296"/>
          </a:xfrm>
          <a:prstGeom prst="rect">
            <a:avLst/>
          </a:prstGeom>
          <a:solidFill>
            <a:srgbClr val="D94040">
              <a:alpha val="18000"/>
            </a:srgbClr>
          </a:solidFill>
          <a:ln w="12700">
            <a:solidFill>
              <a:srgbClr val="D94040"/>
            </a:solidFill>
            <a:prstDash val="solid"/>
          </a:ln>
        </p:spPr>
      </p:sp>
      <p:sp>
        <p:nvSpPr>
          <p:cNvPr id="96" name="Shape 94"/>
          <p:cNvSpPr/>
          <p:nvPr/>
        </p:nvSpPr>
        <p:spPr>
          <a:xfrm rot="2700000">
            <a:off x="1001268" y="1435608"/>
            <a:ext cx="82296" cy="82296"/>
          </a:xfrm>
          <a:prstGeom prst="rect">
            <a:avLst/>
          </a:prstGeom>
          <a:solidFill>
            <a:srgbClr val="D94040">
              <a:alpha val="18000"/>
            </a:srgbClr>
          </a:solidFill>
          <a:ln w="12700">
            <a:solidFill>
              <a:srgbClr val="D94040"/>
            </a:solidFill>
            <a:prstDash val="solid"/>
          </a:ln>
        </p:spPr>
      </p:sp>
      <p:sp>
        <p:nvSpPr>
          <p:cNvPr id="97" name="Shape 95"/>
          <p:cNvSpPr/>
          <p:nvPr/>
        </p:nvSpPr>
        <p:spPr>
          <a:xfrm rot="2700000">
            <a:off x="1124712" y="1435608"/>
            <a:ext cx="82296" cy="82296"/>
          </a:xfrm>
          <a:prstGeom prst="rect">
            <a:avLst/>
          </a:prstGeom>
          <a:solidFill>
            <a:srgbClr val="D94040">
              <a:alpha val="18000"/>
            </a:srgbClr>
          </a:solidFill>
          <a:ln w="12700">
            <a:solidFill>
              <a:srgbClr val="D94040"/>
            </a:solidFill>
            <a:prstDash val="solid"/>
          </a:ln>
        </p:spPr>
      </p:sp>
      <p:sp>
        <p:nvSpPr>
          <p:cNvPr id="98" name="Shape 96"/>
          <p:cNvSpPr/>
          <p:nvPr/>
        </p:nvSpPr>
        <p:spPr>
          <a:xfrm rot="2700000">
            <a:off x="1248156" y="1435608"/>
            <a:ext cx="82296" cy="82296"/>
          </a:xfrm>
          <a:prstGeom prst="rect">
            <a:avLst/>
          </a:prstGeom>
          <a:solidFill>
            <a:srgbClr val="D94040">
              <a:alpha val="18000"/>
            </a:srgbClr>
          </a:solidFill>
          <a:ln w="12700">
            <a:solidFill>
              <a:srgbClr val="D94040"/>
            </a:solidFill>
            <a:prstDash val="solid"/>
          </a:ln>
        </p:spPr>
      </p:sp>
      <p:sp>
        <p:nvSpPr>
          <p:cNvPr id="99" name="Shape 97"/>
          <p:cNvSpPr/>
          <p:nvPr/>
        </p:nvSpPr>
        <p:spPr>
          <a:xfrm rot="2700000">
            <a:off x="1371600" y="1435608"/>
            <a:ext cx="82296" cy="82296"/>
          </a:xfrm>
          <a:prstGeom prst="rect">
            <a:avLst/>
          </a:prstGeom>
          <a:solidFill>
            <a:srgbClr val="D94040">
              <a:alpha val="18000"/>
            </a:srgbClr>
          </a:solidFill>
          <a:ln w="12700">
            <a:solidFill>
              <a:srgbClr val="D94040"/>
            </a:solidFill>
            <a:prstDash val="solid"/>
          </a:ln>
        </p:spPr>
      </p:sp>
      <p:sp>
        <p:nvSpPr>
          <p:cNvPr id="100" name="Shape 98"/>
          <p:cNvSpPr/>
          <p:nvPr/>
        </p:nvSpPr>
        <p:spPr>
          <a:xfrm rot="2700000">
            <a:off x="1495044" y="1435608"/>
            <a:ext cx="82296" cy="82296"/>
          </a:xfrm>
          <a:prstGeom prst="rect">
            <a:avLst/>
          </a:prstGeom>
          <a:solidFill>
            <a:srgbClr val="D94040">
              <a:alpha val="18000"/>
            </a:srgbClr>
          </a:solidFill>
          <a:ln w="12700">
            <a:solidFill>
              <a:srgbClr val="D94040"/>
            </a:solidFill>
            <a:prstDash val="solid"/>
          </a:ln>
        </p:spPr>
      </p:sp>
      <p:sp>
        <p:nvSpPr>
          <p:cNvPr id="101" name="Shape 99"/>
          <p:cNvSpPr/>
          <p:nvPr/>
        </p:nvSpPr>
        <p:spPr>
          <a:xfrm rot="2700000">
            <a:off x="1618488" y="1435608"/>
            <a:ext cx="82296" cy="82296"/>
          </a:xfrm>
          <a:prstGeom prst="rect">
            <a:avLst/>
          </a:prstGeom>
          <a:solidFill>
            <a:srgbClr val="D94040">
              <a:alpha val="18000"/>
            </a:srgbClr>
          </a:solidFill>
          <a:ln w="12700">
            <a:solidFill>
              <a:srgbClr val="D94040"/>
            </a:solidFill>
            <a:prstDash val="solid"/>
          </a:ln>
        </p:spPr>
      </p:sp>
      <p:sp>
        <p:nvSpPr>
          <p:cNvPr id="102" name="Shape 100"/>
          <p:cNvSpPr/>
          <p:nvPr/>
        </p:nvSpPr>
        <p:spPr>
          <a:xfrm rot="2700000">
            <a:off x="1741932" y="1435608"/>
            <a:ext cx="82296" cy="82296"/>
          </a:xfrm>
          <a:prstGeom prst="rect">
            <a:avLst/>
          </a:prstGeom>
          <a:solidFill>
            <a:srgbClr val="D94040">
              <a:alpha val="18000"/>
            </a:srgbClr>
          </a:solidFill>
          <a:ln w="12700">
            <a:solidFill>
              <a:srgbClr val="D94040"/>
            </a:solidFill>
            <a:prstDash val="solid"/>
          </a:ln>
        </p:spPr>
      </p:sp>
      <p:sp>
        <p:nvSpPr>
          <p:cNvPr id="103" name="Shape 101"/>
          <p:cNvSpPr/>
          <p:nvPr/>
        </p:nvSpPr>
        <p:spPr>
          <a:xfrm rot="2700000">
            <a:off x="1865376" y="1435608"/>
            <a:ext cx="82296" cy="82296"/>
          </a:xfrm>
          <a:prstGeom prst="rect">
            <a:avLst/>
          </a:prstGeom>
          <a:solidFill>
            <a:srgbClr val="D94040">
              <a:alpha val="18000"/>
            </a:srgbClr>
          </a:solidFill>
          <a:ln w="12700">
            <a:solidFill>
              <a:srgbClr val="D94040"/>
            </a:solidFill>
            <a:prstDash val="solid"/>
          </a:ln>
        </p:spPr>
      </p:sp>
      <p:sp>
        <p:nvSpPr>
          <p:cNvPr id="104" name="Shape 102"/>
          <p:cNvSpPr/>
          <p:nvPr/>
        </p:nvSpPr>
        <p:spPr>
          <a:xfrm rot="2700000">
            <a:off x="1988820" y="1435608"/>
            <a:ext cx="82296" cy="82296"/>
          </a:xfrm>
          <a:prstGeom prst="rect">
            <a:avLst/>
          </a:prstGeom>
          <a:solidFill>
            <a:srgbClr val="D94040">
              <a:alpha val="18000"/>
            </a:srgbClr>
          </a:solidFill>
          <a:ln w="12700">
            <a:solidFill>
              <a:srgbClr val="D94040"/>
            </a:solidFill>
            <a:prstDash val="solid"/>
          </a:ln>
        </p:spPr>
      </p:sp>
      <p:sp>
        <p:nvSpPr>
          <p:cNvPr id="105" name="Shape 103"/>
          <p:cNvSpPr/>
          <p:nvPr/>
        </p:nvSpPr>
        <p:spPr>
          <a:xfrm rot="2700000">
            <a:off x="2112264" y="1435608"/>
            <a:ext cx="82296" cy="82296"/>
          </a:xfrm>
          <a:prstGeom prst="rect">
            <a:avLst/>
          </a:prstGeom>
          <a:solidFill>
            <a:srgbClr val="D94040">
              <a:alpha val="18000"/>
            </a:srgbClr>
          </a:solidFill>
          <a:ln w="12700">
            <a:solidFill>
              <a:srgbClr val="D94040"/>
            </a:solidFill>
            <a:prstDash val="solid"/>
          </a:ln>
        </p:spPr>
      </p:sp>
      <p:sp>
        <p:nvSpPr>
          <p:cNvPr id="106" name="Shape 104"/>
          <p:cNvSpPr/>
          <p:nvPr/>
        </p:nvSpPr>
        <p:spPr>
          <a:xfrm rot="2700000">
            <a:off x="2235708" y="1435608"/>
            <a:ext cx="82296" cy="82296"/>
          </a:xfrm>
          <a:prstGeom prst="rect">
            <a:avLst/>
          </a:prstGeom>
          <a:solidFill>
            <a:srgbClr val="D94040">
              <a:alpha val="18000"/>
            </a:srgbClr>
          </a:solidFill>
          <a:ln w="12700">
            <a:solidFill>
              <a:srgbClr val="D94040"/>
            </a:solidFill>
            <a:prstDash val="solid"/>
          </a:ln>
        </p:spPr>
      </p:sp>
      <p:sp>
        <p:nvSpPr>
          <p:cNvPr id="107" name="Shape 105"/>
          <p:cNvSpPr/>
          <p:nvPr/>
        </p:nvSpPr>
        <p:spPr>
          <a:xfrm rot="2700000">
            <a:off x="2359152" y="1435608"/>
            <a:ext cx="82296" cy="82296"/>
          </a:xfrm>
          <a:prstGeom prst="rect">
            <a:avLst/>
          </a:prstGeom>
          <a:solidFill>
            <a:srgbClr val="D94040">
              <a:alpha val="18000"/>
            </a:srgbClr>
          </a:solidFill>
          <a:ln w="12700">
            <a:solidFill>
              <a:srgbClr val="D94040"/>
            </a:solidFill>
            <a:prstDash val="solid"/>
          </a:ln>
        </p:spPr>
      </p:sp>
      <p:sp>
        <p:nvSpPr>
          <p:cNvPr id="108" name="Shape 106"/>
          <p:cNvSpPr/>
          <p:nvPr/>
        </p:nvSpPr>
        <p:spPr>
          <a:xfrm rot="2700000">
            <a:off x="2482596" y="1435608"/>
            <a:ext cx="82296" cy="82296"/>
          </a:xfrm>
          <a:prstGeom prst="rect">
            <a:avLst/>
          </a:prstGeom>
          <a:solidFill>
            <a:srgbClr val="D94040">
              <a:alpha val="18000"/>
            </a:srgbClr>
          </a:solidFill>
          <a:ln w="12700">
            <a:solidFill>
              <a:srgbClr val="D94040"/>
            </a:solidFill>
            <a:prstDash val="solid"/>
          </a:ln>
        </p:spPr>
      </p:sp>
      <p:sp>
        <p:nvSpPr>
          <p:cNvPr id="109" name="Shape 107"/>
          <p:cNvSpPr/>
          <p:nvPr/>
        </p:nvSpPr>
        <p:spPr>
          <a:xfrm rot="2700000">
            <a:off x="2606040" y="1435608"/>
            <a:ext cx="82296" cy="82296"/>
          </a:xfrm>
          <a:prstGeom prst="rect">
            <a:avLst/>
          </a:prstGeom>
          <a:solidFill>
            <a:srgbClr val="D94040">
              <a:alpha val="18000"/>
            </a:srgbClr>
          </a:solidFill>
          <a:ln w="12700">
            <a:solidFill>
              <a:srgbClr val="D94040"/>
            </a:solidFill>
            <a:prstDash val="solid"/>
          </a:ln>
        </p:spPr>
      </p:sp>
      <p:sp>
        <p:nvSpPr>
          <p:cNvPr id="110" name="Shape 108"/>
          <p:cNvSpPr/>
          <p:nvPr/>
        </p:nvSpPr>
        <p:spPr>
          <a:xfrm rot="2700000">
            <a:off x="2729484" y="1435608"/>
            <a:ext cx="82296" cy="82296"/>
          </a:xfrm>
          <a:prstGeom prst="rect">
            <a:avLst/>
          </a:prstGeom>
          <a:solidFill>
            <a:srgbClr val="D94040">
              <a:alpha val="18000"/>
            </a:srgbClr>
          </a:solidFill>
          <a:ln w="12700">
            <a:solidFill>
              <a:srgbClr val="D94040"/>
            </a:solidFill>
            <a:prstDash val="solid"/>
          </a:ln>
        </p:spPr>
      </p:sp>
      <p:sp>
        <p:nvSpPr>
          <p:cNvPr id="111" name="Shape 109"/>
          <p:cNvSpPr/>
          <p:nvPr/>
        </p:nvSpPr>
        <p:spPr>
          <a:xfrm rot="2700000">
            <a:off x="2852928" y="1435608"/>
            <a:ext cx="82296" cy="82296"/>
          </a:xfrm>
          <a:prstGeom prst="rect">
            <a:avLst/>
          </a:prstGeom>
          <a:solidFill>
            <a:srgbClr val="D94040">
              <a:alpha val="18000"/>
            </a:srgbClr>
          </a:solidFill>
          <a:ln w="12700">
            <a:solidFill>
              <a:srgbClr val="D94040"/>
            </a:solidFill>
            <a:prstDash val="solid"/>
          </a:ln>
        </p:spPr>
      </p:sp>
      <p:sp>
        <p:nvSpPr>
          <p:cNvPr id="112" name="Shape 110"/>
          <p:cNvSpPr/>
          <p:nvPr/>
        </p:nvSpPr>
        <p:spPr>
          <a:xfrm rot="2700000">
            <a:off x="2976372" y="1435608"/>
            <a:ext cx="82296" cy="82296"/>
          </a:xfrm>
          <a:prstGeom prst="rect">
            <a:avLst/>
          </a:prstGeom>
          <a:solidFill>
            <a:srgbClr val="D94040">
              <a:alpha val="18000"/>
            </a:srgbClr>
          </a:solidFill>
          <a:ln w="12700">
            <a:solidFill>
              <a:srgbClr val="D94040"/>
            </a:solidFill>
            <a:prstDash val="solid"/>
          </a:ln>
        </p:spPr>
      </p:sp>
      <p:sp>
        <p:nvSpPr>
          <p:cNvPr id="113" name="Shape 111"/>
          <p:cNvSpPr/>
          <p:nvPr/>
        </p:nvSpPr>
        <p:spPr>
          <a:xfrm rot="2700000">
            <a:off x="3099816" y="1435608"/>
            <a:ext cx="82296" cy="82296"/>
          </a:xfrm>
          <a:prstGeom prst="rect">
            <a:avLst/>
          </a:prstGeom>
          <a:solidFill>
            <a:srgbClr val="D94040">
              <a:alpha val="18000"/>
            </a:srgbClr>
          </a:solidFill>
          <a:ln w="12700">
            <a:solidFill>
              <a:srgbClr val="D94040"/>
            </a:solidFill>
            <a:prstDash val="solid"/>
          </a:ln>
        </p:spPr>
      </p:sp>
      <p:sp>
        <p:nvSpPr>
          <p:cNvPr id="114" name="Shape 112"/>
          <p:cNvSpPr/>
          <p:nvPr/>
        </p:nvSpPr>
        <p:spPr>
          <a:xfrm rot="2700000">
            <a:off x="3223260" y="1435608"/>
            <a:ext cx="82296" cy="82296"/>
          </a:xfrm>
          <a:prstGeom prst="rect">
            <a:avLst/>
          </a:prstGeom>
          <a:solidFill>
            <a:srgbClr val="D94040">
              <a:alpha val="18000"/>
            </a:srgbClr>
          </a:solidFill>
          <a:ln w="12700">
            <a:solidFill>
              <a:srgbClr val="D94040"/>
            </a:solidFill>
            <a:prstDash val="solid"/>
          </a:ln>
        </p:spPr>
      </p:sp>
      <p:sp>
        <p:nvSpPr>
          <p:cNvPr id="115" name="Shape 113"/>
          <p:cNvSpPr/>
          <p:nvPr/>
        </p:nvSpPr>
        <p:spPr>
          <a:xfrm rot="2700000">
            <a:off x="3346704" y="1435608"/>
            <a:ext cx="82296" cy="82296"/>
          </a:xfrm>
          <a:prstGeom prst="rect">
            <a:avLst/>
          </a:prstGeom>
          <a:solidFill>
            <a:srgbClr val="D94040">
              <a:alpha val="18000"/>
            </a:srgbClr>
          </a:solidFill>
          <a:ln w="12700">
            <a:solidFill>
              <a:srgbClr val="D94040"/>
            </a:solidFill>
            <a:prstDash val="solid"/>
          </a:ln>
        </p:spPr>
      </p:sp>
      <p:sp>
        <p:nvSpPr>
          <p:cNvPr id="116" name="Shape 114"/>
          <p:cNvSpPr/>
          <p:nvPr/>
        </p:nvSpPr>
        <p:spPr>
          <a:xfrm rot="2700000">
            <a:off x="3470148" y="1435608"/>
            <a:ext cx="82296" cy="82296"/>
          </a:xfrm>
          <a:prstGeom prst="rect">
            <a:avLst/>
          </a:prstGeom>
          <a:solidFill>
            <a:srgbClr val="D94040">
              <a:alpha val="18000"/>
            </a:srgbClr>
          </a:solidFill>
          <a:ln w="12700">
            <a:solidFill>
              <a:srgbClr val="D94040"/>
            </a:solidFill>
            <a:prstDash val="solid"/>
          </a:ln>
        </p:spPr>
      </p:sp>
      <p:sp>
        <p:nvSpPr>
          <p:cNvPr id="117" name="Shape 115"/>
          <p:cNvSpPr/>
          <p:nvPr/>
        </p:nvSpPr>
        <p:spPr>
          <a:xfrm rot="2700000">
            <a:off x="3593592" y="1435608"/>
            <a:ext cx="82296" cy="82296"/>
          </a:xfrm>
          <a:prstGeom prst="rect">
            <a:avLst/>
          </a:prstGeom>
          <a:solidFill>
            <a:srgbClr val="D94040">
              <a:alpha val="18000"/>
            </a:srgbClr>
          </a:solidFill>
          <a:ln w="12700">
            <a:solidFill>
              <a:srgbClr val="D94040"/>
            </a:solidFill>
            <a:prstDash val="solid"/>
          </a:ln>
        </p:spPr>
      </p:sp>
      <p:sp>
        <p:nvSpPr>
          <p:cNvPr id="118" name="Shape 116"/>
          <p:cNvSpPr/>
          <p:nvPr/>
        </p:nvSpPr>
        <p:spPr>
          <a:xfrm rot="2700000">
            <a:off x="3717036" y="1435608"/>
            <a:ext cx="82296" cy="82296"/>
          </a:xfrm>
          <a:prstGeom prst="rect">
            <a:avLst/>
          </a:prstGeom>
          <a:solidFill>
            <a:srgbClr val="D94040">
              <a:alpha val="18000"/>
            </a:srgbClr>
          </a:solidFill>
          <a:ln w="12700">
            <a:solidFill>
              <a:srgbClr val="D94040"/>
            </a:solidFill>
            <a:prstDash val="solid"/>
          </a:ln>
        </p:spPr>
      </p:sp>
      <p:sp>
        <p:nvSpPr>
          <p:cNvPr id="119" name="Shape 117"/>
          <p:cNvSpPr/>
          <p:nvPr/>
        </p:nvSpPr>
        <p:spPr>
          <a:xfrm rot="2700000">
            <a:off x="3840480" y="1435608"/>
            <a:ext cx="82296" cy="82296"/>
          </a:xfrm>
          <a:prstGeom prst="rect">
            <a:avLst/>
          </a:prstGeom>
          <a:solidFill>
            <a:srgbClr val="D94040">
              <a:alpha val="18000"/>
            </a:srgbClr>
          </a:solidFill>
          <a:ln w="12700">
            <a:solidFill>
              <a:srgbClr val="D94040"/>
            </a:solidFill>
            <a:prstDash val="solid"/>
          </a:ln>
        </p:spPr>
      </p:sp>
      <p:sp>
        <p:nvSpPr>
          <p:cNvPr id="120" name="Shape 118"/>
          <p:cNvSpPr/>
          <p:nvPr/>
        </p:nvSpPr>
        <p:spPr>
          <a:xfrm rot="2700000">
            <a:off x="3963924" y="1435608"/>
            <a:ext cx="82296" cy="82296"/>
          </a:xfrm>
          <a:prstGeom prst="rect">
            <a:avLst/>
          </a:prstGeom>
          <a:solidFill>
            <a:srgbClr val="D94040">
              <a:alpha val="18000"/>
            </a:srgbClr>
          </a:solidFill>
          <a:ln w="12700">
            <a:solidFill>
              <a:srgbClr val="D94040"/>
            </a:solidFill>
            <a:prstDash val="solid"/>
          </a:ln>
        </p:spPr>
      </p:sp>
      <p:sp>
        <p:nvSpPr>
          <p:cNvPr id="121" name="Shape 119"/>
          <p:cNvSpPr/>
          <p:nvPr/>
        </p:nvSpPr>
        <p:spPr>
          <a:xfrm rot="2700000">
            <a:off x="4087368" y="1435608"/>
            <a:ext cx="82296" cy="82296"/>
          </a:xfrm>
          <a:prstGeom prst="rect">
            <a:avLst/>
          </a:prstGeom>
          <a:solidFill>
            <a:srgbClr val="D94040">
              <a:alpha val="18000"/>
            </a:srgbClr>
          </a:solidFill>
          <a:ln w="12700">
            <a:solidFill>
              <a:srgbClr val="D94040"/>
            </a:solidFill>
            <a:prstDash val="solid"/>
          </a:ln>
        </p:spPr>
      </p:sp>
      <p:sp>
        <p:nvSpPr>
          <p:cNvPr id="122" name="Shape 120"/>
          <p:cNvSpPr/>
          <p:nvPr/>
        </p:nvSpPr>
        <p:spPr>
          <a:xfrm rot="2700000">
            <a:off x="4210812" y="1435608"/>
            <a:ext cx="82296" cy="82296"/>
          </a:xfrm>
          <a:prstGeom prst="rect">
            <a:avLst/>
          </a:prstGeom>
          <a:solidFill>
            <a:srgbClr val="D94040">
              <a:alpha val="18000"/>
            </a:srgbClr>
          </a:solidFill>
          <a:ln w="12700">
            <a:solidFill>
              <a:srgbClr val="D94040"/>
            </a:solidFill>
            <a:prstDash val="solid"/>
          </a:ln>
        </p:spPr>
      </p:sp>
      <p:sp>
        <p:nvSpPr>
          <p:cNvPr id="123" name="Shape 121"/>
          <p:cNvSpPr/>
          <p:nvPr/>
        </p:nvSpPr>
        <p:spPr>
          <a:xfrm rot="2700000">
            <a:off x="4334256" y="1435608"/>
            <a:ext cx="82296" cy="82296"/>
          </a:xfrm>
          <a:prstGeom prst="rect">
            <a:avLst/>
          </a:prstGeom>
          <a:solidFill>
            <a:srgbClr val="D94040">
              <a:alpha val="18000"/>
            </a:srgbClr>
          </a:solidFill>
          <a:ln w="12700">
            <a:solidFill>
              <a:srgbClr val="D94040"/>
            </a:solidFill>
            <a:prstDash val="solid"/>
          </a:ln>
        </p:spPr>
      </p:sp>
      <p:sp>
        <p:nvSpPr>
          <p:cNvPr id="124" name="Text 122"/>
          <p:cNvSpPr/>
          <p:nvPr/>
        </p:nvSpPr>
        <p:spPr>
          <a:xfrm>
            <a:off x="365760" y="1499616"/>
            <a:ext cx="4114800" cy="1298448"/>
          </a:xfrm>
          <a:prstGeom prst="rect">
            <a:avLst/>
          </a:prstGeom>
          <a:noFill/>
          <a:ln/>
        </p:spPr>
        <p:txBody>
          <a:bodyPr wrap="square" rtlCol="0" anchor="t"/>
          <a:lstStyle/>
          <a:p>
            <a:pPr indent="0" marL="0">
              <a:buNone/>
            </a:pPr>
            <a:r>
              <a:rPr lang="en-US" sz="950" dirty="0">
                <a:solidFill>
                  <a:srgbClr val="EDE0C8"/>
                </a:solidFill>
                <a:latin typeface="Calibri" pitchFamily="34" charset="0"/>
                <a:ea typeface="Calibri" pitchFamily="34" charset="-122"/>
                <a:cs typeface="Calibri" pitchFamily="34" charset="-120"/>
              </a:rPr>
              <a:t>Si l'huile traverse le train de filtration (colmatage du coalesceur, saturation du charbon actif), elle atteint l'air de nébulisation dans l'enrobeur. L'huile minérale se dépose sur le kibble avec les graisses animales. Résultat : lot non conforme, retrait produit, risque ONSSA.</a:t>
            </a:r>
            <a:endParaRPr lang="en-US" sz="950" dirty="0"/>
          </a:p>
        </p:txBody>
      </p:sp>
      <p:sp>
        <p:nvSpPr>
          <p:cNvPr id="125" name="Shape 123"/>
          <p:cNvSpPr/>
          <p:nvPr/>
        </p:nvSpPr>
        <p:spPr>
          <a:xfrm>
            <a:off x="4709160" y="950976"/>
            <a:ext cx="4297680" cy="1920240"/>
          </a:xfrm>
          <a:prstGeom prst="rect">
            <a:avLst/>
          </a:prstGeom>
          <a:solidFill>
            <a:srgbClr val="111828"/>
          </a:solidFill>
          <a:ln w="12700">
            <a:solidFill>
              <a:srgbClr val="E8A020"/>
            </a:solidFill>
            <a:prstDash val="solid"/>
          </a:ln>
          <a:effectLst>
            <a:outerShdw sx="100000" sy="100000" kx="0" ky="0" algn="bl" rotWithShape="0" blurRad="63500" dist="25400" dir="8100000">
              <a:srgbClr val="000000">
                <a:alpha val="30000"/>
              </a:srgbClr>
            </a:outerShdw>
          </a:effectLst>
        </p:spPr>
      </p:sp>
      <p:sp>
        <p:nvSpPr>
          <p:cNvPr id="126" name="Shape 124"/>
          <p:cNvSpPr/>
          <p:nvPr/>
        </p:nvSpPr>
        <p:spPr>
          <a:xfrm>
            <a:off x="4709160" y="950976"/>
            <a:ext cx="4297680" cy="54864"/>
          </a:xfrm>
          <a:prstGeom prst="rect">
            <a:avLst/>
          </a:prstGeom>
          <a:solidFill>
            <a:srgbClr val="E8A020"/>
          </a:solidFill>
          <a:ln/>
        </p:spPr>
      </p:sp>
      <p:sp>
        <p:nvSpPr>
          <p:cNvPr id="127" name="Text 125"/>
          <p:cNvSpPr/>
          <p:nvPr/>
        </p:nvSpPr>
        <p:spPr>
          <a:xfrm>
            <a:off x="4818888" y="1042416"/>
            <a:ext cx="4069080" cy="365760"/>
          </a:xfrm>
          <a:prstGeom prst="rect">
            <a:avLst/>
          </a:prstGeom>
          <a:noFill/>
          <a:ln/>
        </p:spPr>
        <p:txBody>
          <a:bodyPr wrap="square" rtlCol="0" anchor="ctr"/>
          <a:lstStyle/>
          <a:p>
            <a:pPr indent="0" marL="0">
              <a:buNone/>
            </a:pPr>
            <a:r>
              <a:rPr lang="en-US" sz="1100" b="1" dirty="0">
                <a:solidFill>
                  <a:srgbClr val="E8A020"/>
                </a:solidFill>
                <a:latin typeface="Georgia" pitchFamily="34" charset="0"/>
                <a:ea typeface="Georgia" pitchFamily="34" charset="-122"/>
                <a:cs typeface="Georgia" pitchFamily="34" charset="-120"/>
              </a:rPr>
              <a:t>🌡  Chaleur marocaine = risque de défaillance filtre</a:t>
            </a:r>
            <a:endParaRPr lang="en-US" sz="1100" dirty="0"/>
          </a:p>
        </p:txBody>
      </p:sp>
      <p:sp>
        <p:nvSpPr>
          <p:cNvPr id="128" name="Shape 126"/>
          <p:cNvSpPr/>
          <p:nvPr/>
        </p:nvSpPr>
        <p:spPr>
          <a:xfrm rot="2700000">
            <a:off x="13716" y="1435608"/>
            <a:ext cx="82296" cy="82296"/>
          </a:xfrm>
          <a:prstGeom prst="rect">
            <a:avLst/>
          </a:prstGeom>
          <a:solidFill>
            <a:srgbClr val="E8A020">
              <a:alpha val="18000"/>
            </a:srgbClr>
          </a:solidFill>
          <a:ln w="12700">
            <a:solidFill>
              <a:srgbClr val="E8A020"/>
            </a:solidFill>
            <a:prstDash val="solid"/>
          </a:ln>
        </p:spPr>
      </p:sp>
      <p:sp>
        <p:nvSpPr>
          <p:cNvPr id="129" name="Shape 127"/>
          <p:cNvSpPr/>
          <p:nvPr/>
        </p:nvSpPr>
        <p:spPr>
          <a:xfrm rot="2700000">
            <a:off x="137160" y="1435608"/>
            <a:ext cx="82296" cy="82296"/>
          </a:xfrm>
          <a:prstGeom prst="rect">
            <a:avLst/>
          </a:prstGeom>
          <a:solidFill>
            <a:srgbClr val="E8A020">
              <a:alpha val="18000"/>
            </a:srgbClr>
          </a:solidFill>
          <a:ln w="12700">
            <a:solidFill>
              <a:srgbClr val="E8A020"/>
            </a:solidFill>
            <a:prstDash val="solid"/>
          </a:ln>
        </p:spPr>
      </p:sp>
      <p:sp>
        <p:nvSpPr>
          <p:cNvPr id="130" name="Shape 128"/>
          <p:cNvSpPr/>
          <p:nvPr/>
        </p:nvSpPr>
        <p:spPr>
          <a:xfrm rot="2700000">
            <a:off x="260604" y="1435608"/>
            <a:ext cx="82296" cy="82296"/>
          </a:xfrm>
          <a:prstGeom prst="rect">
            <a:avLst/>
          </a:prstGeom>
          <a:solidFill>
            <a:srgbClr val="E8A020">
              <a:alpha val="18000"/>
            </a:srgbClr>
          </a:solidFill>
          <a:ln w="12700">
            <a:solidFill>
              <a:srgbClr val="E8A020"/>
            </a:solidFill>
            <a:prstDash val="solid"/>
          </a:ln>
        </p:spPr>
      </p:sp>
      <p:sp>
        <p:nvSpPr>
          <p:cNvPr id="131" name="Shape 129"/>
          <p:cNvSpPr/>
          <p:nvPr/>
        </p:nvSpPr>
        <p:spPr>
          <a:xfrm rot="2700000">
            <a:off x="384048" y="1435608"/>
            <a:ext cx="82296" cy="82296"/>
          </a:xfrm>
          <a:prstGeom prst="rect">
            <a:avLst/>
          </a:prstGeom>
          <a:solidFill>
            <a:srgbClr val="E8A020">
              <a:alpha val="18000"/>
            </a:srgbClr>
          </a:solidFill>
          <a:ln w="12700">
            <a:solidFill>
              <a:srgbClr val="E8A020"/>
            </a:solidFill>
            <a:prstDash val="solid"/>
          </a:ln>
        </p:spPr>
      </p:sp>
      <p:sp>
        <p:nvSpPr>
          <p:cNvPr id="132" name="Shape 130"/>
          <p:cNvSpPr/>
          <p:nvPr/>
        </p:nvSpPr>
        <p:spPr>
          <a:xfrm rot="2700000">
            <a:off x="507492" y="1435608"/>
            <a:ext cx="82296" cy="82296"/>
          </a:xfrm>
          <a:prstGeom prst="rect">
            <a:avLst/>
          </a:prstGeom>
          <a:solidFill>
            <a:srgbClr val="E8A020">
              <a:alpha val="18000"/>
            </a:srgbClr>
          </a:solidFill>
          <a:ln w="12700">
            <a:solidFill>
              <a:srgbClr val="E8A020"/>
            </a:solidFill>
            <a:prstDash val="solid"/>
          </a:ln>
        </p:spPr>
      </p:sp>
      <p:sp>
        <p:nvSpPr>
          <p:cNvPr id="133" name="Shape 131"/>
          <p:cNvSpPr/>
          <p:nvPr/>
        </p:nvSpPr>
        <p:spPr>
          <a:xfrm rot="2700000">
            <a:off x="630936" y="1435608"/>
            <a:ext cx="82296" cy="82296"/>
          </a:xfrm>
          <a:prstGeom prst="rect">
            <a:avLst/>
          </a:prstGeom>
          <a:solidFill>
            <a:srgbClr val="E8A020">
              <a:alpha val="18000"/>
            </a:srgbClr>
          </a:solidFill>
          <a:ln w="12700">
            <a:solidFill>
              <a:srgbClr val="E8A020"/>
            </a:solidFill>
            <a:prstDash val="solid"/>
          </a:ln>
        </p:spPr>
      </p:sp>
      <p:sp>
        <p:nvSpPr>
          <p:cNvPr id="134" name="Shape 132"/>
          <p:cNvSpPr/>
          <p:nvPr/>
        </p:nvSpPr>
        <p:spPr>
          <a:xfrm rot="2700000">
            <a:off x="754380" y="1435608"/>
            <a:ext cx="82296" cy="82296"/>
          </a:xfrm>
          <a:prstGeom prst="rect">
            <a:avLst/>
          </a:prstGeom>
          <a:solidFill>
            <a:srgbClr val="E8A020">
              <a:alpha val="18000"/>
            </a:srgbClr>
          </a:solidFill>
          <a:ln w="12700">
            <a:solidFill>
              <a:srgbClr val="E8A020"/>
            </a:solidFill>
            <a:prstDash val="solid"/>
          </a:ln>
        </p:spPr>
      </p:sp>
      <p:sp>
        <p:nvSpPr>
          <p:cNvPr id="135" name="Shape 133"/>
          <p:cNvSpPr/>
          <p:nvPr/>
        </p:nvSpPr>
        <p:spPr>
          <a:xfrm rot="2700000">
            <a:off x="877824" y="1435608"/>
            <a:ext cx="82296" cy="82296"/>
          </a:xfrm>
          <a:prstGeom prst="rect">
            <a:avLst/>
          </a:prstGeom>
          <a:solidFill>
            <a:srgbClr val="E8A020">
              <a:alpha val="18000"/>
            </a:srgbClr>
          </a:solidFill>
          <a:ln w="12700">
            <a:solidFill>
              <a:srgbClr val="E8A020"/>
            </a:solidFill>
            <a:prstDash val="solid"/>
          </a:ln>
        </p:spPr>
      </p:sp>
      <p:sp>
        <p:nvSpPr>
          <p:cNvPr id="136" name="Shape 134"/>
          <p:cNvSpPr/>
          <p:nvPr/>
        </p:nvSpPr>
        <p:spPr>
          <a:xfrm rot="2700000">
            <a:off x="1001268" y="1435608"/>
            <a:ext cx="82296" cy="82296"/>
          </a:xfrm>
          <a:prstGeom prst="rect">
            <a:avLst/>
          </a:prstGeom>
          <a:solidFill>
            <a:srgbClr val="E8A020">
              <a:alpha val="18000"/>
            </a:srgbClr>
          </a:solidFill>
          <a:ln w="12700">
            <a:solidFill>
              <a:srgbClr val="E8A020"/>
            </a:solidFill>
            <a:prstDash val="solid"/>
          </a:ln>
        </p:spPr>
      </p:sp>
      <p:sp>
        <p:nvSpPr>
          <p:cNvPr id="137" name="Shape 135"/>
          <p:cNvSpPr/>
          <p:nvPr/>
        </p:nvSpPr>
        <p:spPr>
          <a:xfrm rot="2700000">
            <a:off x="1124712" y="1435608"/>
            <a:ext cx="82296" cy="82296"/>
          </a:xfrm>
          <a:prstGeom prst="rect">
            <a:avLst/>
          </a:prstGeom>
          <a:solidFill>
            <a:srgbClr val="E8A020">
              <a:alpha val="18000"/>
            </a:srgbClr>
          </a:solidFill>
          <a:ln w="12700">
            <a:solidFill>
              <a:srgbClr val="E8A020"/>
            </a:solidFill>
            <a:prstDash val="solid"/>
          </a:ln>
        </p:spPr>
      </p:sp>
      <p:sp>
        <p:nvSpPr>
          <p:cNvPr id="138" name="Shape 136"/>
          <p:cNvSpPr/>
          <p:nvPr/>
        </p:nvSpPr>
        <p:spPr>
          <a:xfrm rot="2700000">
            <a:off x="1248156" y="1435608"/>
            <a:ext cx="82296" cy="82296"/>
          </a:xfrm>
          <a:prstGeom prst="rect">
            <a:avLst/>
          </a:prstGeom>
          <a:solidFill>
            <a:srgbClr val="E8A020">
              <a:alpha val="18000"/>
            </a:srgbClr>
          </a:solidFill>
          <a:ln w="12700">
            <a:solidFill>
              <a:srgbClr val="E8A020"/>
            </a:solidFill>
            <a:prstDash val="solid"/>
          </a:ln>
        </p:spPr>
      </p:sp>
      <p:sp>
        <p:nvSpPr>
          <p:cNvPr id="139" name="Shape 137"/>
          <p:cNvSpPr/>
          <p:nvPr/>
        </p:nvSpPr>
        <p:spPr>
          <a:xfrm rot="2700000">
            <a:off x="1371600" y="1435608"/>
            <a:ext cx="82296" cy="82296"/>
          </a:xfrm>
          <a:prstGeom prst="rect">
            <a:avLst/>
          </a:prstGeom>
          <a:solidFill>
            <a:srgbClr val="E8A020">
              <a:alpha val="18000"/>
            </a:srgbClr>
          </a:solidFill>
          <a:ln w="12700">
            <a:solidFill>
              <a:srgbClr val="E8A020"/>
            </a:solidFill>
            <a:prstDash val="solid"/>
          </a:ln>
        </p:spPr>
      </p:sp>
      <p:sp>
        <p:nvSpPr>
          <p:cNvPr id="140" name="Shape 138"/>
          <p:cNvSpPr/>
          <p:nvPr/>
        </p:nvSpPr>
        <p:spPr>
          <a:xfrm rot="2700000">
            <a:off x="1495044" y="1435608"/>
            <a:ext cx="82296" cy="82296"/>
          </a:xfrm>
          <a:prstGeom prst="rect">
            <a:avLst/>
          </a:prstGeom>
          <a:solidFill>
            <a:srgbClr val="E8A020">
              <a:alpha val="18000"/>
            </a:srgbClr>
          </a:solidFill>
          <a:ln w="12700">
            <a:solidFill>
              <a:srgbClr val="E8A020"/>
            </a:solidFill>
            <a:prstDash val="solid"/>
          </a:ln>
        </p:spPr>
      </p:sp>
      <p:sp>
        <p:nvSpPr>
          <p:cNvPr id="141" name="Shape 139"/>
          <p:cNvSpPr/>
          <p:nvPr/>
        </p:nvSpPr>
        <p:spPr>
          <a:xfrm rot="2700000">
            <a:off x="1618488" y="1435608"/>
            <a:ext cx="82296" cy="82296"/>
          </a:xfrm>
          <a:prstGeom prst="rect">
            <a:avLst/>
          </a:prstGeom>
          <a:solidFill>
            <a:srgbClr val="E8A020">
              <a:alpha val="18000"/>
            </a:srgbClr>
          </a:solidFill>
          <a:ln w="12700">
            <a:solidFill>
              <a:srgbClr val="E8A020"/>
            </a:solidFill>
            <a:prstDash val="solid"/>
          </a:ln>
        </p:spPr>
      </p:sp>
      <p:sp>
        <p:nvSpPr>
          <p:cNvPr id="142" name="Shape 140"/>
          <p:cNvSpPr/>
          <p:nvPr/>
        </p:nvSpPr>
        <p:spPr>
          <a:xfrm rot="2700000">
            <a:off x="1741932" y="1435608"/>
            <a:ext cx="82296" cy="82296"/>
          </a:xfrm>
          <a:prstGeom prst="rect">
            <a:avLst/>
          </a:prstGeom>
          <a:solidFill>
            <a:srgbClr val="E8A020">
              <a:alpha val="18000"/>
            </a:srgbClr>
          </a:solidFill>
          <a:ln w="12700">
            <a:solidFill>
              <a:srgbClr val="E8A020"/>
            </a:solidFill>
            <a:prstDash val="solid"/>
          </a:ln>
        </p:spPr>
      </p:sp>
      <p:sp>
        <p:nvSpPr>
          <p:cNvPr id="143" name="Shape 141"/>
          <p:cNvSpPr/>
          <p:nvPr/>
        </p:nvSpPr>
        <p:spPr>
          <a:xfrm rot="2700000">
            <a:off x="1865376" y="1435608"/>
            <a:ext cx="82296" cy="82296"/>
          </a:xfrm>
          <a:prstGeom prst="rect">
            <a:avLst/>
          </a:prstGeom>
          <a:solidFill>
            <a:srgbClr val="E8A020">
              <a:alpha val="18000"/>
            </a:srgbClr>
          </a:solidFill>
          <a:ln w="12700">
            <a:solidFill>
              <a:srgbClr val="E8A020"/>
            </a:solidFill>
            <a:prstDash val="solid"/>
          </a:ln>
        </p:spPr>
      </p:sp>
      <p:sp>
        <p:nvSpPr>
          <p:cNvPr id="144" name="Shape 142"/>
          <p:cNvSpPr/>
          <p:nvPr/>
        </p:nvSpPr>
        <p:spPr>
          <a:xfrm rot="2700000">
            <a:off x="1988820" y="1435608"/>
            <a:ext cx="82296" cy="82296"/>
          </a:xfrm>
          <a:prstGeom prst="rect">
            <a:avLst/>
          </a:prstGeom>
          <a:solidFill>
            <a:srgbClr val="E8A020">
              <a:alpha val="18000"/>
            </a:srgbClr>
          </a:solidFill>
          <a:ln w="12700">
            <a:solidFill>
              <a:srgbClr val="E8A020"/>
            </a:solidFill>
            <a:prstDash val="solid"/>
          </a:ln>
        </p:spPr>
      </p:sp>
      <p:sp>
        <p:nvSpPr>
          <p:cNvPr id="145" name="Shape 143"/>
          <p:cNvSpPr/>
          <p:nvPr/>
        </p:nvSpPr>
        <p:spPr>
          <a:xfrm rot="2700000">
            <a:off x="2112264" y="1435608"/>
            <a:ext cx="82296" cy="82296"/>
          </a:xfrm>
          <a:prstGeom prst="rect">
            <a:avLst/>
          </a:prstGeom>
          <a:solidFill>
            <a:srgbClr val="E8A020">
              <a:alpha val="18000"/>
            </a:srgbClr>
          </a:solidFill>
          <a:ln w="12700">
            <a:solidFill>
              <a:srgbClr val="E8A020"/>
            </a:solidFill>
            <a:prstDash val="solid"/>
          </a:ln>
        </p:spPr>
      </p:sp>
      <p:sp>
        <p:nvSpPr>
          <p:cNvPr id="146" name="Shape 144"/>
          <p:cNvSpPr/>
          <p:nvPr/>
        </p:nvSpPr>
        <p:spPr>
          <a:xfrm rot="2700000">
            <a:off x="2235708" y="1435608"/>
            <a:ext cx="82296" cy="82296"/>
          </a:xfrm>
          <a:prstGeom prst="rect">
            <a:avLst/>
          </a:prstGeom>
          <a:solidFill>
            <a:srgbClr val="E8A020">
              <a:alpha val="18000"/>
            </a:srgbClr>
          </a:solidFill>
          <a:ln w="12700">
            <a:solidFill>
              <a:srgbClr val="E8A020"/>
            </a:solidFill>
            <a:prstDash val="solid"/>
          </a:ln>
        </p:spPr>
      </p:sp>
      <p:sp>
        <p:nvSpPr>
          <p:cNvPr id="147" name="Shape 145"/>
          <p:cNvSpPr/>
          <p:nvPr/>
        </p:nvSpPr>
        <p:spPr>
          <a:xfrm rot="2700000">
            <a:off x="2359152" y="1435608"/>
            <a:ext cx="82296" cy="82296"/>
          </a:xfrm>
          <a:prstGeom prst="rect">
            <a:avLst/>
          </a:prstGeom>
          <a:solidFill>
            <a:srgbClr val="E8A020">
              <a:alpha val="18000"/>
            </a:srgbClr>
          </a:solidFill>
          <a:ln w="12700">
            <a:solidFill>
              <a:srgbClr val="E8A020"/>
            </a:solidFill>
            <a:prstDash val="solid"/>
          </a:ln>
        </p:spPr>
      </p:sp>
      <p:sp>
        <p:nvSpPr>
          <p:cNvPr id="148" name="Shape 146"/>
          <p:cNvSpPr/>
          <p:nvPr/>
        </p:nvSpPr>
        <p:spPr>
          <a:xfrm rot="2700000">
            <a:off x="2482596" y="1435608"/>
            <a:ext cx="82296" cy="82296"/>
          </a:xfrm>
          <a:prstGeom prst="rect">
            <a:avLst/>
          </a:prstGeom>
          <a:solidFill>
            <a:srgbClr val="E8A020">
              <a:alpha val="18000"/>
            </a:srgbClr>
          </a:solidFill>
          <a:ln w="12700">
            <a:solidFill>
              <a:srgbClr val="E8A020"/>
            </a:solidFill>
            <a:prstDash val="solid"/>
          </a:ln>
        </p:spPr>
      </p:sp>
      <p:sp>
        <p:nvSpPr>
          <p:cNvPr id="149" name="Shape 147"/>
          <p:cNvSpPr/>
          <p:nvPr/>
        </p:nvSpPr>
        <p:spPr>
          <a:xfrm rot="2700000">
            <a:off x="2606040" y="1435608"/>
            <a:ext cx="82296" cy="82296"/>
          </a:xfrm>
          <a:prstGeom prst="rect">
            <a:avLst/>
          </a:prstGeom>
          <a:solidFill>
            <a:srgbClr val="E8A020">
              <a:alpha val="18000"/>
            </a:srgbClr>
          </a:solidFill>
          <a:ln w="12700">
            <a:solidFill>
              <a:srgbClr val="E8A020"/>
            </a:solidFill>
            <a:prstDash val="solid"/>
          </a:ln>
        </p:spPr>
      </p:sp>
      <p:sp>
        <p:nvSpPr>
          <p:cNvPr id="150" name="Shape 148"/>
          <p:cNvSpPr/>
          <p:nvPr/>
        </p:nvSpPr>
        <p:spPr>
          <a:xfrm rot="2700000">
            <a:off x="2729484" y="1435608"/>
            <a:ext cx="82296" cy="82296"/>
          </a:xfrm>
          <a:prstGeom prst="rect">
            <a:avLst/>
          </a:prstGeom>
          <a:solidFill>
            <a:srgbClr val="E8A020">
              <a:alpha val="18000"/>
            </a:srgbClr>
          </a:solidFill>
          <a:ln w="12700">
            <a:solidFill>
              <a:srgbClr val="E8A020"/>
            </a:solidFill>
            <a:prstDash val="solid"/>
          </a:ln>
        </p:spPr>
      </p:sp>
      <p:sp>
        <p:nvSpPr>
          <p:cNvPr id="151" name="Shape 149"/>
          <p:cNvSpPr/>
          <p:nvPr/>
        </p:nvSpPr>
        <p:spPr>
          <a:xfrm rot="2700000">
            <a:off x="2852928" y="1435608"/>
            <a:ext cx="82296" cy="82296"/>
          </a:xfrm>
          <a:prstGeom prst="rect">
            <a:avLst/>
          </a:prstGeom>
          <a:solidFill>
            <a:srgbClr val="E8A020">
              <a:alpha val="18000"/>
            </a:srgbClr>
          </a:solidFill>
          <a:ln w="12700">
            <a:solidFill>
              <a:srgbClr val="E8A020"/>
            </a:solidFill>
            <a:prstDash val="solid"/>
          </a:ln>
        </p:spPr>
      </p:sp>
      <p:sp>
        <p:nvSpPr>
          <p:cNvPr id="152" name="Shape 150"/>
          <p:cNvSpPr/>
          <p:nvPr/>
        </p:nvSpPr>
        <p:spPr>
          <a:xfrm rot="2700000">
            <a:off x="2976372" y="1435608"/>
            <a:ext cx="82296" cy="82296"/>
          </a:xfrm>
          <a:prstGeom prst="rect">
            <a:avLst/>
          </a:prstGeom>
          <a:solidFill>
            <a:srgbClr val="E8A020">
              <a:alpha val="18000"/>
            </a:srgbClr>
          </a:solidFill>
          <a:ln w="12700">
            <a:solidFill>
              <a:srgbClr val="E8A020"/>
            </a:solidFill>
            <a:prstDash val="solid"/>
          </a:ln>
        </p:spPr>
      </p:sp>
      <p:sp>
        <p:nvSpPr>
          <p:cNvPr id="153" name="Shape 151"/>
          <p:cNvSpPr/>
          <p:nvPr/>
        </p:nvSpPr>
        <p:spPr>
          <a:xfrm rot="2700000">
            <a:off x="3099816" y="1435608"/>
            <a:ext cx="82296" cy="82296"/>
          </a:xfrm>
          <a:prstGeom prst="rect">
            <a:avLst/>
          </a:prstGeom>
          <a:solidFill>
            <a:srgbClr val="E8A020">
              <a:alpha val="18000"/>
            </a:srgbClr>
          </a:solidFill>
          <a:ln w="12700">
            <a:solidFill>
              <a:srgbClr val="E8A020"/>
            </a:solidFill>
            <a:prstDash val="solid"/>
          </a:ln>
        </p:spPr>
      </p:sp>
      <p:sp>
        <p:nvSpPr>
          <p:cNvPr id="154" name="Shape 152"/>
          <p:cNvSpPr/>
          <p:nvPr/>
        </p:nvSpPr>
        <p:spPr>
          <a:xfrm rot="2700000">
            <a:off x="3223260" y="1435608"/>
            <a:ext cx="82296" cy="82296"/>
          </a:xfrm>
          <a:prstGeom prst="rect">
            <a:avLst/>
          </a:prstGeom>
          <a:solidFill>
            <a:srgbClr val="E8A020">
              <a:alpha val="18000"/>
            </a:srgbClr>
          </a:solidFill>
          <a:ln w="12700">
            <a:solidFill>
              <a:srgbClr val="E8A020"/>
            </a:solidFill>
            <a:prstDash val="solid"/>
          </a:ln>
        </p:spPr>
      </p:sp>
      <p:sp>
        <p:nvSpPr>
          <p:cNvPr id="155" name="Shape 153"/>
          <p:cNvSpPr/>
          <p:nvPr/>
        </p:nvSpPr>
        <p:spPr>
          <a:xfrm rot="2700000">
            <a:off x="3346704" y="1435608"/>
            <a:ext cx="82296" cy="82296"/>
          </a:xfrm>
          <a:prstGeom prst="rect">
            <a:avLst/>
          </a:prstGeom>
          <a:solidFill>
            <a:srgbClr val="E8A020">
              <a:alpha val="18000"/>
            </a:srgbClr>
          </a:solidFill>
          <a:ln w="12700">
            <a:solidFill>
              <a:srgbClr val="E8A020"/>
            </a:solidFill>
            <a:prstDash val="solid"/>
          </a:ln>
        </p:spPr>
      </p:sp>
      <p:sp>
        <p:nvSpPr>
          <p:cNvPr id="156" name="Shape 154"/>
          <p:cNvSpPr/>
          <p:nvPr/>
        </p:nvSpPr>
        <p:spPr>
          <a:xfrm rot="2700000">
            <a:off x="3470148" y="1435608"/>
            <a:ext cx="82296" cy="82296"/>
          </a:xfrm>
          <a:prstGeom prst="rect">
            <a:avLst/>
          </a:prstGeom>
          <a:solidFill>
            <a:srgbClr val="E8A020">
              <a:alpha val="18000"/>
            </a:srgbClr>
          </a:solidFill>
          <a:ln w="12700">
            <a:solidFill>
              <a:srgbClr val="E8A020"/>
            </a:solidFill>
            <a:prstDash val="solid"/>
          </a:ln>
        </p:spPr>
      </p:sp>
      <p:sp>
        <p:nvSpPr>
          <p:cNvPr id="157" name="Shape 155"/>
          <p:cNvSpPr/>
          <p:nvPr/>
        </p:nvSpPr>
        <p:spPr>
          <a:xfrm rot="2700000">
            <a:off x="3593592" y="1435608"/>
            <a:ext cx="82296" cy="82296"/>
          </a:xfrm>
          <a:prstGeom prst="rect">
            <a:avLst/>
          </a:prstGeom>
          <a:solidFill>
            <a:srgbClr val="E8A020">
              <a:alpha val="18000"/>
            </a:srgbClr>
          </a:solidFill>
          <a:ln w="12700">
            <a:solidFill>
              <a:srgbClr val="E8A020"/>
            </a:solidFill>
            <a:prstDash val="solid"/>
          </a:ln>
        </p:spPr>
      </p:sp>
      <p:sp>
        <p:nvSpPr>
          <p:cNvPr id="158" name="Shape 156"/>
          <p:cNvSpPr/>
          <p:nvPr/>
        </p:nvSpPr>
        <p:spPr>
          <a:xfrm rot="2700000">
            <a:off x="3717036" y="1435608"/>
            <a:ext cx="82296" cy="82296"/>
          </a:xfrm>
          <a:prstGeom prst="rect">
            <a:avLst/>
          </a:prstGeom>
          <a:solidFill>
            <a:srgbClr val="E8A020">
              <a:alpha val="18000"/>
            </a:srgbClr>
          </a:solidFill>
          <a:ln w="12700">
            <a:solidFill>
              <a:srgbClr val="E8A020"/>
            </a:solidFill>
            <a:prstDash val="solid"/>
          </a:ln>
        </p:spPr>
      </p:sp>
      <p:sp>
        <p:nvSpPr>
          <p:cNvPr id="159" name="Shape 157"/>
          <p:cNvSpPr/>
          <p:nvPr/>
        </p:nvSpPr>
        <p:spPr>
          <a:xfrm rot="2700000">
            <a:off x="3840480" y="1435608"/>
            <a:ext cx="82296" cy="82296"/>
          </a:xfrm>
          <a:prstGeom prst="rect">
            <a:avLst/>
          </a:prstGeom>
          <a:solidFill>
            <a:srgbClr val="E8A020">
              <a:alpha val="18000"/>
            </a:srgbClr>
          </a:solidFill>
          <a:ln w="12700">
            <a:solidFill>
              <a:srgbClr val="E8A020"/>
            </a:solidFill>
            <a:prstDash val="solid"/>
          </a:ln>
        </p:spPr>
      </p:sp>
      <p:sp>
        <p:nvSpPr>
          <p:cNvPr id="160" name="Shape 158"/>
          <p:cNvSpPr/>
          <p:nvPr/>
        </p:nvSpPr>
        <p:spPr>
          <a:xfrm rot="2700000">
            <a:off x="3963924" y="1435608"/>
            <a:ext cx="82296" cy="82296"/>
          </a:xfrm>
          <a:prstGeom prst="rect">
            <a:avLst/>
          </a:prstGeom>
          <a:solidFill>
            <a:srgbClr val="E8A020">
              <a:alpha val="18000"/>
            </a:srgbClr>
          </a:solidFill>
          <a:ln w="12700">
            <a:solidFill>
              <a:srgbClr val="E8A020"/>
            </a:solidFill>
            <a:prstDash val="solid"/>
          </a:ln>
        </p:spPr>
      </p:sp>
      <p:sp>
        <p:nvSpPr>
          <p:cNvPr id="161" name="Shape 159"/>
          <p:cNvSpPr/>
          <p:nvPr/>
        </p:nvSpPr>
        <p:spPr>
          <a:xfrm rot="2700000">
            <a:off x="4087368" y="1435608"/>
            <a:ext cx="82296" cy="82296"/>
          </a:xfrm>
          <a:prstGeom prst="rect">
            <a:avLst/>
          </a:prstGeom>
          <a:solidFill>
            <a:srgbClr val="E8A020">
              <a:alpha val="18000"/>
            </a:srgbClr>
          </a:solidFill>
          <a:ln w="12700">
            <a:solidFill>
              <a:srgbClr val="E8A020"/>
            </a:solidFill>
            <a:prstDash val="solid"/>
          </a:ln>
        </p:spPr>
      </p:sp>
      <p:sp>
        <p:nvSpPr>
          <p:cNvPr id="162" name="Shape 160"/>
          <p:cNvSpPr/>
          <p:nvPr/>
        </p:nvSpPr>
        <p:spPr>
          <a:xfrm rot="2700000">
            <a:off x="4210812" y="1435608"/>
            <a:ext cx="82296" cy="82296"/>
          </a:xfrm>
          <a:prstGeom prst="rect">
            <a:avLst/>
          </a:prstGeom>
          <a:solidFill>
            <a:srgbClr val="E8A020">
              <a:alpha val="18000"/>
            </a:srgbClr>
          </a:solidFill>
          <a:ln w="12700">
            <a:solidFill>
              <a:srgbClr val="E8A020"/>
            </a:solidFill>
            <a:prstDash val="solid"/>
          </a:ln>
        </p:spPr>
      </p:sp>
      <p:sp>
        <p:nvSpPr>
          <p:cNvPr id="163" name="Shape 161"/>
          <p:cNvSpPr/>
          <p:nvPr/>
        </p:nvSpPr>
        <p:spPr>
          <a:xfrm rot="2700000">
            <a:off x="4334256" y="1435608"/>
            <a:ext cx="82296" cy="82296"/>
          </a:xfrm>
          <a:prstGeom prst="rect">
            <a:avLst/>
          </a:prstGeom>
          <a:solidFill>
            <a:srgbClr val="E8A020">
              <a:alpha val="18000"/>
            </a:srgbClr>
          </a:solidFill>
          <a:ln w="12700">
            <a:solidFill>
              <a:srgbClr val="E8A020"/>
            </a:solidFill>
            <a:prstDash val="solid"/>
          </a:ln>
        </p:spPr>
      </p:sp>
      <p:sp>
        <p:nvSpPr>
          <p:cNvPr id="164" name="Text 162"/>
          <p:cNvSpPr/>
          <p:nvPr/>
        </p:nvSpPr>
        <p:spPr>
          <a:xfrm>
            <a:off x="4818888" y="1499616"/>
            <a:ext cx="4114800" cy="1298448"/>
          </a:xfrm>
          <a:prstGeom prst="rect">
            <a:avLst/>
          </a:prstGeom>
          <a:noFill/>
          <a:ln/>
        </p:spPr>
        <p:txBody>
          <a:bodyPr wrap="square" rtlCol="0" anchor="t"/>
          <a:lstStyle/>
          <a:p>
            <a:pPr indent="0" marL="0">
              <a:buNone/>
            </a:pPr>
            <a:r>
              <a:rPr lang="en-US" sz="950" dirty="0">
                <a:solidFill>
                  <a:srgbClr val="EDE0C8"/>
                </a:solidFill>
                <a:latin typeface="Calibri" pitchFamily="34" charset="0"/>
                <a:ea typeface="Calibri" pitchFamily="34" charset="-122"/>
                <a:cs typeface="Calibri" pitchFamily="34" charset="-120"/>
              </a:rPr>
              <a:t>En été, les températures dépassent 40°C dans les zones non climatisées. La chaleur accélère la saturation des charbons actifs et dégrade les coalesceurs. Avec un compresseur à huile, ce risque peut passer inaperçu sans monitoring quotidien.</a:t>
            </a:r>
            <a:endParaRPr lang="en-US" sz="950" dirty="0"/>
          </a:p>
        </p:txBody>
      </p:sp>
      <p:sp>
        <p:nvSpPr>
          <p:cNvPr id="165" name="Shape 163"/>
          <p:cNvSpPr/>
          <p:nvPr/>
        </p:nvSpPr>
        <p:spPr>
          <a:xfrm>
            <a:off x="256032" y="2962656"/>
            <a:ext cx="4297680" cy="1920240"/>
          </a:xfrm>
          <a:prstGeom prst="rect">
            <a:avLst/>
          </a:prstGeom>
          <a:solidFill>
            <a:srgbClr val="111828"/>
          </a:solidFill>
          <a:ln w="12700">
            <a:solidFill>
              <a:srgbClr val="1B9A8A"/>
            </a:solidFill>
            <a:prstDash val="solid"/>
          </a:ln>
          <a:effectLst>
            <a:outerShdw sx="100000" sy="100000" kx="0" ky="0" algn="bl" rotWithShape="0" blurRad="63500" dist="25400" dir="8100000">
              <a:srgbClr val="000000">
                <a:alpha val="30000"/>
              </a:srgbClr>
            </a:outerShdw>
          </a:effectLst>
        </p:spPr>
      </p:sp>
      <p:sp>
        <p:nvSpPr>
          <p:cNvPr id="166" name="Shape 164"/>
          <p:cNvSpPr/>
          <p:nvPr/>
        </p:nvSpPr>
        <p:spPr>
          <a:xfrm>
            <a:off x="256032" y="2962656"/>
            <a:ext cx="4297680" cy="54864"/>
          </a:xfrm>
          <a:prstGeom prst="rect">
            <a:avLst/>
          </a:prstGeom>
          <a:solidFill>
            <a:srgbClr val="1B9A8A"/>
          </a:solidFill>
          <a:ln/>
        </p:spPr>
      </p:sp>
      <p:sp>
        <p:nvSpPr>
          <p:cNvPr id="167" name="Text 165"/>
          <p:cNvSpPr/>
          <p:nvPr/>
        </p:nvSpPr>
        <p:spPr>
          <a:xfrm>
            <a:off x="365760" y="3054096"/>
            <a:ext cx="4069080" cy="365760"/>
          </a:xfrm>
          <a:prstGeom prst="rect">
            <a:avLst/>
          </a:prstGeom>
          <a:noFill/>
          <a:ln/>
        </p:spPr>
        <p:txBody>
          <a:bodyPr wrap="square" rtlCol="0" anchor="ctr"/>
          <a:lstStyle/>
          <a:p>
            <a:pPr indent="0" marL="0">
              <a:buNone/>
            </a:pPr>
            <a:r>
              <a:rPr lang="en-US" sz="1100" b="1" dirty="0">
                <a:solidFill>
                  <a:srgbClr val="1B9A8A"/>
                </a:solidFill>
                <a:latin typeface="Georgia" pitchFamily="34" charset="0"/>
                <a:ea typeface="Georgia" pitchFamily="34" charset="-122"/>
                <a:cs typeface="Georgia" pitchFamily="34" charset="-120"/>
              </a:rPr>
              <a:t>✅  Certification HACCP et ONSSA</a:t>
            </a:r>
            <a:endParaRPr lang="en-US" sz="1100" dirty="0"/>
          </a:p>
        </p:txBody>
      </p:sp>
      <p:sp>
        <p:nvSpPr>
          <p:cNvPr id="168" name="Shape 166"/>
          <p:cNvSpPr/>
          <p:nvPr/>
        </p:nvSpPr>
        <p:spPr>
          <a:xfrm rot="2700000">
            <a:off x="13716" y="3447288"/>
            <a:ext cx="82296" cy="82296"/>
          </a:xfrm>
          <a:prstGeom prst="rect">
            <a:avLst/>
          </a:prstGeom>
          <a:solidFill>
            <a:srgbClr val="1B9A8A">
              <a:alpha val="18000"/>
            </a:srgbClr>
          </a:solidFill>
          <a:ln w="12700">
            <a:solidFill>
              <a:srgbClr val="1B9A8A"/>
            </a:solidFill>
            <a:prstDash val="solid"/>
          </a:ln>
        </p:spPr>
      </p:sp>
      <p:sp>
        <p:nvSpPr>
          <p:cNvPr id="169" name="Shape 167"/>
          <p:cNvSpPr/>
          <p:nvPr/>
        </p:nvSpPr>
        <p:spPr>
          <a:xfrm rot="2700000">
            <a:off x="137160" y="3447288"/>
            <a:ext cx="82296" cy="82296"/>
          </a:xfrm>
          <a:prstGeom prst="rect">
            <a:avLst/>
          </a:prstGeom>
          <a:solidFill>
            <a:srgbClr val="1B9A8A">
              <a:alpha val="18000"/>
            </a:srgbClr>
          </a:solidFill>
          <a:ln w="12700">
            <a:solidFill>
              <a:srgbClr val="1B9A8A"/>
            </a:solidFill>
            <a:prstDash val="solid"/>
          </a:ln>
        </p:spPr>
      </p:sp>
      <p:sp>
        <p:nvSpPr>
          <p:cNvPr id="170" name="Shape 168"/>
          <p:cNvSpPr/>
          <p:nvPr/>
        </p:nvSpPr>
        <p:spPr>
          <a:xfrm rot="2700000">
            <a:off x="260604" y="3447288"/>
            <a:ext cx="82296" cy="82296"/>
          </a:xfrm>
          <a:prstGeom prst="rect">
            <a:avLst/>
          </a:prstGeom>
          <a:solidFill>
            <a:srgbClr val="1B9A8A">
              <a:alpha val="18000"/>
            </a:srgbClr>
          </a:solidFill>
          <a:ln w="12700">
            <a:solidFill>
              <a:srgbClr val="1B9A8A"/>
            </a:solidFill>
            <a:prstDash val="solid"/>
          </a:ln>
        </p:spPr>
      </p:sp>
      <p:sp>
        <p:nvSpPr>
          <p:cNvPr id="171" name="Shape 169"/>
          <p:cNvSpPr/>
          <p:nvPr/>
        </p:nvSpPr>
        <p:spPr>
          <a:xfrm rot="2700000">
            <a:off x="384048" y="3447288"/>
            <a:ext cx="82296" cy="82296"/>
          </a:xfrm>
          <a:prstGeom prst="rect">
            <a:avLst/>
          </a:prstGeom>
          <a:solidFill>
            <a:srgbClr val="1B9A8A">
              <a:alpha val="18000"/>
            </a:srgbClr>
          </a:solidFill>
          <a:ln w="12700">
            <a:solidFill>
              <a:srgbClr val="1B9A8A"/>
            </a:solidFill>
            <a:prstDash val="solid"/>
          </a:ln>
        </p:spPr>
      </p:sp>
      <p:sp>
        <p:nvSpPr>
          <p:cNvPr id="172" name="Shape 170"/>
          <p:cNvSpPr/>
          <p:nvPr/>
        </p:nvSpPr>
        <p:spPr>
          <a:xfrm rot="2700000">
            <a:off x="507492" y="3447288"/>
            <a:ext cx="82296" cy="82296"/>
          </a:xfrm>
          <a:prstGeom prst="rect">
            <a:avLst/>
          </a:prstGeom>
          <a:solidFill>
            <a:srgbClr val="1B9A8A">
              <a:alpha val="18000"/>
            </a:srgbClr>
          </a:solidFill>
          <a:ln w="12700">
            <a:solidFill>
              <a:srgbClr val="1B9A8A"/>
            </a:solidFill>
            <a:prstDash val="solid"/>
          </a:ln>
        </p:spPr>
      </p:sp>
      <p:sp>
        <p:nvSpPr>
          <p:cNvPr id="173" name="Shape 171"/>
          <p:cNvSpPr/>
          <p:nvPr/>
        </p:nvSpPr>
        <p:spPr>
          <a:xfrm rot="2700000">
            <a:off x="630936" y="3447288"/>
            <a:ext cx="82296" cy="82296"/>
          </a:xfrm>
          <a:prstGeom prst="rect">
            <a:avLst/>
          </a:prstGeom>
          <a:solidFill>
            <a:srgbClr val="1B9A8A">
              <a:alpha val="18000"/>
            </a:srgbClr>
          </a:solidFill>
          <a:ln w="12700">
            <a:solidFill>
              <a:srgbClr val="1B9A8A"/>
            </a:solidFill>
            <a:prstDash val="solid"/>
          </a:ln>
        </p:spPr>
      </p:sp>
      <p:sp>
        <p:nvSpPr>
          <p:cNvPr id="174" name="Shape 172"/>
          <p:cNvSpPr/>
          <p:nvPr/>
        </p:nvSpPr>
        <p:spPr>
          <a:xfrm rot="2700000">
            <a:off x="754380" y="3447288"/>
            <a:ext cx="82296" cy="82296"/>
          </a:xfrm>
          <a:prstGeom prst="rect">
            <a:avLst/>
          </a:prstGeom>
          <a:solidFill>
            <a:srgbClr val="1B9A8A">
              <a:alpha val="18000"/>
            </a:srgbClr>
          </a:solidFill>
          <a:ln w="12700">
            <a:solidFill>
              <a:srgbClr val="1B9A8A"/>
            </a:solidFill>
            <a:prstDash val="solid"/>
          </a:ln>
        </p:spPr>
      </p:sp>
      <p:sp>
        <p:nvSpPr>
          <p:cNvPr id="175" name="Shape 173"/>
          <p:cNvSpPr/>
          <p:nvPr/>
        </p:nvSpPr>
        <p:spPr>
          <a:xfrm rot="2700000">
            <a:off x="877824" y="3447288"/>
            <a:ext cx="82296" cy="82296"/>
          </a:xfrm>
          <a:prstGeom prst="rect">
            <a:avLst/>
          </a:prstGeom>
          <a:solidFill>
            <a:srgbClr val="1B9A8A">
              <a:alpha val="18000"/>
            </a:srgbClr>
          </a:solidFill>
          <a:ln w="12700">
            <a:solidFill>
              <a:srgbClr val="1B9A8A"/>
            </a:solidFill>
            <a:prstDash val="solid"/>
          </a:ln>
        </p:spPr>
      </p:sp>
      <p:sp>
        <p:nvSpPr>
          <p:cNvPr id="176" name="Shape 174"/>
          <p:cNvSpPr/>
          <p:nvPr/>
        </p:nvSpPr>
        <p:spPr>
          <a:xfrm rot="2700000">
            <a:off x="1001268" y="3447288"/>
            <a:ext cx="82296" cy="82296"/>
          </a:xfrm>
          <a:prstGeom prst="rect">
            <a:avLst/>
          </a:prstGeom>
          <a:solidFill>
            <a:srgbClr val="1B9A8A">
              <a:alpha val="18000"/>
            </a:srgbClr>
          </a:solidFill>
          <a:ln w="12700">
            <a:solidFill>
              <a:srgbClr val="1B9A8A"/>
            </a:solidFill>
            <a:prstDash val="solid"/>
          </a:ln>
        </p:spPr>
      </p:sp>
      <p:sp>
        <p:nvSpPr>
          <p:cNvPr id="177" name="Shape 175"/>
          <p:cNvSpPr/>
          <p:nvPr/>
        </p:nvSpPr>
        <p:spPr>
          <a:xfrm rot="2700000">
            <a:off x="1124712" y="3447288"/>
            <a:ext cx="82296" cy="82296"/>
          </a:xfrm>
          <a:prstGeom prst="rect">
            <a:avLst/>
          </a:prstGeom>
          <a:solidFill>
            <a:srgbClr val="1B9A8A">
              <a:alpha val="18000"/>
            </a:srgbClr>
          </a:solidFill>
          <a:ln w="12700">
            <a:solidFill>
              <a:srgbClr val="1B9A8A"/>
            </a:solidFill>
            <a:prstDash val="solid"/>
          </a:ln>
        </p:spPr>
      </p:sp>
      <p:sp>
        <p:nvSpPr>
          <p:cNvPr id="178" name="Shape 176"/>
          <p:cNvSpPr/>
          <p:nvPr/>
        </p:nvSpPr>
        <p:spPr>
          <a:xfrm rot="2700000">
            <a:off x="1248156" y="3447288"/>
            <a:ext cx="82296" cy="82296"/>
          </a:xfrm>
          <a:prstGeom prst="rect">
            <a:avLst/>
          </a:prstGeom>
          <a:solidFill>
            <a:srgbClr val="1B9A8A">
              <a:alpha val="18000"/>
            </a:srgbClr>
          </a:solidFill>
          <a:ln w="12700">
            <a:solidFill>
              <a:srgbClr val="1B9A8A"/>
            </a:solidFill>
            <a:prstDash val="solid"/>
          </a:ln>
        </p:spPr>
      </p:sp>
      <p:sp>
        <p:nvSpPr>
          <p:cNvPr id="179" name="Shape 177"/>
          <p:cNvSpPr/>
          <p:nvPr/>
        </p:nvSpPr>
        <p:spPr>
          <a:xfrm rot="2700000">
            <a:off x="1371600" y="3447288"/>
            <a:ext cx="82296" cy="82296"/>
          </a:xfrm>
          <a:prstGeom prst="rect">
            <a:avLst/>
          </a:prstGeom>
          <a:solidFill>
            <a:srgbClr val="1B9A8A">
              <a:alpha val="18000"/>
            </a:srgbClr>
          </a:solidFill>
          <a:ln w="12700">
            <a:solidFill>
              <a:srgbClr val="1B9A8A"/>
            </a:solidFill>
            <a:prstDash val="solid"/>
          </a:ln>
        </p:spPr>
      </p:sp>
      <p:sp>
        <p:nvSpPr>
          <p:cNvPr id="180" name="Shape 178"/>
          <p:cNvSpPr/>
          <p:nvPr/>
        </p:nvSpPr>
        <p:spPr>
          <a:xfrm rot="2700000">
            <a:off x="1495044" y="3447288"/>
            <a:ext cx="82296" cy="82296"/>
          </a:xfrm>
          <a:prstGeom prst="rect">
            <a:avLst/>
          </a:prstGeom>
          <a:solidFill>
            <a:srgbClr val="1B9A8A">
              <a:alpha val="18000"/>
            </a:srgbClr>
          </a:solidFill>
          <a:ln w="12700">
            <a:solidFill>
              <a:srgbClr val="1B9A8A"/>
            </a:solidFill>
            <a:prstDash val="solid"/>
          </a:ln>
        </p:spPr>
      </p:sp>
      <p:sp>
        <p:nvSpPr>
          <p:cNvPr id="181" name="Shape 179"/>
          <p:cNvSpPr/>
          <p:nvPr/>
        </p:nvSpPr>
        <p:spPr>
          <a:xfrm rot="2700000">
            <a:off x="1618488" y="3447288"/>
            <a:ext cx="82296" cy="82296"/>
          </a:xfrm>
          <a:prstGeom prst="rect">
            <a:avLst/>
          </a:prstGeom>
          <a:solidFill>
            <a:srgbClr val="1B9A8A">
              <a:alpha val="18000"/>
            </a:srgbClr>
          </a:solidFill>
          <a:ln w="12700">
            <a:solidFill>
              <a:srgbClr val="1B9A8A"/>
            </a:solidFill>
            <a:prstDash val="solid"/>
          </a:ln>
        </p:spPr>
      </p:sp>
      <p:sp>
        <p:nvSpPr>
          <p:cNvPr id="182" name="Shape 180"/>
          <p:cNvSpPr/>
          <p:nvPr/>
        </p:nvSpPr>
        <p:spPr>
          <a:xfrm rot="2700000">
            <a:off x="1741932" y="3447288"/>
            <a:ext cx="82296" cy="82296"/>
          </a:xfrm>
          <a:prstGeom prst="rect">
            <a:avLst/>
          </a:prstGeom>
          <a:solidFill>
            <a:srgbClr val="1B9A8A">
              <a:alpha val="18000"/>
            </a:srgbClr>
          </a:solidFill>
          <a:ln w="12700">
            <a:solidFill>
              <a:srgbClr val="1B9A8A"/>
            </a:solidFill>
            <a:prstDash val="solid"/>
          </a:ln>
        </p:spPr>
      </p:sp>
      <p:sp>
        <p:nvSpPr>
          <p:cNvPr id="183" name="Shape 181"/>
          <p:cNvSpPr/>
          <p:nvPr/>
        </p:nvSpPr>
        <p:spPr>
          <a:xfrm rot="2700000">
            <a:off x="1865376" y="3447288"/>
            <a:ext cx="82296" cy="82296"/>
          </a:xfrm>
          <a:prstGeom prst="rect">
            <a:avLst/>
          </a:prstGeom>
          <a:solidFill>
            <a:srgbClr val="1B9A8A">
              <a:alpha val="18000"/>
            </a:srgbClr>
          </a:solidFill>
          <a:ln w="12700">
            <a:solidFill>
              <a:srgbClr val="1B9A8A"/>
            </a:solidFill>
            <a:prstDash val="solid"/>
          </a:ln>
        </p:spPr>
      </p:sp>
      <p:sp>
        <p:nvSpPr>
          <p:cNvPr id="184" name="Shape 182"/>
          <p:cNvSpPr/>
          <p:nvPr/>
        </p:nvSpPr>
        <p:spPr>
          <a:xfrm rot="2700000">
            <a:off x="1988820" y="3447288"/>
            <a:ext cx="82296" cy="82296"/>
          </a:xfrm>
          <a:prstGeom prst="rect">
            <a:avLst/>
          </a:prstGeom>
          <a:solidFill>
            <a:srgbClr val="1B9A8A">
              <a:alpha val="18000"/>
            </a:srgbClr>
          </a:solidFill>
          <a:ln w="12700">
            <a:solidFill>
              <a:srgbClr val="1B9A8A"/>
            </a:solidFill>
            <a:prstDash val="solid"/>
          </a:ln>
        </p:spPr>
      </p:sp>
      <p:sp>
        <p:nvSpPr>
          <p:cNvPr id="185" name="Shape 183"/>
          <p:cNvSpPr/>
          <p:nvPr/>
        </p:nvSpPr>
        <p:spPr>
          <a:xfrm rot="2700000">
            <a:off x="2112264" y="3447288"/>
            <a:ext cx="82296" cy="82296"/>
          </a:xfrm>
          <a:prstGeom prst="rect">
            <a:avLst/>
          </a:prstGeom>
          <a:solidFill>
            <a:srgbClr val="1B9A8A">
              <a:alpha val="18000"/>
            </a:srgbClr>
          </a:solidFill>
          <a:ln w="12700">
            <a:solidFill>
              <a:srgbClr val="1B9A8A"/>
            </a:solidFill>
            <a:prstDash val="solid"/>
          </a:ln>
        </p:spPr>
      </p:sp>
      <p:sp>
        <p:nvSpPr>
          <p:cNvPr id="186" name="Shape 184"/>
          <p:cNvSpPr/>
          <p:nvPr/>
        </p:nvSpPr>
        <p:spPr>
          <a:xfrm rot="2700000">
            <a:off x="2235708" y="3447288"/>
            <a:ext cx="82296" cy="82296"/>
          </a:xfrm>
          <a:prstGeom prst="rect">
            <a:avLst/>
          </a:prstGeom>
          <a:solidFill>
            <a:srgbClr val="1B9A8A">
              <a:alpha val="18000"/>
            </a:srgbClr>
          </a:solidFill>
          <a:ln w="12700">
            <a:solidFill>
              <a:srgbClr val="1B9A8A"/>
            </a:solidFill>
            <a:prstDash val="solid"/>
          </a:ln>
        </p:spPr>
      </p:sp>
      <p:sp>
        <p:nvSpPr>
          <p:cNvPr id="187" name="Shape 185"/>
          <p:cNvSpPr/>
          <p:nvPr/>
        </p:nvSpPr>
        <p:spPr>
          <a:xfrm rot="2700000">
            <a:off x="2359152" y="3447288"/>
            <a:ext cx="82296" cy="82296"/>
          </a:xfrm>
          <a:prstGeom prst="rect">
            <a:avLst/>
          </a:prstGeom>
          <a:solidFill>
            <a:srgbClr val="1B9A8A">
              <a:alpha val="18000"/>
            </a:srgbClr>
          </a:solidFill>
          <a:ln w="12700">
            <a:solidFill>
              <a:srgbClr val="1B9A8A"/>
            </a:solidFill>
            <a:prstDash val="solid"/>
          </a:ln>
        </p:spPr>
      </p:sp>
      <p:sp>
        <p:nvSpPr>
          <p:cNvPr id="188" name="Shape 186"/>
          <p:cNvSpPr/>
          <p:nvPr/>
        </p:nvSpPr>
        <p:spPr>
          <a:xfrm rot="2700000">
            <a:off x="2482596" y="3447288"/>
            <a:ext cx="82296" cy="82296"/>
          </a:xfrm>
          <a:prstGeom prst="rect">
            <a:avLst/>
          </a:prstGeom>
          <a:solidFill>
            <a:srgbClr val="1B9A8A">
              <a:alpha val="18000"/>
            </a:srgbClr>
          </a:solidFill>
          <a:ln w="12700">
            <a:solidFill>
              <a:srgbClr val="1B9A8A"/>
            </a:solidFill>
            <a:prstDash val="solid"/>
          </a:ln>
        </p:spPr>
      </p:sp>
      <p:sp>
        <p:nvSpPr>
          <p:cNvPr id="189" name="Shape 187"/>
          <p:cNvSpPr/>
          <p:nvPr/>
        </p:nvSpPr>
        <p:spPr>
          <a:xfrm rot="2700000">
            <a:off x="2606040" y="3447288"/>
            <a:ext cx="82296" cy="82296"/>
          </a:xfrm>
          <a:prstGeom prst="rect">
            <a:avLst/>
          </a:prstGeom>
          <a:solidFill>
            <a:srgbClr val="1B9A8A">
              <a:alpha val="18000"/>
            </a:srgbClr>
          </a:solidFill>
          <a:ln w="12700">
            <a:solidFill>
              <a:srgbClr val="1B9A8A"/>
            </a:solidFill>
            <a:prstDash val="solid"/>
          </a:ln>
        </p:spPr>
      </p:sp>
      <p:sp>
        <p:nvSpPr>
          <p:cNvPr id="190" name="Shape 188"/>
          <p:cNvSpPr/>
          <p:nvPr/>
        </p:nvSpPr>
        <p:spPr>
          <a:xfrm rot="2700000">
            <a:off x="2729484" y="3447288"/>
            <a:ext cx="82296" cy="82296"/>
          </a:xfrm>
          <a:prstGeom prst="rect">
            <a:avLst/>
          </a:prstGeom>
          <a:solidFill>
            <a:srgbClr val="1B9A8A">
              <a:alpha val="18000"/>
            </a:srgbClr>
          </a:solidFill>
          <a:ln w="12700">
            <a:solidFill>
              <a:srgbClr val="1B9A8A"/>
            </a:solidFill>
            <a:prstDash val="solid"/>
          </a:ln>
        </p:spPr>
      </p:sp>
      <p:sp>
        <p:nvSpPr>
          <p:cNvPr id="191" name="Shape 189"/>
          <p:cNvSpPr/>
          <p:nvPr/>
        </p:nvSpPr>
        <p:spPr>
          <a:xfrm rot="2700000">
            <a:off x="2852928" y="3447288"/>
            <a:ext cx="82296" cy="82296"/>
          </a:xfrm>
          <a:prstGeom prst="rect">
            <a:avLst/>
          </a:prstGeom>
          <a:solidFill>
            <a:srgbClr val="1B9A8A">
              <a:alpha val="18000"/>
            </a:srgbClr>
          </a:solidFill>
          <a:ln w="12700">
            <a:solidFill>
              <a:srgbClr val="1B9A8A"/>
            </a:solidFill>
            <a:prstDash val="solid"/>
          </a:ln>
        </p:spPr>
      </p:sp>
      <p:sp>
        <p:nvSpPr>
          <p:cNvPr id="192" name="Shape 190"/>
          <p:cNvSpPr/>
          <p:nvPr/>
        </p:nvSpPr>
        <p:spPr>
          <a:xfrm rot="2700000">
            <a:off x="2976372" y="3447288"/>
            <a:ext cx="82296" cy="82296"/>
          </a:xfrm>
          <a:prstGeom prst="rect">
            <a:avLst/>
          </a:prstGeom>
          <a:solidFill>
            <a:srgbClr val="1B9A8A">
              <a:alpha val="18000"/>
            </a:srgbClr>
          </a:solidFill>
          <a:ln w="12700">
            <a:solidFill>
              <a:srgbClr val="1B9A8A"/>
            </a:solidFill>
            <a:prstDash val="solid"/>
          </a:ln>
        </p:spPr>
      </p:sp>
      <p:sp>
        <p:nvSpPr>
          <p:cNvPr id="193" name="Shape 191"/>
          <p:cNvSpPr/>
          <p:nvPr/>
        </p:nvSpPr>
        <p:spPr>
          <a:xfrm rot="2700000">
            <a:off x="3099816" y="3447288"/>
            <a:ext cx="82296" cy="82296"/>
          </a:xfrm>
          <a:prstGeom prst="rect">
            <a:avLst/>
          </a:prstGeom>
          <a:solidFill>
            <a:srgbClr val="1B9A8A">
              <a:alpha val="18000"/>
            </a:srgbClr>
          </a:solidFill>
          <a:ln w="12700">
            <a:solidFill>
              <a:srgbClr val="1B9A8A"/>
            </a:solidFill>
            <a:prstDash val="solid"/>
          </a:ln>
        </p:spPr>
      </p:sp>
      <p:sp>
        <p:nvSpPr>
          <p:cNvPr id="194" name="Shape 192"/>
          <p:cNvSpPr/>
          <p:nvPr/>
        </p:nvSpPr>
        <p:spPr>
          <a:xfrm rot="2700000">
            <a:off x="3223260" y="3447288"/>
            <a:ext cx="82296" cy="82296"/>
          </a:xfrm>
          <a:prstGeom prst="rect">
            <a:avLst/>
          </a:prstGeom>
          <a:solidFill>
            <a:srgbClr val="1B9A8A">
              <a:alpha val="18000"/>
            </a:srgbClr>
          </a:solidFill>
          <a:ln w="12700">
            <a:solidFill>
              <a:srgbClr val="1B9A8A"/>
            </a:solidFill>
            <a:prstDash val="solid"/>
          </a:ln>
        </p:spPr>
      </p:sp>
      <p:sp>
        <p:nvSpPr>
          <p:cNvPr id="195" name="Shape 193"/>
          <p:cNvSpPr/>
          <p:nvPr/>
        </p:nvSpPr>
        <p:spPr>
          <a:xfrm rot="2700000">
            <a:off x="3346704" y="3447288"/>
            <a:ext cx="82296" cy="82296"/>
          </a:xfrm>
          <a:prstGeom prst="rect">
            <a:avLst/>
          </a:prstGeom>
          <a:solidFill>
            <a:srgbClr val="1B9A8A">
              <a:alpha val="18000"/>
            </a:srgbClr>
          </a:solidFill>
          <a:ln w="12700">
            <a:solidFill>
              <a:srgbClr val="1B9A8A"/>
            </a:solidFill>
            <a:prstDash val="solid"/>
          </a:ln>
        </p:spPr>
      </p:sp>
      <p:sp>
        <p:nvSpPr>
          <p:cNvPr id="196" name="Shape 194"/>
          <p:cNvSpPr/>
          <p:nvPr/>
        </p:nvSpPr>
        <p:spPr>
          <a:xfrm rot="2700000">
            <a:off x="3470148" y="3447288"/>
            <a:ext cx="82296" cy="82296"/>
          </a:xfrm>
          <a:prstGeom prst="rect">
            <a:avLst/>
          </a:prstGeom>
          <a:solidFill>
            <a:srgbClr val="1B9A8A">
              <a:alpha val="18000"/>
            </a:srgbClr>
          </a:solidFill>
          <a:ln w="12700">
            <a:solidFill>
              <a:srgbClr val="1B9A8A"/>
            </a:solidFill>
            <a:prstDash val="solid"/>
          </a:ln>
        </p:spPr>
      </p:sp>
      <p:sp>
        <p:nvSpPr>
          <p:cNvPr id="197" name="Shape 195"/>
          <p:cNvSpPr/>
          <p:nvPr/>
        </p:nvSpPr>
        <p:spPr>
          <a:xfrm rot="2700000">
            <a:off x="3593592" y="3447288"/>
            <a:ext cx="82296" cy="82296"/>
          </a:xfrm>
          <a:prstGeom prst="rect">
            <a:avLst/>
          </a:prstGeom>
          <a:solidFill>
            <a:srgbClr val="1B9A8A">
              <a:alpha val="18000"/>
            </a:srgbClr>
          </a:solidFill>
          <a:ln w="12700">
            <a:solidFill>
              <a:srgbClr val="1B9A8A"/>
            </a:solidFill>
            <a:prstDash val="solid"/>
          </a:ln>
        </p:spPr>
      </p:sp>
      <p:sp>
        <p:nvSpPr>
          <p:cNvPr id="198" name="Shape 196"/>
          <p:cNvSpPr/>
          <p:nvPr/>
        </p:nvSpPr>
        <p:spPr>
          <a:xfrm rot="2700000">
            <a:off x="3717036" y="3447288"/>
            <a:ext cx="82296" cy="82296"/>
          </a:xfrm>
          <a:prstGeom prst="rect">
            <a:avLst/>
          </a:prstGeom>
          <a:solidFill>
            <a:srgbClr val="1B9A8A">
              <a:alpha val="18000"/>
            </a:srgbClr>
          </a:solidFill>
          <a:ln w="12700">
            <a:solidFill>
              <a:srgbClr val="1B9A8A"/>
            </a:solidFill>
            <a:prstDash val="solid"/>
          </a:ln>
        </p:spPr>
      </p:sp>
      <p:sp>
        <p:nvSpPr>
          <p:cNvPr id="199" name="Shape 197"/>
          <p:cNvSpPr/>
          <p:nvPr/>
        </p:nvSpPr>
        <p:spPr>
          <a:xfrm rot="2700000">
            <a:off x="3840480" y="3447288"/>
            <a:ext cx="82296" cy="82296"/>
          </a:xfrm>
          <a:prstGeom prst="rect">
            <a:avLst/>
          </a:prstGeom>
          <a:solidFill>
            <a:srgbClr val="1B9A8A">
              <a:alpha val="18000"/>
            </a:srgbClr>
          </a:solidFill>
          <a:ln w="12700">
            <a:solidFill>
              <a:srgbClr val="1B9A8A"/>
            </a:solidFill>
            <a:prstDash val="solid"/>
          </a:ln>
        </p:spPr>
      </p:sp>
      <p:sp>
        <p:nvSpPr>
          <p:cNvPr id="200" name="Shape 198"/>
          <p:cNvSpPr/>
          <p:nvPr/>
        </p:nvSpPr>
        <p:spPr>
          <a:xfrm rot="2700000">
            <a:off x="3963924" y="3447288"/>
            <a:ext cx="82296" cy="82296"/>
          </a:xfrm>
          <a:prstGeom prst="rect">
            <a:avLst/>
          </a:prstGeom>
          <a:solidFill>
            <a:srgbClr val="1B9A8A">
              <a:alpha val="18000"/>
            </a:srgbClr>
          </a:solidFill>
          <a:ln w="12700">
            <a:solidFill>
              <a:srgbClr val="1B9A8A"/>
            </a:solidFill>
            <a:prstDash val="solid"/>
          </a:ln>
        </p:spPr>
      </p:sp>
      <p:sp>
        <p:nvSpPr>
          <p:cNvPr id="201" name="Shape 199"/>
          <p:cNvSpPr/>
          <p:nvPr/>
        </p:nvSpPr>
        <p:spPr>
          <a:xfrm rot="2700000">
            <a:off x="4087368" y="3447288"/>
            <a:ext cx="82296" cy="82296"/>
          </a:xfrm>
          <a:prstGeom prst="rect">
            <a:avLst/>
          </a:prstGeom>
          <a:solidFill>
            <a:srgbClr val="1B9A8A">
              <a:alpha val="18000"/>
            </a:srgbClr>
          </a:solidFill>
          <a:ln w="12700">
            <a:solidFill>
              <a:srgbClr val="1B9A8A"/>
            </a:solidFill>
            <a:prstDash val="solid"/>
          </a:ln>
        </p:spPr>
      </p:sp>
      <p:sp>
        <p:nvSpPr>
          <p:cNvPr id="202" name="Shape 200"/>
          <p:cNvSpPr/>
          <p:nvPr/>
        </p:nvSpPr>
        <p:spPr>
          <a:xfrm rot="2700000">
            <a:off x="4210812" y="3447288"/>
            <a:ext cx="82296" cy="82296"/>
          </a:xfrm>
          <a:prstGeom prst="rect">
            <a:avLst/>
          </a:prstGeom>
          <a:solidFill>
            <a:srgbClr val="1B9A8A">
              <a:alpha val="18000"/>
            </a:srgbClr>
          </a:solidFill>
          <a:ln w="12700">
            <a:solidFill>
              <a:srgbClr val="1B9A8A"/>
            </a:solidFill>
            <a:prstDash val="solid"/>
          </a:ln>
        </p:spPr>
      </p:sp>
      <p:sp>
        <p:nvSpPr>
          <p:cNvPr id="203" name="Shape 201"/>
          <p:cNvSpPr/>
          <p:nvPr/>
        </p:nvSpPr>
        <p:spPr>
          <a:xfrm rot="2700000">
            <a:off x="4334256" y="3447288"/>
            <a:ext cx="82296" cy="82296"/>
          </a:xfrm>
          <a:prstGeom prst="rect">
            <a:avLst/>
          </a:prstGeom>
          <a:solidFill>
            <a:srgbClr val="1B9A8A">
              <a:alpha val="18000"/>
            </a:srgbClr>
          </a:solidFill>
          <a:ln w="12700">
            <a:solidFill>
              <a:srgbClr val="1B9A8A"/>
            </a:solidFill>
            <a:prstDash val="solid"/>
          </a:ln>
        </p:spPr>
      </p:sp>
      <p:sp>
        <p:nvSpPr>
          <p:cNvPr id="204" name="Text 202"/>
          <p:cNvSpPr/>
          <p:nvPr/>
        </p:nvSpPr>
        <p:spPr>
          <a:xfrm>
            <a:off x="365760" y="3511296"/>
            <a:ext cx="4114800" cy="1298448"/>
          </a:xfrm>
          <a:prstGeom prst="rect">
            <a:avLst/>
          </a:prstGeom>
          <a:noFill/>
          <a:ln/>
        </p:spPr>
        <p:txBody>
          <a:bodyPr wrap="square" rtlCol="0" anchor="t"/>
          <a:lstStyle/>
          <a:p>
            <a:pPr indent="0" marL="0">
              <a:buNone/>
            </a:pPr>
            <a:r>
              <a:rPr lang="en-US" sz="950" dirty="0">
                <a:solidFill>
                  <a:srgbClr val="EDE0C8"/>
                </a:solidFill>
                <a:latin typeface="Calibri" pitchFamily="34" charset="0"/>
                <a:ea typeface="Calibri" pitchFamily="34" charset="-122"/>
                <a:cs typeface="Calibri" pitchFamily="34" charset="-120"/>
              </a:rPr>
              <a:t>Le plan HACCP de la ligne identifie l'air comprimé au contact des aliments comme un danger chimique potentiel (CCP ou CP). Un compresseur sans huile certifié ISO 8573-1 Classe 0 simplifie radicalement la validation du plan HACCP et l'audit ONSSA.</a:t>
            </a:r>
            <a:endParaRPr lang="en-US" sz="950" dirty="0"/>
          </a:p>
        </p:txBody>
      </p:sp>
      <p:sp>
        <p:nvSpPr>
          <p:cNvPr id="205" name="Shape 203"/>
          <p:cNvSpPr/>
          <p:nvPr/>
        </p:nvSpPr>
        <p:spPr>
          <a:xfrm>
            <a:off x="4709160" y="2962656"/>
            <a:ext cx="4297680" cy="1920240"/>
          </a:xfrm>
          <a:prstGeom prst="rect">
            <a:avLst/>
          </a:prstGeom>
          <a:solidFill>
            <a:srgbClr val="111828"/>
          </a:solidFill>
          <a:ln w="12700">
            <a:solidFill>
              <a:srgbClr val="1A5FA8"/>
            </a:solidFill>
            <a:prstDash val="solid"/>
          </a:ln>
          <a:effectLst>
            <a:outerShdw sx="100000" sy="100000" kx="0" ky="0" algn="bl" rotWithShape="0" blurRad="63500" dist="25400" dir="8100000">
              <a:srgbClr val="000000">
                <a:alpha val="30000"/>
              </a:srgbClr>
            </a:outerShdw>
          </a:effectLst>
        </p:spPr>
      </p:sp>
      <p:sp>
        <p:nvSpPr>
          <p:cNvPr id="206" name="Shape 204"/>
          <p:cNvSpPr/>
          <p:nvPr/>
        </p:nvSpPr>
        <p:spPr>
          <a:xfrm>
            <a:off x="4709160" y="2962656"/>
            <a:ext cx="4297680" cy="54864"/>
          </a:xfrm>
          <a:prstGeom prst="rect">
            <a:avLst/>
          </a:prstGeom>
          <a:solidFill>
            <a:srgbClr val="1A5FA8"/>
          </a:solidFill>
          <a:ln/>
        </p:spPr>
      </p:sp>
      <p:sp>
        <p:nvSpPr>
          <p:cNvPr id="207" name="Text 205"/>
          <p:cNvSpPr/>
          <p:nvPr/>
        </p:nvSpPr>
        <p:spPr>
          <a:xfrm>
            <a:off x="4818888" y="3054096"/>
            <a:ext cx="4069080" cy="365760"/>
          </a:xfrm>
          <a:prstGeom prst="rect">
            <a:avLst/>
          </a:prstGeom>
          <a:noFill/>
          <a:ln/>
        </p:spPr>
        <p:txBody>
          <a:bodyPr wrap="square" rtlCol="0" anchor="ctr"/>
          <a:lstStyle/>
          <a:p>
            <a:pPr indent="0" marL="0">
              <a:buNone/>
            </a:pPr>
            <a:r>
              <a:rPr lang="en-US" sz="1100" b="1" dirty="0">
                <a:solidFill>
                  <a:srgbClr val="1A5FA8"/>
                </a:solidFill>
                <a:latin typeface="Georgia" pitchFamily="34" charset="0"/>
                <a:ea typeface="Georgia" pitchFamily="34" charset="-122"/>
                <a:cs typeface="Georgia" pitchFamily="34" charset="-120"/>
              </a:rPr>
              <a:t>⚙  Usage dans l'enrobeur — point d'usage critique</a:t>
            </a:r>
            <a:endParaRPr lang="en-US" sz="1100" dirty="0"/>
          </a:p>
        </p:txBody>
      </p:sp>
      <p:sp>
        <p:nvSpPr>
          <p:cNvPr id="208" name="Shape 206"/>
          <p:cNvSpPr/>
          <p:nvPr/>
        </p:nvSpPr>
        <p:spPr>
          <a:xfrm rot="2700000">
            <a:off x="13716" y="3447288"/>
            <a:ext cx="82296" cy="82296"/>
          </a:xfrm>
          <a:prstGeom prst="rect">
            <a:avLst/>
          </a:prstGeom>
          <a:solidFill>
            <a:srgbClr val="1A5FA8">
              <a:alpha val="18000"/>
            </a:srgbClr>
          </a:solidFill>
          <a:ln w="12700">
            <a:solidFill>
              <a:srgbClr val="1A5FA8"/>
            </a:solidFill>
            <a:prstDash val="solid"/>
          </a:ln>
        </p:spPr>
      </p:sp>
      <p:sp>
        <p:nvSpPr>
          <p:cNvPr id="209" name="Shape 207"/>
          <p:cNvSpPr/>
          <p:nvPr/>
        </p:nvSpPr>
        <p:spPr>
          <a:xfrm rot="2700000">
            <a:off x="137160" y="3447288"/>
            <a:ext cx="82296" cy="82296"/>
          </a:xfrm>
          <a:prstGeom prst="rect">
            <a:avLst/>
          </a:prstGeom>
          <a:solidFill>
            <a:srgbClr val="1A5FA8">
              <a:alpha val="18000"/>
            </a:srgbClr>
          </a:solidFill>
          <a:ln w="12700">
            <a:solidFill>
              <a:srgbClr val="1A5FA8"/>
            </a:solidFill>
            <a:prstDash val="solid"/>
          </a:ln>
        </p:spPr>
      </p:sp>
      <p:sp>
        <p:nvSpPr>
          <p:cNvPr id="210" name="Shape 208"/>
          <p:cNvSpPr/>
          <p:nvPr/>
        </p:nvSpPr>
        <p:spPr>
          <a:xfrm rot="2700000">
            <a:off x="260604" y="3447288"/>
            <a:ext cx="82296" cy="82296"/>
          </a:xfrm>
          <a:prstGeom prst="rect">
            <a:avLst/>
          </a:prstGeom>
          <a:solidFill>
            <a:srgbClr val="1A5FA8">
              <a:alpha val="18000"/>
            </a:srgbClr>
          </a:solidFill>
          <a:ln w="12700">
            <a:solidFill>
              <a:srgbClr val="1A5FA8"/>
            </a:solidFill>
            <a:prstDash val="solid"/>
          </a:ln>
        </p:spPr>
      </p:sp>
      <p:sp>
        <p:nvSpPr>
          <p:cNvPr id="211" name="Shape 209"/>
          <p:cNvSpPr/>
          <p:nvPr/>
        </p:nvSpPr>
        <p:spPr>
          <a:xfrm rot="2700000">
            <a:off x="384048" y="3447288"/>
            <a:ext cx="82296" cy="82296"/>
          </a:xfrm>
          <a:prstGeom prst="rect">
            <a:avLst/>
          </a:prstGeom>
          <a:solidFill>
            <a:srgbClr val="1A5FA8">
              <a:alpha val="18000"/>
            </a:srgbClr>
          </a:solidFill>
          <a:ln w="12700">
            <a:solidFill>
              <a:srgbClr val="1A5FA8"/>
            </a:solidFill>
            <a:prstDash val="solid"/>
          </a:ln>
        </p:spPr>
      </p:sp>
      <p:sp>
        <p:nvSpPr>
          <p:cNvPr id="212" name="Shape 210"/>
          <p:cNvSpPr/>
          <p:nvPr/>
        </p:nvSpPr>
        <p:spPr>
          <a:xfrm rot="2700000">
            <a:off x="507492" y="3447288"/>
            <a:ext cx="82296" cy="82296"/>
          </a:xfrm>
          <a:prstGeom prst="rect">
            <a:avLst/>
          </a:prstGeom>
          <a:solidFill>
            <a:srgbClr val="1A5FA8">
              <a:alpha val="18000"/>
            </a:srgbClr>
          </a:solidFill>
          <a:ln w="12700">
            <a:solidFill>
              <a:srgbClr val="1A5FA8"/>
            </a:solidFill>
            <a:prstDash val="solid"/>
          </a:ln>
        </p:spPr>
      </p:sp>
      <p:sp>
        <p:nvSpPr>
          <p:cNvPr id="213" name="Shape 211"/>
          <p:cNvSpPr/>
          <p:nvPr/>
        </p:nvSpPr>
        <p:spPr>
          <a:xfrm rot="2700000">
            <a:off x="630936" y="3447288"/>
            <a:ext cx="82296" cy="82296"/>
          </a:xfrm>
          <a:prstGeom prst="rect">
            <a:avLst/>
          </a:prstGeom>
          <a:solidFill>
            <a:srgbClr val="1A5FA8">
              <a:alpha val="18000"/>
            </a:srgbClr>
          </a:solidFill>
          <a:ln w="12700">
            <a:solidFill>
              <a:srgbClr val="1A5FA8"/>
            </a:solidFill>
            <a:prstDash val="solid"/>
          </a:ln>
        </p:spPr>
      </p:sp>
      <p:sp>
        <p:nvSpPr>
          <p:cNvPr id="214" name="Shape 212"/>
          <p:cNvSpPr/>
          <p:nvPr/>
        </p:nvSpPr>
        <p:spPr>
          <a:xfrm rot="2700000">
            <a:off x="754380" y="3447288"/>
            <a:ext cx="82296" cy="82296"/>
          </a:xfrm>
          <a:prstGeom prst="rect">
            <a:avLst/>
          </a:prstGeom>
          <a:solidFill>
            <a:srgbClr val="1A5FA8">
              <a:alpha val="18000"/>
            </a:srgbClr>
          </a:solidFill>
          <a:ln w="12700">
            <a:solidFill>
              <a:srgbClr val="1A5FA8"/>
            </a:solidFill>
            <a:prstDash val="solid"/>
          </a:ln>
        </p:spPr>
      </p:sp>
      <p:sp>
        <p:nvSpPr>
          <p:cNvPr id="215" name="Shape 213"/>
          <p:cNvSpPr/>
          <p:nvPr/>
        </p:nvSpPr>
        <p:spPr>
          <a:xfrm rot="2700000">
            <a:off x="877824" y="3447288"/>
            <a:ext cx="82296" cy="82296"/>
          </a:xfrm>
          <a:prstGeom prst="rect">
            <a:avLst/>
          </a:prstGeom>
          <a:solidFill>
            <a:srgbClr val="1A5FA8">
              <a:alpha val="18000"/>
            </a:srgbClr>
          </a:solidFill>
          <a:ln w="12700">
            <a:solidFill>
              <a:srgbClr val="1A5FA8"/>
            </a:solidFill>
            <a:prstDash val="solid"/>
          </a:ln>
        </p:spPr>
      </p:sp>
      <p:sp>
        <p:nvSpPr>
          <p:cNvPr id="216" name="Shape 214"/>
          <p:cNvSpPr/>
          <p:nvPr/>
        </p:nvSpPr>
        <p:spPr>
          <a:xfrm rot="2700000">
            <a:off x="1001268" y="3447288"/>
            <a:ext cx="82296" cy="82296"/>
          </a:xfrm>
          <a:prstGeom prst="rect">
            <a:avLst/>
          </a:prstGeom>
          <a:solidFill>
            <a:srgbClr val="1A5FA8">
              <a:alpha val="18000"/>
            </a:srgbClr>
          </a:solidFill>
          <a:ln w="12700">
            <a:solidFill>
              <a:srgbClr val="1A5FA8"/>
            </a:solidFill>
            <a:prstDash val="solid"/>
          </a:ln>
        </p:spPr>
      </p:sp>
      <p:sp>
        <p:nvSpPr>
          <p:cNvPr id="217" name="Shape 215"/>
          <p:cNvSpPr/>
          <p:nvPr/>
        </p:nvSpPr>
        <p:spPr>
          <a:xfrm rot="2700000">
            <a:off x="1124712" y="3447288"/>
            <a:ext cx="82296" cy="82296"/>
          </a:xfrm>
          <a:prstGeom prst="rect">
            <a:avLst/>
          </a:prstGeom>
          <a:solidFill>
            <a:srgbClr val="1A5FA8">
              <a:alpha val="18000"/>
            </a:srgbClr>
          </a:solidFill>
          <a:ln w="12700">
            <a:solidFill>
              <a:srgbClr val="1A5FA8"/>
            </a:solidFill>
            <a:prstDash val="solid"/>
          </a:ln>
        </p:spPr>
      </p:sp>
      <p:sp>
        <p:nvSpPr>
          <p:cNvPr id="218" name="Shape 216"/>
          <p:cNvSpPr/>
          <p:nvPr/>
        </p:nvSpPr>
        <p:spPr>
          <a:xfrm rot="2700000">
            <a:off x="1248156" y="3447288"/>
            <a:ext cx="82296" cy="82296"/>
          </a:xfrm>
          <a:prstGeom prst="rect">
            <a:avLst/>
          </a:prstGeom>
          <a:solidFill>
            <a:srgbClr val="1A5FA8">
              <a:alpha val="18000"/>
            </a:srgbClr>
          </a:solidFill>
          <a:ln w="12700">
            <a:solidFill>
              <a:srgbClr val="1A5FA8"/>
            </a:solidFill>
            <a:prstDash val="solid"/>
          </a:ln>
        </p:spPr>
      </p:sp>
      <p:sp>
        <p:nvSpPr>
          <p:cNvPr id="219" name="Shape 217"/>
          <p:cNvSpPr/>
          <p:nvPr/>
        </p:nvSpPr>
        <p:spPr>
          <a:xfrm rot="2700000">
            <a:off x="1371600" y="3447288"/>
            <a:ext cx="82296" cy="82296"/>
          </a:xfrm>
          <a:prstGeom prst="rect">
            <a:avLst/>
          </a:prstGeom>
          <a:solidFill>
            <a:srgbClr val="1A5FA8">
              <a:alpha val="18000"/>
            </a:srgbClr>
          </a:solidFill>
          <a:ln w="12700">
            <a:solidFill>
              <a:srgbClr val="1A5FA8"/>
            </a:solidFill>
            <a:prstDash val="solid"/>
          </a:ln>
        </p:spPr>
      </p:sp>
      <p:sp>
        <p:nvSpPr>
          <p:cNvPr id="220" name="Shape 218"/>
          <p:cNvSpPr/>
          <p:nvPr/>
        </p:nvSpPr>
        <p:spPr>
          <a:xfrm rot="2700000">
            <a:off x="1495044" y="3447288"/>
            <a:ext cx="82296" cy="82296"/>
          </a:xfrm>
          <a:prstGeom prst="rect">
            <a:avLst/>
          </a:prstGeom>
          <a:solidFill>
            <a:srgbClr val="1A5FA8">
              <a:alpha val="18000"/>
            </a:srgbClr>
          </a:solidFill>
          <a:ln w="12700">
            <a:solidFill>
              <a:srgbClr val="1A5FA8"/>
            </a:solidFill>
            <a:prstDash val="solid"/>
          </a:ln>
        </p:spPr>
      </p:sp>
      <p:sp>
        <p:nvSpPr>
          <p:cNvPr id="221" name="Shape 219"/>
          <p:cNvSpPr/>
          <p:nvPr/>
        </p:nvSpPr>
        <p:spPr>
          <a:xfrm rot="2700000">
            <a:off x="1618488" y="3447288"/>
            <a:ext cx="82296" cy="82296"/>
          </a:xfrm>
          <a:prstGeom prst="rect">
            <a:avLst/>
          </a:prstGeom>
          <a:solidFill>
            <a:srgbClr val="1A5FA8">
              <a:alpha val="18000"/>
            </a:srgbClr>
          </a:solidFill>
          <a:ln w="12700">
            <a:solidFill>
              <a:srgbClr val="1A5FA8"/>
            </a:solidFill>
            <a:prstDash val="solid"/>
          </a:ln>
        </p:spPr>
      </p:sp>
      <p:sp>
        <p:nvSpPr>
          <p:cNvPr id="222" name="Shape 220"/>
          <p:cNvSpPr/>
          <p:nvPr/>
        </p:nvSpPr>
        <p:spPr>
          <a:xfrm rot="2700000">
            <a:off x="1741932" y="3447288"/>
            <a:ext cx="82296" cy="82296"/>
          </a:xfrm>
          <a:prstGeom prst="rect">
            <a:avLst/>
          </a:prstGeom>
          <a:solidFill>
            <a:srgbClr val="1A5FA8">
              <a:alpha val="18000"/>
            </a:srgbClr>
          </a:solidFill>
          <a:ln w="12700">
            <a:solidFill>
              <a:srgbClr val="1A5FA8"/>
            </a:solidFill>
            <a:prstDash val="solid"/>
          </a:ln>
        </p:spPr>
      </p:sp>
      <p:sp>
        <p:nvSpPr>
          <p:cNvPr id="223" name="Shape 221"/>
          <p:cNvSpPr/>
          <p:nvPr/>
        </p:nvSpPr>
        <p:spPr>
          <a:xfrm rot="2700000">
            <a:off x="1865376" y="3447288"/>
            <a:ext cx="82296" cy="82296"/>
          </a:xfrm>
          <a:prstGeom prst="rect">
            <a:avLst/>
          </a:prstGeom>
          <a:solidFill>
            <a:srgbClr val="1A5FA8">
              <a:alpha val="18000"/>
            </a:srgbClr>
          </a:solidFill>
          <a:ln w="12700">
            <a:solidFill>
              <a:srgbClr val="1A5FA8"/>
            </a:solidFill>
            <a:prstDash val="solid"/>
          </a:ln>
        </p:spPr>
      </p:sp>
      <p:sp>
        <p:nvSpPr>
          <p:cNvPr id="224" name="Shape 222"/>
          <p:cNvSpPr/>
          <p:nvPr/>
        </p:nvSpPr>
        <p:spPr>
          <a:xfrm rot="2700000">
            <a:off x="1988820" y="3447288"/>
            <a:ext cx="82296" cy="82296"/>
          </a:xfrm>
          <a:prstGeom prst="rect">
            <a:avLst/>
          </a:prstGeom>
          <a:solidFill>
            <a:srgbClr val="1A5FA8">
              <a:alpha val="18000"/>
            </a:srgbClr>
          </a:solidFill>
          <a:ln w="12700">
            <a:solidFill>
              <a:srgbClr val="1A5FA8"/>
            </a:solidFill>
            <a:prstDash val="solid"/>
          </a:ln>
        </p:spPr>
      </p:sp>
      <p:sp>
        <p:nvSpPr>
          <p:cNvPr id="225" name="Shape 223"/>
          <p:cNvSpPr/>
          <p:nvPr/>
        </p:nvSpPr>
        <p:spPr>
          <a:xfrm rot="2700000">
            <a:off x="2112264" y="3447288"/>
            <a:ext cx="82296" cy="82296"/>
          </a:xfrm>
          <a:prstGeom prst="rect">
            <a:avLst/>
          </a:prstGeom>
          <a:solidFill>
            <a:srgbClr val="1A5FA8">
              <a:alpha val="18000"/>
            </a:srgbClr>
          </a:solidFill>
          <a:ln w="12700">
            <a:solidFill>
              <a:srgbClr val="1A5FA8"/>
            </a:solidFill>
            <a:prstDash val="solid"/>
          </a:ln>
        </p:spPr>
      </p:sp>
      <p:sp>
        <p:nvSpPr>
          <p:cNvPr id="226" name="Shape 224"/>
          <p:cNvSpPr/>
          <p:nvPr/>
        </p:nvSpPr>
        <p:spPr>
          <a:xfrm rot="2700000">
            <a:off x="2235708" y="3447288"/>
            <a:ext cx="82296" cy="82296"/>
          </a:xfrm>
          <a:prstGeom prst="rect">
            <a:avLst/>
          </a:prstGeom>
          <a:solidFill>
            <a:srgbClr val="1A5FA8">
              <a:alpha val="18000"/>
            </a:srgbClr>
          </a:solidFill>
          <a:ln w="12700">
            <a:solidFill>
              <a:srgbClr val="1A5FA8"/>
            </a:solidFill>
            <a:prstDash val="solid"/>
          </a:ln>
        </p:spPr>
      </p:sp>
      <p:sp>
        <p:nvSpPr>
          <p:cNvPr id="227" name="Shape 225"/>
          <p:cNvSpPr/>
          <p:nvPr/>
        </p:nvSpPr>
        <p:spPr>
          <a:xfrm rot="2700000">
            <a:off x="2359152" y="3447288"/>
            <a:ext cx="82296" cy="82296"/>
          </a:xfrm>
          <a:prstGeom prst="rect">
            <a:avLst/>
          </a:prstGeom>
          <a:solidFill>
            <a:srgbClr val="1A5FA8">
              <a:alpha val="18000"/>
            </a:srgbClr>
          </a:solidFill>
          <a:ln w="12700">
            <a:solidFill>
              <a:srgbClr val="1A5FA8"/>
            </a:solidFill>
            <a:prstDash val="solid"/>
          </a:ln>
        </p:spPr>
      </p:sp>
      <p:sp>
        <p:nvSpPr>
          <p:cNvPr id="228" name="Shape 226"/>
          <p:cNvSpPr/>
          <p:nvPr/>
        </p:nvSpPr>
        <p:spPr>
          <a:xfrm rot="2700000">
            <a:off x="2482596" y="3447288"/>
            <a:ext cx="82296" cy="82296"/>
          </a:xfrm>
          <a:prstGeom prst="rect">
            <a:avLst/>
          </a:prstGeom>
          <a:solidFill>
            <a:srgbClr val="1A5FA8">
              <a:alpha val="18000"/>
            </a:srgbClr>
          </a:solidFill>
          <a:ln w="12700">
            <a:solidFill>
              <a:srgbClr val="1A5FA8"/>
            </a:solidFill>
            <a:prstDash val="solid"/>
          </a:ln>
        </p:spPr>
      </p:sp>
      <p:sp>
        <p:nvSpPr>
          <p:cNvPr id="229" name="Shape 227"/>
          <p:cNvSpPr/>
          <p:nvPr/>
        </p:nvSpPr>
        <p:spPr>
          <a:xfrm rot="2700000">
            <a:off x="2606040" y="3447288"/>
            <a:ext cx="82296" cy="82296"/>
          </a:xfrm>
          <a:prstGeom prst="rect">
            <a:avLst/>
          </a:prstGeom>
          <a:solidFill>
            <a:srgbClr val="1A5FA8">
              <a:alpha val="18000"/>
            </a:srgbClr>
          </a:solidFill>
          <a:ln w="12700">
            <a:solidFill>
              <a:srgbClr val="1A5FA8"/>
            </a:solidFill>
            <a:prstDash val="solid"/>
          </a:ln>
        </p:spPr>
      </p:sp>
      <p:sp>
        <p:nvSpPr>
          <p:cNvPr id="230" name="Shape 228"/>
          <p:cNvSpPr/>
          <p:nvPr/>
        </p:nvSpPr>
        <p:spPr>
          <a:xfrm rot="2700000">
            <a:off x="2729484" y="3447288"/>
            <a:ext cx="82296" cy="82296"/>
          </a:xfrm>
          <a:prstGeom prst="rect">
            <a:avLst/>
          </a:prstGeom>
          <a:solidFill>
            <a:srgbClr val="1A5FA8">
              <a:alpha val="18000"/>
            </a:srgbClr>
          </a:solidFill>
          <a:ln w="12700">
            <a:solidFill>
              <a:srgbClr val="1A5FA8"/>
            </a:solidFill>
            <a:prstDash val="solid"/>
          </a:ln>
        </p:spPr>
      </p:sp>
      <p:sp>
        <p:nvSpPr>
          <p:cNvPr id="231" name="Shape 229"/>
          <p:cNvSpPr/>
          <p:nvPr/>
        </p:nvSpPr>
        <p:spPr>
          <a:xfrm rot="2700000">
            <a:off x="2852928" y="3447288"/>
            <a:ext cx="82296" cy="82296"/>
          </a:xfrm>
          <a:prstGeom prst="rect">
            <a:avLst/>
          </a:prstGeom>
          <a:solidFill>
            <a:srgbClr val="1A5FA8">
              <a:alpha val="18000"/>
            </a:srgbClr>
          </a:solidFill>
          <a:ln w="12700">
            <a:solidFill>
              <a:srgbClr val="1A5FA8"/>
            </a:solidFill>
            <a:prstDash val="solid"/>
          </a:ln>
        </p:spPr>
      </p:sp>
      <p:sp>
        <p:nvSpPr>
          <p:cNvPr id="232" name="Shape 230"/>
          <p:cNvSpPr/>
          <p:nvPr/>
        </p:nvSpPr>
        <p:spPr>
          <a:xfrm rot="2700000">
            <a:off x="2976372" y="3447288"/>
            <a:ext cx="82296" cy="82296"/>
          </a:xfrm>
          <a:prstGeom prst="rect">
            <a:avLst/>
          </a:prstGeom>
          <a:solidFill>
            <a:srgbClr val="1A5FA8">
              <a:alpha val="18000"/>
            </a:srgbClr>
          </a:solidFill>
          <a:ln w="12700">
            <a:solidFill>
              <a:srgbClr val="1A5FA8"/>
            </a:solidFill>
            <a:prstDash val="solid"/>
          </a:ln>
        </p:spPr>
      </p:sp>
      <p:sp>
        <p:nvSpPr>
          <p:cNvPr id="233" name="Shape 231"/>
          <p:cNvSpPr/>
          <p:nvPr/>
        </p:nvSpPr>
        <p:spPr>
          <a:xfrm rot="2700000">
            <a:off x="3099816" y="3447288"/>
            <a:ext cx="82296" cy="82296"/>
          </a:xfrm>
          <a:prstGeom prst="rect">
            <a:avLst/>
          </a:prstGeom>
          <a:solidFill>
            <a:srgbClr val="1A5FA8">
              <a:alpha val="18000"/>
            </a:srgbClr>
          </a:solidFill>
          <a:ln w="12700">
            <a:solidFill>
              <a:srgbClr val="1A5FA8"/>
            </a:solidFill>
            <a:prstDash val="solid"/>
          </a:ln>
        </p:spPr>
      </p:sp>
      <p:sp>
        <p:nvSpPr>
          <p:cNvPr id="234" name="Shape 232"/>
          <p:cNvSpPr/>
          <p:nvPr/>
        </p:nvSpPr>
        <p:spPr>
          <a:xfrm rot="2700000">
            <a:off x="3223260" y="3447288"/>
            <a:ext cx="82296" cy="82296"/>
          </a:xfrm>
          <a:prstGeom prst="rect">
            <a:avLst/>
          </a:prstGeom>
          <a:solidFill>
            <a:srgbClr val="1A5FA8">
              <a:alpha val="18000"/>
            </a:srgbClr>
          </a:solidFill>
          <a:ln w="12700">
            <a:solidFill>
              <a:srgbClr val="1A5FA8"/>
            </a:solidFill>
            <a:prstDash val="solid"/>
          </a:ln>
        </p:spPr>
      </p:sp>
      <p:sp>
        <p:nvSpPr>
          <p:cNvPr id="235" name="Shape 233"/>
          <p:cNvSpPr/>
          <p:nvPr/>
        </p:nvSpPr>
        <p:spPr>
          <a:xfrm rot="2700000">
            <a:off x="3346704" y="3447288"/>
            <a:ext cx="82296" cy="82296"/>
          </a:xfrm>
          <a:prstGeom prst="rect">
            <a:avLst/>
          </a:prstGeom>
          <a:solidFill>
            <a:srgbClr val="1A5FA8">
              <a:alpha val="18000"/>
            </a:srgbClr>
          </a:solidFill>
          <a:ln w="12700">
            <a:solidFill>
              <a:srgbClr val="1A5FA8"/>
            </a:solidFill>
            <a:prstDash val="solid"/>
          </a:ln>
        </p:spPr>
      </p:sp>
      <p:sp>
        <p:nvSpPr>
          <p:cNvPr id="236" name="Shape 234"/>
          <p:cNvSpPr/>
          <p:nvPr/>
        </p:nvSpPr>
        <p:spPr>
          <a:xfrm rot="2700000">
            <a:off x="3470148" y="3447288"/>
            <a:ext cx="82296" cy="82296"/>
          </a:xfrm>
          <a:prstGeom prst="rect">
            <a:avLst/>
          </a:prstGeom>
          <a:solidFill>
            <a:srgbClr val="1A5FA8">
              <a:alpha val="18000"/>
            </a:srgbClr>
          </a:solidFill>
          <a:ln w="12700">
            <a:solidFill>
              <a:srgbClr val="1A5FA8"/>
            </a:solidFill>
            <a:prstDash val="solid"/>
          </a:ln>
        </p:spPr>
      </p:sp>
      <p:sp>
        <p:nvSpPr>
          <p:cNvPr id="237" name="Shape 235"/>
          <p:cNvSpPr/>
          <p:nvPr/>
        </p:nvSpPr>
        <p:spPr>
          <a:xfrm rot="2700000">
            <a:off x="3593592" y="3447288"/>
            <a:ext cx="82296" cy="82296"/>
          </a:xfrm>
          <a:prstGeom prst="rect">
            <a:avLst/>
          </a:prstGeom>
          <a:solidFill>
            <a:srgbClr val="1A5FA8">
              <a:alpha val="18000"/>
            </a:srgbClr>
          </a:solidFill>
          <a:ln w="12700">
            <a:solidFill>
              <a:srgbClr val="1A5FA8"/>
            </a:solidFill>
            <a:prstDash val="solid"/>
          </a:ln>
        </p:spPr>
      </p:sp>
      <p:sp>
        <p:nvSpPr>
          <p:cNvPr id="238" name="Shape 236"/>
          <p:cNvSpPr/>
          <p:nvPr/>
        </p:nvSpPr>
        <p:spPr>
          <a:xfrm rot="2700000">
            <a:off x="3717036" y="3447288"/>
            <a:ext cx="82296" cy="82296"/>
          </a:xfrm>
          <a:prstGeom prst="rect">
            <a:avLst/>
          </a:prstGeom>
          <a:solidFill>
            <a:srgbClr val="1A5FA8">
              <a:alpha val="18000"/>
            </a:srgbClr>
          </a:solidFill>
          <a:ln w="12700">
            <a:solidFill>
              <a:srgbClr val="1A5FA8"/>
            </a:solidFill>
            <a:prstDash val="solid"/>
          </a:ln>
        </p:spPr>
      </p:sp>
      <p:sp>
        <p:nvSpPr>
          <p:cNvPr id="239" name="Shape 237"/>
          <p:cNvSpPr/>
          <p:nvPr/>
        </p:nvSpPr>
        <p:spPr>
          <a:xfrm rot="2700000">
            <a:off x="3840480" y="3447288"/>
            <a:ext cx="82296" cy="82296"/>
          </a:xfrm>
          <a:prstGeom prst="rect">
            <a:avLst/>
          </a:prstGeom>
          <a:solidFill>
            <a:srgbClr val="1A5FA8">
              <a:alpha val="18000"/>
            </a:srgbClr>
          </a:solidFill>
          <a:ln w="12700">
            <a:solidFill>
              <a:srgbClr val="1A5FA8"/>
            </a:solidFill>
            <a:prstDash val="solid"/>
          </a:ln>
        </p:spPr>
      </p:sp>
      <p:sp>
        <p:nvSpPr>
          <p:cNvPr id="240" name="Shape 238"/>
          <p:cNvSpPr/>
          <p:nvPr/>
        </p:nvSpPr>
        <p:spPr>
          <a:xfrm rot="2700000">
            <a:off x="3963924" y="3447288"/>
            <a:ext cx="82296" cy="82296"/>
          </a:xfrm>
          <a:prstGeom prst="rect">
            <a:avLst/>
          </a:prstGeom>
          <a:solidFill>
            <a:srgbClr val="1A5FA8">
              <a:alpha val="18000"/>
            </a:srgbClr>
          </a:solidFill>
          <a:ln w="12700">
            <a:solidFill>
              <a:srgbClr val="1A5FA8"/>
            </a:solidFill>
            <a:prstDash val="solid"/>
          </a:ln>
        </p:spPr>
      </p:sp>
      <p:sp>
        <p:nvSpPr>
          <p:cNvPr id="241" name="Shape 239"/>
          <p:cNvSpPr/>
          <p:nvPr/>
        </p:nvSpPr>
        <p:spPr>
          <a:xfrm rot="2700000">
            <a:off x="4087368" y="3447288"/>
            <a:ext cx="82296" cy="82296"/>
          </a:xfrm>
          <a:prstGeom prst="rect">
            <a:avLst/>
          </a:prstGeom>
          <a:solidFill>
            <a:srgbClr val="1A5FA8">
              <a:alpha val="18000"/>
            </a:srgbClr>
          </a:solidFill>
          <a:ln w="12700">
            <a:solidFill>
              <a:srgbClr val="1A5FA8"/>
            </a:solidFill>
            <a:prstDash val="solid"/>
          </a:ln>
        </p:spPr>
      </p:sp>
      <p:sp>
        <p:nvSpPr>
          <p:cNvPr id="242" name="Shape 240"/>
          <p:cNvSpPr/>
          <p:nvPr/>
        </p:nvSpPr>
        <p:spPr>
          <a:xfrm rot="2700000">
            <a:off x="4210812" y="3447288"/>
            <a:ext cx="82296" cy="82296"/>
          </a:xfrm>
          <a:prstGeom prst="rect">
            <a:avLst/>
          </a:prstGeom>
          <a:solidFill>
            <a:srgbClr val="1A5FA8">
              <a:alpha val="18000"/>
            </a:srgbClr>
          </a:solidFill>
          <a:ln w="12700">
            <a:solidFill>
              <a:srgbClr val="1A5FA8"/>
            </a:solidFill>
            <a:prstDash val="solid"/>
          </a:ln>
        </p:spPr>
      </p:sp>
      <p:sp>
        <p:nvSpPr>
          <p:cNvPr id="243" name="Shape 241"/>
          <p:cNvSpPr/>
          <p:nvPr/>
        </p:nvSpPr>
        <p:spPr>
          <a:xfrm rot="2700000">
            <a:off x="4334256" y="3447288"/>
            <a:ext cx="82296" cy="82296"/>
          </a:xfrm>
          <a:prstGeom prst="rect">
            <a:avLst/>
          </a:prstGeom>
          <a:solidFill>
            <a:srgbClr val="1A5FA8">
              <a:alpha val="18000"/>
            </a:srgbClr>
          </a:solidFill>
          <a:ln w="12700">
            <a:solidFill>
              <a:srgbClr val="1A5FA8"/>
            </a:solidFill>
            <a:prstDash val="solid"/>
          </a:ln>
        </p:spPr>
      </p:sp>
      <p:sp>
        <p:nvSpPr>
          <p:cNvPr id="244" name="Text 242"/>
          <p:cNvSpPr/>
          <p:nvPr/>
        </p:nvSpPr>
        <p:spPr>
          <a:xfrm>
            <a:off x="4818888" y="3511296"/>
            <a:ext cx="4114800" cy="1298448"/>
          </a:xfrm>
          <a:prstGeom prst="rect">
            <a:avLst/>
          </a:prstGeom>
          <a:noFill/>
          <a:ln/>
        </p:spPr>
        <p:txBody>
          <a:bodyPr wrap="square" rtlCol="0" anchor="t"/>
          <a:lstStyle/>
          <a:p>
            <a:pPr indent="0" marL="0">
              <a:buNone/>
            </a:pPr>
            <a:r>
              <a:rPr lang="en-US" sz="950" dirty="0">
                <a:solidFill>
                  <a:srgbClr val="EDE0C8"/>
                </a:solidFill>
                <a:latin typeface="Calibri" pitchFamily="34" charset="0"/>
                <a:ea typeface="Calibri" pitchFamily="34" charset="-122"/>
                <a:cs typeface="Calibri" pitchFamily="34" charset="-120"/>
              </a:rPr>
              <a:t>L'enrobeur pulvérise les graisses (20 000 L stockés) et les digestats (arômes de palatabilité) sur le kibble en sortie de séchoir. C'est le seul point de la ligne où l'air comprimé est en contact direct avec le produit. Il exige impérativement de l'air Classe 0.</a:t>
            </a:r>
            <a:endParaRPr lang="en-US" sz="950" dirty="0"/>
          </a:p>
        </p:txBody>
      </p:sp>
      <p:sp>
        <p:nvSpPr>
          <p:cNvPr id="245" name="Shape 243"/>
          <p:cNvSpPr/>
          <p:nvPr/>
        </p:nvSpPr>
        <p:spPr>
          <a:xfrm rot="2700000">
            <a:off x="13716" y="4846320"/>
            <a:ext cx="82296" cy="82296"/>
          </a:xfrm>
          <a:prstGeom prst="rect">
            <a:avLst/>
          </a:prstGeom>
          <a:solidFill>
            <a:srgbClr val="D4951A">
              <a:alpha val="15000"/>
            </a:srgbClr>
          </a:solidFill>
          <a:ln w="12700">
            <a:solidFill>
              <a:srgbClr val="D4951A"/>
            </a:solidFill>
            <a:prstDash val="solid"/>
          </a:ln>
        </p:spPr>
      </p:sp>
      <p:sp>
        <p:nvSpPr>
          <p:cNvPr id="246" name="Shape 244"/>
          <p:cNvSpPr/>
          <p:nvPr/>
        </p:nvSpPr>
        <p:spPr>
          <a:xfrm rot="2700000">
            <a:off x="137160" y="4846320"/>
            <a:ext cx="82296" cy="82296"/>
          </a:xfrm>
          <a:prstGeom prst="rect">
            <a:avLst/>
          </a:prstGeom>
          <a:solidFill>
            <a:srgbClr val="D4951A">
              <a:alpha val="15000"/>
            </a:srgbClr>
          </a:solidFill>
          <a:ln w="12700">
            <a:solidFill>
              <a:srgbClr val="D4951A"/>
            </a:solidFill>
            <a:prstDash val="solid"/>
          </a:ln>
        </p:spPr>
      </p:sp>
      <p:sp>
        <p:nvSpPr>
          <p:cNvPr id="247" name="Shape 245"/>
          <p:cNvSpPr/>
          <p:nvPr/>
        </p:nvSpPr>
        <p:spPr>
          <a:xfrm rot="2700000">
            <a:off x="260604" y="4846320"/>
            <a:ext cx="82296" cy="82296"/>
          </a:xfrm>
          <a:prstGeom prst="rect">
            <a:avLst/>
          </a:prstGeom>
          <a:solidFill>
            <a:srgbClr val="D4951A">
              <a:alpha val="15000"/>
            </a:srgbClr>
          </a:solidFill>
          <a:ln w="12700">
            <a:solidFill>
              <a:srgbClr val="D4951A"/>
            </a:solidFill>
            <a:prstDash val="solid"/>
          </a:ln>
        </p:spPr>
      </p:sp>
      <p:sp>
        <p:nvSpPr>
          <p:cNvPr id="248" name="Shape 246"/>
          <p:cNvSpPr/>
          <p:nvPr/>
        </p:nvSpPr>
        <p:spPr>
          <a:xfrm rot="2700000">
            <a:off x="384048" y="4846320"/>
            <a:ext cx="82296" cy="82296"/>
          </a:xfrm>
          <a:prstGeom prst="rect">
            <a:avLst/>
          </a:prstGeom>
          <a:solidFill>
            <a:srgbClr val="D4951A">
              <a:alpha val="15000"/>
            </a:srgbClr>
          </a:solidFill>
          <a:ln w="12700">
            <a:solidFill>
              <a:srgbClr val="D4951A"/>
            </a:solidFill>
            <a:prstDash val="solid"/>
          </a:ln>
        </p:spPr>
      </p:sp>
      <p:sp>
        <p:nvSpPr>
          <p:cNvPr id="249" name="Shape 247"/>
          <p:cNvSpPr/>
          <p:nvPr/>
        </p:nvSpPr>
        <p:spPr>
          <a:xfrm rot="2700000">
            <a:off x="507492" y="4846320"/>
            <a:ext cx="82296" cy="82296"/>
          </a:xfrm>
          <a:prstGeom prst="rect">
            <a:avLst/>
          </a:prstGeom>
          <a:solidFill>
            <a:srgbClr val="D4951A">
              <a:alpha val="15000"/>
            </a:srgbClr>
          </a:solidFill>
          <a:ln w="12700">
            <a:solidFill>
              <a:srgbClr val="D4951A"/>
            </a:solidFill>
            <a:prstDash val="solid"/>
          </a:ln>
        </p:spPr>
      </p:sp>
      <p:sp>
        <p:nvSpPr>
          <p:cNvPr id="250" name="Shape 248"/>
          <p:cNvSpPr/>
          <p:nvPr/>
        </p:nvSpPr>
        <p:spPr>
          <a:xfrm rot="2700000">
            <a:off x="630936" y="4846320"/>
            <a:ext cx="82296" cy="82296"/>
          </a:xfrm>
          <a:prstGeom prst="rect">
            <a:avLst/>
          </a:prstGeom>
          <a:solidFill>
            <a:srgbClr val="D4951A">
              <a:alpha val="15000"/>
            </a:srgbClr>
          </a:solidFill>
          <a:ln w="12700">
            <a:solidFill>
              <a:srgbClr val="D4951A"/>
            </a:solidFill>
            <a:prstDash val="solid"/>
          </a:ln>
        </p:spPr>
      </p:sp>
      <p:sp>
        <p:nvSpPr>
          <p:cNvPr id="251" name="Shape 249"/>
          <p:cNvSpPr/>
          <p:nvPr/>
        </p:nvSpPr>
        <p:spPr>
          <a:xfrm rot="2700000">
            <a:off x="754380" y="4846320"/>
            <a:ext cx="82296" cy="82296"/>
          </a:xfrm>
          <a:prstGeom prst="rect">
            <a:avLst/>
          </a:prstGeom>
          <a:solidFill>
            <a:srgbClr val="D4951A">
              <a:alpha val="15000"/>
            </a:srgbClr>
          </a:solidFill>
          <a:ln w="12700">
            <a:solidFill>
              <a:srgbClr val="D4951A"/>
            </a:solidFill>
            <a:prstDash val="solid"/>
          </a:ln>
        </p:spPr>
      </p:sp>
      <p:sp>
        <p:nvSpPr>
          <p:cNvPr id="252" name="Shape 250"/>
          <p:cNvSpPr/>
          <p:nvPr/>
        </p:nvSpPr>
        <p:spPr>
          <a:xfrm rot="2700000">
            <a:off x="877824" y="4846320"/>
            <a:ext cx="82296" cy="82296"/>
          </a:xfrm>
          <a:prstGeom prst="rect">
            <a:avLst/>
          </a:prstGeom>
          <a:solidFill>
            <a:srgbClr val="D4951A">
              <a:alpha val="15000"/>
            </a:srgbClr>
          </a:solidFill>
          <a:ln w="12700">
            <a:solidFill>
              <a:srgbClr val="D4951A"/>
            </a:solidFill>
            <a:prstDash val="solid"/>
          </a:ln>
        </p:spPr>
      </p:sp>
      <p:sp>
        <p:nvSpPr>
          <p:cNvPr id="253" name="Shape 251"/>
          <p:cNvSpPr/>
          <p:nvPr/>
        </p:nvSpPr>
        <p:spPr>
          <a:xfrm rot="2700000">
            <a:off x="1001268" y="4846320"/>
            <a:ext cx="82296" cy="82296"/>
          </a:xfrm>
          <a:prstGeom prst="rect">
            <a:avLst/>
          </a:prstGeom>
          <a:solidFill>
            <a:srgbClr val="D4951A">
              <a:alpha val="15000"/>
            </a:srgbClr>
          </a:solidFill>
          <a:ln w="12700">
            <a:solidFill>
              <a:srgbClr val="D4951A"/>
            </a:solidFill>
            <a:prstDash val="solid"/>
          </a:ln>
        </p:spPr>
      </p:sp>
      <p:sp>
        <p:nvSpPr>
          <p:cNvPr id="254" name="Shape 252"/>
          <p:cNvSpPr/>
          <p:nvPr/>
        </p:nvSpPr>
        <p:spPr>
          <a:xfrm rot="2700000">
            <a:off x="1124712" y="4846320"/>
            <a:ext cx="82296" cy="82296"/>
          </a:xfrm>
          <a:prstGeom prst="rect">
            <a:avLst/>
          </a:prstGeom>
          <a:solidFill>
            <a:srgbClr val="D4951A">
              <a:alpha val="15000"/>
            </a:srgbClr>
          </a:solidFill>
          <a:ln w="12700">
            <a:solidFill>
              <a:srgbClr val="D4951A"/>
            </a:solidFill>
            <a:prstDash val="solid"/>
          </a:ln>
        </p:spPr>
      </p:sp>
      <p:sp>
        <p:nvSpPr>
          <p:cNvPr id="255" name="Shape 253"/>
          <p:cNvSpPr/>
          <p:nvPr/>
        </p:nvSpPr>
        <p:spPr>
          <a:xfrm rot="2700000">
            <a:off x="1248156" y="4846320"/>
            <a:ext cx="82296" cy="82296"/>
          </a:xfrm>
          <a:prstGeom prst="rect">
            <a:avLst/>
          </a:prstGeom>
          <a:solidFill>
            <a:srgbClr val="D4951A">
              <a:alpha val="15000"/>
            </a:srgbClr>
          </a:solidFill>
          <a:ln w="12700">
            <a:solidFill>
              <a:srgbClr val="D4951A"/>
            </a:solidFill>
            <a:prstDash val="solid"/>
          </a:ln>
        </p:spPr>
      </p:sp>
      <p:sp>
        <p:nvSpPr>
          <p:cNvPr id="256" name="Shape 254"/>
          <p:cNvSpPr/>
          <p:nvPr/>
        </p:nvSpPr>
        <p:spPr>
          <a:xfrm rot="2700000">
            <a:off x="1371600" y="4846320"/>
            <a:ext cx="82296" cy="82296"/>
          </a:xfrm>
          <a:prstGeom prst="rect">
            <a:avLst/>
          </a:prstGeom>
          <a:solidFill>
            <a:srgbClr val="D4951A">
              <a:alpha val="15000"/>
            </a:srgbClr>
          </a:solidFill>
          <a:ln w="12700">
            <a:solidFill>
              <a:srgbClr val="D4951A"/>
            </a:solidFill>
            <a:prstDash val="solid"/>
          </a:ln>
        </p:spPr>
      </p:sp>
      <p:sp>
        <p:nvSpPr>
          <p:cNvPr id="257" name="Shape 255"/>
          <p:cNvSpPr/>
          <p:nvPr/>
        </p:nvSpPr>
        <p:spPr>
          <a:xfrm rot="2700000">
            <a:off x="1495044" y="4846320"/>
            <a:ext cx="82296" cy="82296"/>
          </a:xfrm>
          <a:prstGeom prst="rect">
            <a:avLst/>
          </a:prstGeom>
          <a:solidFill>
            <a:srgbClr val="D4951A">
              <a:alpha val="15000"/>
            </a:srgbClr>
          </a:solidFill>
          <a:ln w="12700">
            <a:solidFill>
              <a:srgbClr val="D4951A"/>
            </a:solidFill>
            <a:prstDash val="solid"/>
          </a:ln>
        </p:spPr>
      </p:sp>
      <p:sp>
        <p:nvSpPr>
          <p:cNvPr id="258" name="Shape 256"/>
          <p:cNvSpPr/>
          <p:nvPr/>
        </p:nvSpPr>
        <p:spPr>
          <a:xfrm rot="2700000">
            <a:off x="1618488" y="4846320"/>
            <a:ext cx="82296" cy="82296"/>
          </a:xfrm>
          <a:prstGeom prst="rect">
            <a:avLst/>
          </a:prstGeom>
          <a:solidFill>
            <a:srgbClr val="D4951A">
              <a:alpha val="15000"/>
            </a:srgbClr>
          </a:solidFill>
          <a:ln w="12700">
            <a:solidFill>
              <a:srgbClr val="D4951A"/>
            </a:solidFill>
            <a:prstDash val="solid"/>
          </a:ln>
        </p:spPr>
      </p:sp>
      <p:sp>
        <p:nvSpPr>
          <p:cNvPr id="259" name="Shape 257"/>
          <p:cNvSpPr/>
          <p:nvPr/>
        </p:nvSpPr>
        <p:spPr>
          <a:xfrm rot="2700000">
            <a:off x="1741932" y="4846320"/>
            <a:ext cx="82296" cy="82296"/>
          </a:xfrm>
          <a:prstGeom prst="rect">
            <a:avLst/>
          </a:prstGeom>
          <a:solidFill>
            <a:srgbClr val="D4951A">
              <a:alpha val="15000"/>
            </a:srgbClr>
          </a:solidFill>
          <a:ln w="12700">
            <a:solidFill>
              <a:srgbClr val="D4951A"/>
            </a:solidFill>
            <a:prstDash val="solid"/>
          </a:ln>
        </p:spPr>
      </p:sp>
      <p:sp>
        <p:nvSpPr>
          <p:cNvPr id="260" name="Shape 258"/>
          <p:cNvSpPr/>
          <p:nvPr/>
        </p:nvSpPr>
        <p:spPr>
          <a:xfrm rot="2700000">
            <a:off x="1865376" y="4846320"/>
            <a:ext cx="82296" cy="82296"/>
          </a:xfrm>
          <a:prstGeom prst="rect">
            <a:avLst/>
          </a:prstGeom>
          <a:solidFill>
            <a:srgbClr val="D4951A">
              <a:alpha val="15000"/>
            </a:srgbClr>
          </a:solidFill>
          <a:ln w="12700">
            <a:solidFill>
              <a:srgbClr val="D4951A"/>
            </a:solidFill>
            <a:prstDash val="solid"/>
          </a:ln>
        </p:spPr>
      </p:sp>
      <p:sp>
        <p:nvSpPr>
          <p:cNvPr id="261" name="Shape 259"/>
          <p:cNvSpPr/>
          <p:nvPr/>
        </p:nvSpPr>
        <p:spPr>
          <a:xfrm rot="2700000">
            <a:off x="1988820" y="4846320"/>
            <a:ext cx="82296" cy="82296"/>
          </a:xfrm>
          <a:prstGeom prst="rect">
            <a:avLst/>
          </a:prstGeom>
          <a:solidFill>
            <a:srgbClr val="D4951A">
              <a:alpha val="15000"/>
            </a:srgbClr>
          </a:solidFill>
          <a:ln w="12700">
            <a:solidFill>
              <a:srgbClr val="D4951A"/>
            </a:solidFill>
            <a:prstDash val="solid"/>
          </a:ln>
        </p:spPr>
      </p:sp>
      <p:sp>
        <p:nvSpPr>
          <p:cNvPr id="262" name="Shape 260"/>
          <p:cNvSpPr/>
          <p:nvPr/>
        </p:nvSpPr>
        <p:spPr>
          <a:xfrm rot="2700000">
            <a:off x="2112264" y="4846320"/>
            <a:ext cx="82296" cy="82296"/>
          </a:xfrm>
          <a:prstGeom prst="rect">
            <a:avLst/>
          </a:prstGeom>
          <a:solidFill>
            <a:srgbClr val="D4951A">
              <a:alpha val="15000"/>
            </a:srgbClr>
          </a:solidFill>
          <a:ln w="12700">
            <a:solidFill>
              <a:srgbClr val="D4951A"/>
            </a:solidFill>
            <a:prstDash val="solid"/>
          </a:ln>
        </p:spPr>
      </p:sp>
      <p:sp>
        <p:nvSpPr>
          <p:cNvPr id="263" name="Shape 261"/>
          <p:cNvSpPr/>
          <p:nvPr/>
        </p:nvSpPr>
        <p:spPr>
          <a:xfrm rot="2700000">
            <a:off x="2235708" y="4846320"/>
            <a:ext cx="82296" cy="82296"/>
          </a:xfrm>
          <a:prstGeom prst="rect">
            <a:avLst/>
          </a:prstGeom>
          <a:solidFill>
            <a:srgbClr val="D4951A">
              <a:alpha val="15000"/>
            </a:srgbClr>
          </a:solidFill>
          <a:ln w="12700">
            <a:solidFill>
              <a:srgbClr val="D4951A"/>
            </a:solidFill>
            <a:prstDash val="solid"/>
          </a:ln>
        </p:spPr>
      </p:sp>
      <p:sp>
        <p:nvSpPr>
          <p:cNvPr id="264" name="Shape 262"/>
          <p:cNvSpPr/>
          <p:nvPr/>
        </p:nvSpPr>
        <p:spPr>
          <a:xfrm rot="2700000">
            <a:off x="2359152" y="4846320"/>
            <a:ext cx="82296" cy="82296"/>
          </a:xfrm>
          <a:prstGeom prst="rect">
            <a:avLst/>
          </a:prstGeom>
          <a:solidFill>
            <a:srgbClr val="D4951A">
              <a:alpha val="15000"/>
            </a:srgbClr>
          </a:solidFill>
          <a:ln w="12700">
            <a:solidFill>
              <a:srgbClr val="D4951A"/>
            </a:solidFill>
            <a:prstDash val="solid"/>
          </a:ln>
        </p:spPr>
      </p:sp>
      <p:sp>
        <p:nvSpPr>
          <p:cNvPr id="265" name="Shape 263"/>
          <p:cNvSpPr/>
          <p:nvPr/>
        </p:nvSpPr>
        <p:spPr>
          <a:xfrm rot="2700000">
            <a:off x="2482596" y="4846320"/>
            <a:ext cx="82296" cy="82296"/>
          </a:xfrm>
          <a:prstGeom prst="rect">
            <a:avLst/>
          </a:prstGeom>
          <a:solidFill>
            <a:srgbClr val="D4951A">
              <a:alpha val="15000"/>
            </a:srgbClr>
          </a:solidFill>
          <a:ln w="12700">
            <a:solidFill>
              <a:srgbClr val="D4951A"/>
            </a:solidFill>
            <a:prstDash val="solid"/>
          </a:ln>
        </p:spPr>
      </p:sp>
      <p:sp>
        <p:nvSpPr>
          <p:cNvPr id="266" name="Shape 264"/>
          <p:cNvSpPr/>
          <p:nvPr/>
        </p:nvSpPr>
        <p:spPr>
          <a:xfrm rot="2700000">
            <a:off x="2606040" y="4846320"/>
            <a:ext cx="82296" cy="82296"/>
          </a:xfrm>
          <a:prstGeom prst="rect">
            <a:avLst/>
          </a:prstGeom>
          <a:solidFill>
            <a:srgbClr val="D4951A">
              <a:alpha val="15000"/>
            </a:srgbClr>
          </a:solidFill>
          <a:ln w="12700">
            <a:solidFill>
              <a:srgbClr val="D4951A"/>
            </a:solidFill>
            <a:prstDash val="solid"/>
          </a:ln>
        </p:spPr>
      </p:sp>
      <p:sp>
        <p:nvSpPr>
          <p:cNvPr id="267" name="Shape 265"/>
          <p:cNvSpPr/>
          <p:nvPr/>
        </p:nvSpPr>
        <p:spPr>
          <a:xfrm rot="2700000">
            <a:off x="2729484" y="4846320"/>
            <a:ext cx="82296" cy="82296"/>
          </a:xfrm>
          <a:prstGeom prst="rect">
            <a:avLst/>
          </a:prstGeom>
          <a:solidFill>
            <a:srgbClr val="D4951A">
              <a:alpha val="15000"/>
            </a:srgbClr>
          </a:solidFill>
          <a:ln w="12700">
            <a:solidFill>
              <a:srgbClr val="D4951A"/>
            </a:solidFill>
            <a:prstDash val="solid"/>
          </a:ln>
        </p:spPr>
      </p:sp>
      <p:sp>
        <p:nvSpPr>
          <p:cNvPr id="268" name="Shape 266"/>
          <p:cNvSpPr/>
          <p:nvPr/>
        </p:nvSpPr>
        <p:spPr>
          <a:xfrm rot="2700000">
            <a:off x="2852928" y="4846320"/>
            <a:ext cx="82296" cy="82296"/>
          </a:xfrm>
          <a:prstGeom prst="rect">
            <a:avLst/>
          </a:prstGeom>
          <a:solidFill>
            <a:srgbClr val="D4951A">
              <a:alpha val="15000"/>
            </a:srgbClr>
          </a:solidFill>
          <a:ln w="12700">
            <a:solidFill>
              <a:srgbClr val="D4951A"/>
            </a:solidFill>
            <a:prstDash val="solid"/>
          </a:ln>
        </p:spPr>
      </p:sp>
      <p:sp>
        <p:nvSpPr>
          <p:cNvPr id="269" name="Shape 267"/>
          <p:cNvSpPr/>
          <p:nvPr/>
        </p:nvSpPr>
        <p:spPr>
          <a:xfrm rot="2700000">
            <a:off x="2976372" y="4846320"/>
            <a:ext cx="82296" cy="82296"/>
          </a:xfrm>
          <a:prstGeom prst="rect">
            <a:avLst/>
          </a:prstGeom>
          <a:solidFill>
            <a:srgbClr val="D4951A">
              <a:alpha val="15000"/>
            </a:srgbClr>
          </a:solidFill>
          <a:ln w="12700">
            <a:solidFill>
              <a:srgbClr val="D4951A"/>
            </a:solidFill>
            <a:prstDash val="solid"/>
          </a:ln>
        </p:spPr>
      </p:sp>
      <p:sp>
        <p:nvSpPr>
          <p:cNvPr id="270" name="Shape 268"/>
          <p:cNvSpPr/>
          <p:nvPr/>
        </p:nvSpPr>
        <p:spPr>
          <a:xfrm rot="2700000">
            <a:off x="3099816" y="4846320"/>
            <a:ext cx="82296" cy="82296"/>
          </a:xfrm>
          <a:prstGeom prst="rect">
            <a:avLst/>
          </a:prstGeom>
          <a:solidFill>
            <a:srgbClr val="D4951A">
              <a:alpha val="15000"/>
            </a:srgbClr>
          </a:solidFill>
          <a:ln w="12700">
            <a:solidFill>
              <a:srgbClr val="D4951A"/>
            </a:solidFill>
            <a:prstDash val="solid"/>
          </a:ln>
        </p:spPr>
      </p:sp>
      <p:sp>
        <p:nvSpPr>
          <p:cNvPr id="271" name="Shape 269"/>
          <p:cNvSpPr/>
          <p:nvPr/>
        </p:nvSpPr>
        <p:spPr>
          <a:xfrm rot="2700000">
            <a:off x="3223260" y="4846320"/>
            <a:ext cx="82296" cy="82296"/>
          </a:xfrm>
          <a:prstGeom prst="rect">
            <a:avLst/>
          </a:prstGeom>
          <a:solidFill>
            <a:srgbClr val="D4951A">
              <a:alpha val="15000"/>
            </a:srgbClr>
          </a:solidFill>
          <a:ln w="12700">
            <a:solidFill>
              <a:srgbClr val="D4951A"/>
            </a:solidFill>
            <a:prstDash val="solid"/>
          </a:ln>
        </p:spPr>
      </p:sp>
      <p:sp>
        <p:nvSpPr>
          <p:cNvPr id="272" name="Shape 270"/>
          <p:cNvSpPr/>
          <p:nvPr/>
        </p:nvSpPr>
        <p:spPr>
          <a:xfrm rot="2700000">
            <a:off x="3346704" y="4846320"/>
            <a:ext cx="82296" cy="82296"/>
          </a:xfrm>
          <a:prstGeom prst="rect">
            <a:avLst/>
          </a:prstGeom>
          <a:solidFill>
            <a:srgbClr val="D4951A">
              <a:alpha val="15000"/>
            </a:srgbClr>
          </a:solidFill>
          <a:ln w="12700">
            <a:solidFill>
              <a:srgbClr val="D4951A"/>
            </a:solidFill>
            <a:prstDash val="solid"/>
          </a:ln>
        </p:spPr>
      </p:sp>
      <p:sp>
        <p:nvSpPr>
          <p:cNvPr id="273" name="Shape 271"/>
          <p:cNvSpPr/>
          <p:nvPr/>
        </p:nvSpPr>
        <p:spPr>
          <a:xfrm rot="2700000">
            <a:off x="3470148" y="4846320"/>
            <a:ext cx="82296" cy="82296"/>
          </a:xfrm>
          <a:prstGeom prst="rect">
            <a:avLst/>
          </a:prstGeom>
          <a:solidFill>
            <a:srgbClr val="D4951A">
              <a:alpha val="15000"/>
            </a:srgbClr>
          </a:solidFill>
          <a:ln w="12700">
            <a:solidFill>
              <a:srgbClr val="D4951A"/>
            </a:solidFill>
            <a:prstDash val="solid"/>
          </a:ln>
        </p:spPr>
      </p:sp>
      <p:sp>
        <p:nvSpPr>
          <p:cNvPr id="274" name="Shape 272"/>
          <p:cNvSpPr/>
          <p:nvPr/>
        </p:nvSpPr>
        <p:spPr>
          <a:xfrm rot="2700000">
            <a:off x="3593592" y="4846320"/>
            <a:ext cx="82296" cy="82296"/>
          </a:xfrm>
          <a:prstGeom prst="rect">
            <a:avLst/>
          </a:prstGeom>
          <a:solidFill>
            <a:srgbClr val="D4951A">
              <a:alpha val="15000"/>
            </a:srgbClr>
          </a:solidFill>
          <a:ln w="12700">
            <a:solidFill>
              <a:srgbClr val="D4951A"/>
            </a:solidFill>
            <a:prstDash val="solid"/>
          </a:ln>
        </p:spPr>
      </p:sp>
      <p:sp>
        <p:nvSpPr>
          <p:cNvPr id="275" name="Shape 273"/>
          <p:cNvSpPr/>
          <p:nvPr/>
        </p:nvSpPr>
        <p:spPr>
          <a:xfrm rot="2700000">
            <a:off x="3717036" y="4846320"/>
            <a:ext cx="82296" cy="82296"/>
          </a:xfrm>
          <a:prstGeom prst="rect">
            <a:avLst/>
          </a:prstGeom>
          <a:solidFill>
            <a:srgbClr val="D4951A">
              <a:alpha val="15000"/>
            </a:srgbClr>
          </a:solidFill>
          <a:ln w="12700">
            <a:solidFill>
              <a:srgbClr val="D4951A"/>
            </a:solidFill>
            <a:prstDash val="solid"/>
          </a:ln>
        </p:spPr>
      </p:sp>
      <p:sp>
        <p:nvSpPr>
          <p:cNvPr id="276" name="Shape 274"/>
          <p:cNvSpPr/>
          <p:nvPr/>
        </p:nvSpPr>
        <p:spPr>
          <a:xfrm rot="2700000">
            <a:off x="3840480" y="4846320"/>
            <a:ext cx="82296" cy="82296"/>
          </a:xfrm>
          <a:prstGeom prst="rect">
            <a:avLst/>
          </a:prstGeom>
          <a:solidFill>
            <a:srgbClr val="D4951A">
              <a:alpha val="15000"/>
            </a:srgbClr>
          </a:solidFill>
          <a:ln w="12700">
            <a:solidFill>
              <a:srgbClr val="D4951A"/>
            </a:solidFill>
            <a:prstDash val="solid"/>
          </a:ln>
        </p:spPr>
      </p:sp>
      <p:sp>
        <p:nvSpPr>
          <p:cNvPr id="277" name="Shape 275"/>
          <p:cNvSpPr/>
          <p:nvPr/>
        </p:nvSpPr>
        <p:spPr>
          <a:xfrm rot="2700000">
            <a:off x="3963924" y="4846320"/>
            <a:ext cx="82296" cy="82296"/>
          </a:xfrm>
          <a:prstGeom prst="rect">
            <a:avLst/>
          </a:prstGeom>
          <a:solidFill>
            <a:srgbClr val="D4951A">
              <a:alpha val="15000"/>
            </a:srgbClr>
          </a:solidFill>
          <a:ln w="12700">
            <a:solidFill>
              <a:srgbClr val="D4951A"/>
            </a:solidFill>
            <a:prstDash val="solid"/>
          </a:ln>
        </p:spPr>
      </p:sp>
      <p:sp>
        <p:nvSpPr>
          <p:cNvPr id="278" name="Shape 276"/>
          <p:cNvSpPr/>
          <p:nvPr/>
        </p:nvSpPr>
        <p:spPr>
          <a:xfrm rot="2700000">
            <a:off x="4087368" y="4846320"/>
            <a:ext cx="82296" cy="82296"/>
          </a:xfrm>
          <a:prstGeom prst="rect">
            <a:avLst/>
          </a:prstGeom>
          <a:solidFill>
            <a:srgbClr val="D4951A">
              <a:alpha val="15000"/>
            </a:srgbClr>
          </a:solidFill>
          <a:ln w="12700">
            <a:solidFill>
              <a:srgbClr val="D4951A"/>
            </a:solidFill>
            <a:prstDash val="solid"/>
          </a:ln>
        </p:spPr>
      </p:sp>
      <p:sp>
        <p:nvSpPr>
          <p:cNvPr id="279" name="Shape 277"/>
          <p:cNvSpPr/>
          <p:nvPr/>
        </p:nvSpPr>
        <p:spPr>
          <a:xfrm rot="2700000">
            <a:off x="4210812" y="4846320"/>
            <a:ext cx="82296" cy="82296"/>
          </a:xfrm>
          <a:prstGeom prst="rect">
            <a:avLst/>
          </a:prstGeom>
          <a:solidFill>
            <a:srgbClr val="D4951A">
              <a:alpha val="15000"/>
            </a:srgbClr>
          </a:solidFill>
          <a:ln w="12700">
            <a:solidFill>
              <a:srgbClr val="D4951A"/>
            </a:solidFill>
            <a:prstDash val="solid"/>
          </a:ln>
        </p:spPr>
      </p:sp>
      <p:sp>
        <p:nvSpPr>
          <p:cNvPr id="280" name="Shape 278"/>
          <p:cNvSpPr/>
          <p:nvPr/>
        </p:nvSpPr>
        <p:spPr>
          <a:xfrm rot="2700000">
            <a:off x="4334256" y="4846320"/>
            <a:ext cx="82296" cy="82296"/>
          </a:xfrm>
          <a:prstGeom prst="rect">
            <a:avLst/>
          </a:prstGeom>
          <a:solidFill>
            <a:srgbClr val="D4951A">
              <a:alpha val="15000"/>
            </a:srgbClr>
          </a:solidFill>
          <a:ln w="12700">
            <a:solidFill>
              <a:srgbClr val="D4951A"/>
            </a:solidFill>
            <a:prstDash val="solid"/>
          </a:ln>
        </p:spPr>
      </p:sp>
      <p:sp>
        <p:nvSpPr>
          <p:cNvPr id="281" name="Shape 279"/>
          <p:cNvSpPr/>
          <p:nvPr/>
        </p:nvSpPr>
        <p:spPr>
          <a:xfrm rot="2700000">
            <a:off x="4457700" y="4846320"/>
            <a:ext cx="82296" cy="82296"/>
          </a:xfrm>
          <a:prstGeom prst="rect">
            <a:avLst/>
          </a:prstGeom>
          <a:solidFill>
            <a:srgbClr val="D4951A">
              <a:alpha val="15000"/>
            </a:srgbClr>
          </a:solidFill>
          <a:ln w="12700">
            <a:solidFill>
              <a:srgbClr val="D4951A"/>
            </a:solidFill>
            <a:prstDash val="solid"/>
          </a:ln>
        </p:spPr>
      </p:sp>
      <p:sp>
        <p:nvSpPr>
          <p:cNvPr id="282" name="Shape 280"/>
          <p:cNvSpPr/>
          <p:nvPr/>
        </p:nvSpPr>
        <p:spPr>
          <a:xfrm rot="2700000">
            <a:off x="4581144" y="4846320"/>
            <a:ext cx="82296" cy="82296"/>
          </a:xfrm>
          <a:prstGeom prst="rect">
            <a:avLst/>
          </a:prstGeom>
          <a:solidFill>
            <a:srgbClr val="D4951A">
              <a:alpha val="15000"/>
            </a:srgbClr>
          </a:solidFill>
          <a:ln w="12700">
            <a:solidFill>
              <a:srgbClr val="D4951A"/>
            </a:solidFill>
            <a:prstDash val="solid"/>
          </a:ln>
        </p:spPr>
      </p:sp>
      <p:sp>
        <p:nvSpPr>
          <p:cNvPr id="283" name="Shape 281"/>
          <p:cNvSpPr/>
          <p:nvPr/>
        </p:nvSpPr>
        <p:spPr>
          <a:xfrm rot="2700000">
            <a:off x="4704588" y="4846320"/>
            <a:ext cx="82296" cy="82296"/>
          </a:xfrm>
          <a:prstGeom prst="rect">
            <a:avLst/>
          </a:prstGeom>
          <a:solidFill>
            <a:srgbClr val="D4951A">
              <a:alpha val="15000"/>
            </a:srgbClr>
          </a:solidFill>
          <a:ln w="12700">
            <a:solidFill>
              <a:srgbClr val="D4951A"/>
            </a:solidFill>
            <a:prstDash val="solid"/>
          </a:ln>
        </p:spPr>
      </p:sp>
      <p:sp>
        <p:nvSpPr>
          <p:cNvPr id="284" name="Shape 282"/>
          <p:cNvSpPr/>
          <p:nvPr/>
        </p:nvSpPr>
        <p:spPr>
          <a:xfrm rot="2700000">
            <a:off x="4828032" y="4846320"/>
            <a:ext cx="82296" cy="82296"/>
          </a:xfrm>
          <a:prstGeom prst="rect">
            <a:avLst/>
          </a:prstGeom>
          <a:solidFill>
            <a:srgbClr val="D4951A">
              <a:alpha val="15000"/>
            </a:srgbClr>
          </a:solidFill>
          <a:ln w="12700">
            <a:solidFill>
              <a:srgbClr val="D4951A"/>
            </a:solidFill>
            <a:prstDash val="solid"/>
          </a:ln>
        </p:spPr>
      </p:sp>
      <p:sp>
        <p:nvSpPr>
          <p:cNvPr id="285" name="Shape 283"/>
          <p:cNvSpPr/>
          <p:nvPr/>
        </p:nvSpPr>
        <p:spPr>
          <a:xfrm rot="2700000">
            <a:off x="4951476" y="4846320"/>
            <a:ext cx="82296" cy="82296"/>
          </a:xfrm>
          <a:prstGeom prst="rect">
            <a:avLst/>
          </a:prstGeom>
          <a:solidFill>
            <a:srgbClr val="D4951A">
              <a:alpha val="15000"/>
            </a:srgbClr>
          </a:solidFill>
          <a:ln w="12700">
            <a:solidFill>
              <a:srgbClr val="D4951A"/>
            </a:solidFill>
            <a:prstDash val="solid"/>
          </a:ln>
        </p:spPr>
      </p:sp>
      <p:sp>
        <p:nvSpPr>
          <p:cNvPr id="286" name="Shape 284"/>
          <p:cNvSpPr/>
          <p:nvPr/>
        </p:nvSpPr>
        <p:spPr>
          <a:xfrm rot="2700000">
            <a:off x="5074920" y="4846320"/>
            <a:ext cx="82296" cy="82296"/>
          </a:xfrm>
          <a:prstGeom prst="rect">
            <a:avLst/>
          </a:prstGeom>
          <a:solidFill>
            <a:srgbClr val="D4951A">
              <a:alpha val="15000"/>
            </a:srgbClr>
          </a:solidFill>
          <a:ln w="12700">
            <a:solidFill>
              <a:srgbClr val="D4951A"/>
            </a:solidFill>
            <a:prstDash val="solid"/>
          </a:ln>
        </p:spPr>
      </p:sp>
      <p:sp>
        <p:nvSpPr>
          <p:cNvPr id="287" name="Shape 285"/>
          <p:cNvSpPr/>
          <p:nvPr/>
        </p:nvSpPr>
        <p:spPr>
          <a:xfrm rot="2700000">
            <a:off x="5198364" y="4846320"/>
            <a:ext cx="82296" cy="82296"/>
          </a:xfrm>
          <a:prstGeom prst="rect">
            <a:avLst/>
          </a:prstGeom>
          <a:solidFill>
            <a:srgbClr val="D4951A">
              <a:alpha val="15000"/>
            </a:srgbClr>
          </a:solidFill>
          <a:ln w="12700">
            <a:solidFill>
              <a:srgbClr val="D4951A"/>
            </a:solidFill>
            <a:prstDash val="solid"/>
          </a:ln>
        </p:spPr>
      </p:sp>
      <p:sp>
        <p:nvSpPr>
          <p:cNvPr id="288" name="Shape 286"/>
          <p:cNvSpPr/>
          <p:nvPr/>
        </p:nvSpPr>
        <p:spPr>
          <a:xfrm rot="2700000">
            <a:off x="5321808" y="4846320"/>
            <a:ext cx="82296" cy="82296"/>
          </a:xfrm>
          <a:prstGeom prst="rect">
            <a:avLst/>
          </a:prstGeom>
          <a:solidFill>
            <a:srgbClr val="D4951A">
              <a:alpha val="15000"/>
            </a:srgbClr>
          </a:solidFill>
          <a:ln w="12700">
            <a:solidFill>
              <a:srgbClr val="D4951A"/>
            </a:solidFill>
            <a:prstDash val="solid"/>
          </a:ln>
        </p:spPr>
      </p:sp>
      <p:sp>
        <p:nvSpPr>
          <p:cNvPr id="289" name="Shape 287"/>
          <p:cNvSpPr/>
          <p:nvPr/>
        </p:nvSpPr>
        <p:spPr>
          <a:xfrm rot="2700000">
            <a:off x="5445252" y="4846320"/>
            <a:ext cx="82296" cy="82296"/>
          </a:xfrm>
          <a:prstGeom prst="rect">
            <a:avLst/>
          </a:prstGeom>
          <a:solidFill>
            <a:srgbClr val="D4951A">
              <a:alpha val="15000"/>
            </a:srgbClr>
          </a:solidFill>
          <a:ln w="12700">
            <a:solidFill>
              <a:srgbClr val="D4951A"/>
            </a:solidFill>
            <a:prstDash val="solid"/>
          </a:ln>
        </p:spPr>
      </p:sp>
      <p:sp>
        <p:nvSpPr>
          <p:cNvPr id="290" name="Shape 288"/>
          <p:cNvSpPr/>
          <p:nvPr/>
        </p:nvSpPr>
        <p:spPr>
          <a:xfrm rot="2700000">
            <a:off x="5568696" y="4846320"/>
            <a:ext cx="82296" cy="82296"/>
          </a:xfrm>
          <a:prstGeom prst="rect">
            <a:avLst/>
          </a:prstGeom>
          <a:solidFill>
            <a:srgbClr val="D4951A">
              <a:alpha val="15000"/>
            </a:srgbClr>
          </a:solidFill>
          <a:ln w="12700">
            <a:solidFill>
              <a:srgbClr val="D4951A"/>
            </a:solidFill>
            <a:prstDash val="solid"/>
          </a:ln>
        </p:spPr>
      </p:sp>
      <p:sp>
        <p:nvSpPr>
          <p:cNvPr id="291" name="Shape 289"/>
          <p:cNvSpPr/>
          <p:nvPr/>
        </p:nvSpPr>
        <p:spPr>
          <a:xfrm rot="2700000">
            <a:off x="5692140" y="4846320"/>
            <a:ext cx="82296" cy="82296"/>
          </a:xfrm>
          <a:prstGeom prst="rect">
            <a:avLst/>
          </a:prstGeom>
          <a:solidFill>
            <a:srgbClr val="D4951A">
              <a:alpha val="15000"/>
            </a:srgbClr>
          </a:solidFill>
          <a:ln w="12700">
            <a:solidFill>
              <a:srgbClr val="D4951A"/>
            </a:solidFill>
            <a:prstDash val="solid"/>
          </a:ln>
        </p:spPr>
      </p:sp>
      <p:sp>
        <p:nvSpPr>
          <p:cNvPr id="292" name="Shape 290"/>
          <p:cNvSpPr/>
          <p:nvPr/>
        </p:nvSpPr>
        <p:spPr>
          <a:xfrm rot="2700000">
            <a:off x="5815584" y="4846320"/>
            <a:ext cx="82296" cy="82296"/>
          </a:xfrm>
          <a:prstGeom prst="rect">
            <a:avLst/>
          </a:prstGeom>
          <a:solidFill>
            <a:srgbClr val="D4951A">
              <a:alpha val="15000"/>
            </a:srgbClr>
          </a:solidFill>
          <a:ln w="12700">
            <a:solidFill>
              <a:srgbClr val="D4951A"/>
            </a:solidFill>
            <a:prstDash val="solid"/>
          </a:ln>
        </p:spPr>
      </p:sp>
      <p:sp>
        <p:nvSpPr>
          <p:cNvPr id="293" name="Shape 291"/>
          <p:cNvSpPr/>
          <p:nvPr/>
        </p:nvSpPr>
        <p:spPr>
          <a:xfrm rot="2700000">
            <a:off x="5939028" y="4846320"/>
            <a:ext cx="82296" cy="82296"/>
          </a:xfrm>
          <a:prstGeom prst="rect">
            <a:avLst/>
          </a:prstGeom>
          <a:solidFill>
            <a:srgbClr val="D4951A">
              <a:alpha val="15000"/>
            </a:srgbClr>
          </a:solidFill>
          <a:ln w="12700">
            <a:solidFill>
              <a:srgbClr val="D4951A"/>
            </a:solidFill>
            <a:prstDash val="solid"/>
          </a:ln>
        </p:spPr>
      </p:sp>
      <p:sp>
        <p:nvSpPr>
          <p:cNvPr id="294" name="Shape 292"/>
          <p:cNvSpPr/>
          <p:nvPr/>
        </p:nvSpPr>
        <p:spPr>
          <a:xfrm rot="2700000">
            <a:off x="6062472" y="4846320"/>
            <a:ext cx="82296" cy="82296"/>
          </a:xfrm>
          <a:prstGeom prst="rect">
            <a:avLst/>
          </a:prstGeom>
          <a:solidFill>
            <a:srgbClr val="D4951A">
              <a:alpha val="15000"/>
            </a:srgbClr>
          </a:solidFill>
          <a:ln w="12700">
            <a:solidFill>
              <a:srgbClr val="D4951A"/>
            </a:solidFill>
            <a:prstDash val="solid"/>
          </a:ln>
        </p:spPr>
      </p:sp>
      <p:sp>
        <p:nvSpPr>
          <p:cNvPr id="295" name="Shape 293"/>
          <p:cNvSpPr/>
          <p:nvPr/>
        </p:nvSpPr>
        <p:spPr>
          <a:xfrm rot="2700000">
            <a:off x="6185916" y="4846320"/>
            <a:ext cx="82296" cy="82296"/>
          </a:xfrm>
          <a:prstGeom prst="rect">
            <a:avLst/>
          </a:prstGeom>
          <a:solidFill>
            <a:srgbClr val="D4951A">
              <a:alpha val="15000"/>
            </a:srgbClr>
          </a:solidFill>
          <a:ln w="12700">
            <a:solidFill>
              <a:srgbClr val="D4951A"/>
            </a:solidFill>
            <a:prstDash val="solid"/>
          </a:ln>
        </p:spPr>
      </p:sp>
      <p:sp>
        <p:nvSpPr>
          <p:cNvPr id="296" name="Shape 294"/>
          <p:cNvSpPr/>
          <p:nvPr/>
        </p:nvSpPr>
        <p:spPr>
          <a:xfrm rot="2700000">
            <a:off x="6309360" y="4846320"/>
            <a:ext cx="82296" cy="82296"/>
          </a:xfrm>
          <a:prstGeom prst="rect">
            <a:avLst/>
          </a:prstGeom>
          <a:solidFill>
            <a:srgbClr val="D4951A">
              <a:alpha val="15000"/>
            </a:srgbClr>
          </a:solidFill>
          <a:ln w="12700">
            <a:solidFill>
              <a:srgbClr val="D4951A"/>
            </a:solidFill>
            <a:prstDash val="solid"/>
          </a:ln>
        </p:spPr>
      </p:sp>
      <p:sp>
        <p:nvSpPr>
          <p:cNvPr id="297" name="Shape 295"/>
          <p:cNvSpPr/>
          <p:nvPr/>
        </p:nvSpPr>
        <p:spPr>
          <a:xfrm rot="2700000">
            <a:off x="6432804" y="4846320"/>
            <a:ext cx="82296" cy="82296"/>
          </a:xfrm>
          <a:prstGeom prst="rect">
            <a:avLst/>
          </a:prstGeom>
          <a:solidFill>
            <a:srgbClr val="D4951A">
              <a:alpha val="15000"/>
            </a:srgbClr>
          </a:solidFill>
          <a:ln w="12700">
            <a:solidFill>
              <a:srgbClr val="D4951A"/>
            </a:solidFill>
            <a:prstDash val="solid"/>
          </a:ln>
        </p:spPr>
      </p:sp>
      <p:sp>
        <p:nvSpPr>
          <p:cNvPr id="298" name="Shape 296"/>
          <p:cNvSpPr/>
          <p:nvPr/>
        </p:nvSpPr>
        <p:spPr>
          <a:xfrm rot="2700000">
            <a:off x="6556248" y="4846320"/>
            <a:ext cx="82296" cy="82296"/>
          </a:xfrm>
          <a:prstGeom prst="rect">
            <a:avLst/>
          </a:prstGeom>
          <a:solidFill>
            <a:srgbClr val="D4951A">
              <a:alpha val="15000"/>
            </a:srgbClr>
          </a:solidFill>
          <a:ln w="12700">
            <a:solidFill>
              <a:srgbClr val="D4951A"/>
            </a:solidFill>
            <a:prstDash val="solid"/>
          </a:ln>
        </p:spPr>
      </p:sp>
      <p:sp>
        <p:nvSpPr>
          <p:cNvPr id="299" name="Shape 297"/>
          <p:cNvSpPr/>
          <p:nvPr/>
        </p:nvSpPr>
        <p:spPr>
          <a:xfrm rot="2700000">
            <a:off x="6679692" y="4846320"/>
            <a:ext cx="82296" cy="82296"/>
          </a:xfrm>
          <a:prstGeom prst="rect">
            <a:avLst/>
          </a:prstGeom>
          <a:solidFill>
            <a:srgbClr val="D4951A">
              <a:alpha val="15000"/>
            </a:srgbClr>
          </a:solidFill>
          <a:ln w="12700">
            <a:solidFill>
              <a:srgbClr val="D4951A"/>
            </a:solidFill>
            <a:prstDash val="solid"/>
          </a:ln>
        </p:spPr>
      </p:sp>
      <p:sp>
        <p:nvSpPr>
          <p:cNvPr id="300" name="Shape 298"/>
          <p:cNvSpPr/>
          <p:nvPr/>
        </p:nvSpPr>
        <p:spPr>
          <a:xfrm rot="2700000">
            <a:off x="6803136" y="4846320"/>
            <a:ext cx="82296" cy="82296"/>
          </a:xfrm>
          <a:prstGeom prst="rect">
            <a:avLst/>
          </a:prstGeom>
          <a:solidFill>
            <a:srgbClr val="D4951A">
              <a:alpha val="15000"/>
            </a:srgbClr>
          </a:solidFill>
          <a:ln w="12700">
            <a:solidFill>
              <a:srgbClr val="D4951A"/>
            </a:solidFill>
            <a:prstDash val="solid"/>
          </a:ln>
        </p:spPr>
      </p:sp>
      <p:sp>
        <p:nvSpPr>
          <p:cNvPr id="301" name="Shape 299"/>
          <p:cNvSpPr/>
          <p:nvPr/>
        </p:nvSpPr>
        <p:spPr>
          <a:xfrm rot="2700000">
            <a:off x="6926580" y="4846320"/>
            <a:ext cx="82296" cy="82296"/>
          </a:xfrm>
          <a:prstGeom prst="rect">
            <a:avLst/>
          </a:prstGeom>
          <a:solidFill>
            <a:srgbClr val="D4951A">
              <a:alpha val="15000"/>
            </a:srgbClr>
          </a:solidFill>
          <a:ln w="12700">
            <a:solidFill>
              <a:srgbClr val="D4951A"/>
            </a:solidFill>
            <a:prstDash val="solid"/>
          </a:ln>
        </p:spPr>
      </p:sp>
      <p:sp>
        <p:nvSpPr>
          <p:cNvPr id="302" name="Shape 300"/>
          <p:cNvSpPr/>
          <p:nvPr/>
        </p:nvSpPr>
        <p:spPr>
          <a:xfrm rot="2700000">
            <a:off x="7050024" y="4846320"/>
            <a:ext cx="82296" cy="82296"/>
          </a:xfrm>
          <a:prstGeom prst="rect">
            <a:avLst/>
          </a:prstGeom>
          <a:solidFill>
            <a:srgbClr val="D4951A">
              <a:alpha val="15000"/>
            </a:srgbClr>
          </a:solidFill>
          <a:ln w="12700">
            <a:solidFill>
              <a:srgbClr val="D4951A"/>
            </a:solidFill>
            <a:prstDash val="solid"/>
          </a:ln>
        </p:spPr>
      </p:sp>
      <p:sp>
        <p:nvSpPr>
          <p:cNvPr id="303" name="Shape 301"/>
          <p:cNvSpPr/>
          <p:nvPr/>
        </p:nvSpPr>
        <p:spPr>
          <a:xfrm rot="2700000">
            <a:off x="7173468" y="4846320"/>
            <a:ext cx="82296" cy="82296"/>
          </a:xfrm>
          <a:prstGeom prst="rect">
            <a:avLst/>
          </a:prstGeom>
          <a:solidFill>
            <a:srgbClr val="D4951A">
              <a:alpha val="15000"/>
            </a:srgbClr>
          </a:solidFill>
          <a:ln w="12700">
            <a:solidFill>
              <a:srgbClr val="D4951A"/>
            </a:solidFill>
            <a:prstDash val="solid"/>
          </a:ln>
        </p:spPr>
      </p:sp>
      <p:sp>
        <p:nvSpPr>
          <p:cNvPr id="304" name="Shape 302"/>
          <p:cNvSpPr/>
          <p:nvPr/>
        </p:nvSpPr>
        <p:spPr>
          <a:xfrm rot="2700000">
            <a:off x="7296912" y="4846320"/>
            <a:ext cx="82296" cy="82296"/>
          </a:xfrm>
          <a:prstGeom prst="rect">
            <a:avLst/>
          </a:prstGeom>
          <a:solidFill>
            <a:srgbClr val="D4951A">
              <a:alpha val="15000"/>
            </a:srgbClr>
          </a:solidFill>
          <a:ln w="12700">
            <a:solidFill>
              <a:srgbClr val="D4951A"/>
            </a:solidFill>
            <a:prstDash val="solid"/>
          </a:ln>
        </p:spPr>
      </p:sp>
      <p:sp>
        <p:nvSpPr>
          <p:cNvPr id="305" name="Shape 303"/>
          <p:cNvSpPr/>
          <p:nvPr/>
        </p:nvSpPr>
        <p:spPr>
          <a:xfrm rot="2700000">
            <a:off x="7420356" y="4846320"/>
            <a:ext cx="82296" cy="82296"/>
          </a:xfrm>
          <a:prstGeom prst="rect">
            <a:avLst/>
          </a:prstGeom>
          <a:solidFill>
            <a:srgbClr val="D4951A">
              <a:alpha val="15000"/>
            </a:srgbClr>
          </a:solidFill>
          <a:ln w="12700">
            <a:solidFill>
              <a:srgbClr val="D4951A"/>
            </a:solidFill>
            <a:prstDash val="solid"/>
          </a:ln>
        </p:spPr>
      </p:sp>
      <p:sp>
        <p:nvSpPr>
          <p:cNvPr id="306" name="Shape 304"/>
          <p:cNvSpPr/>
          <p:nvPr/>
        </p:nvSpPr>
        <p:spPr>
          <a:xfrm rot="2700000">
            <a:off x="7543800" y="4846320"/>
            <a:ext cx="82296" cy="82296"/>
          </a:xfrm>
          <a:prstGeom prst="rect">
            <a:avLst/>
          </a:prstGeom>
          <a:solidFill>
            <a:srgbClr val="D4951A">
              <a:alpha val="15000"/>
            </a:srgbClr>
          </a:solidFill>
          <a:ln w="12700">
            <a:solidFill>
              <a:srgbClr val="D4951A"/>
            </a:solidFill>
            <a:prstDash val="solid"/>
          </a:ln>
        </p:spPr>
      </p:sp>
      <p:sp>
        <p:nvSpPr>
          <p:cNvPr id="307" name="Shape 305"/>
          <p:cNvSpPr/>
          <p:nvPr/>
        </p:nvSpPr>
        <p:spPr>
          <a:xfrm rot="2700000">
            <a:off x="7667244" y="4846320"/>
            <a:ext cx="82296" cy="82296"/>
          </a:xfrm>
          <a:prstGeom prst="rect">
            <a:avLst/>
          </a:prstGeom>
          <a:solidFill>
            <a:srgbClr val="D4951A">
              <a:alpha val="15000"/>
            </a:srgbClr>
          </a:solidFill>
          <a:ln w="12700">
            <a:solidFill>
              <a:srgbClr val="D4951A"/>
            </a:solidFill>
            <a:prstDash val="solid"/>
          </a:ln>
        </p:spPr>
      </p:sp>
      <p:sp>
        <p:nvSpPr>
          <p:cNvPr id="308" name="Shape 306"/>
          <p:cNvSpPr/>
          <p:nvPr/>
        </p:nvSpPr>
        <p:spPr>
          <a:xfrm rot="2700000">
            <a:off x="7790688" y="4846320"/>
            <a:ext cx="82296" cy="82296"/>
          </a:xfrm>
          <a:prstGeom prst="rect">
            <a:avLst/>
          </a:prstGeom>
          <a:solidFill>
            <a:srgbClr val="D4951A">
              <a:alpha val="15000"/>
            </a:srgbClr>
          </a:solidFill>
          <a:ln w="12700">
            <a:solidFill>
              <a:srgbClr val="D4951A"/>
            </a:solidFill>
            <a:prstDash val="solid"/>
          </a:ln>
        </p:spPr>
      </p:sp>
      <p:sp>
        <p:nvSpPr>
          <p:cNvPr id="309" name="Shape 307"/>
          <p:cNvSpPr/>
          <p:nvPr/>
        </p:nvSpPr>
        <p:spPr>
          <a:xfrm rot="2700000">
            <a:off x="7914132" y="4846320"/>
            <a:ext cx="82296" cy="82296"/>
          </a:xfrm>
          <a:prstGeom prst="rect">
            <a:avLst/>
          </a:prstGeom>
          <a:solidFill>
            <a:srgbClr val="D4951A">
              <a:alpha val="15000"/>
            </a:srgbClr>
          </a:solidFill>
          <a:ln w="12700">
            <a:solidFill>
              <a:srgbClr val="D4951A"/>
            </a:solidFill>
            <a:prstDash val="solid"/>
          </a:ln>
        </p:spPr>
      </p:sp>
      <p:sp>
        <p:nvSpPr>
          <p:cNvPr id="310" name="Shape 308"/>
          <p:cNvSpPr/>
          <p:nvPr/>
        </p:nvSpPr>
        <p:spPr>
          <a:xfrm rot="2700000">
            <a:off x="8037576" y="4846320"/>
            <a:ext cx="82296" cy="82296"/>
          </a:xfrm>
          <a:prstGeom prst="rect">
            <a:avLst/>
          </a:prstGeom>
          <a:solidFill>
            <a:srgbClr val="D4951A">
              <a:alpha val="15000"/>
            </a:srgbClr>
          </a:solidFill>
          <a:ln w="12700">
            <a:solidFill>
              <a:srgbClr val="D4951A"/>
            </a:solidFill>
            <a:prstDash val="solid"/>
          </a:ln>
        </p:spPr>
      </p:sp>
      <p:sp>
        <p:nvSpPr>
          <p:cNvPr id="311" name="Shape 309"/>
          <p:cNvSpPr/>
          <p:nvPr/>
        </p:nvSpPr>
        <p:spPr>
          <a:xfrm rot="2700000">
            <a:off x="8161020" y="4846320"/>
            <a:ext cx="82296" cy="82296"/>
          </a:xfrm>
          <a:prstGeom prst="rect">
            <a:avLst/>
          </a:prstGeom>
          <a:solidFill>
            <a:srgbClr val="D4951A">
              <a:alpha val="15000"/>
            </a:srgbClr>
          </a:solidFill>
          <a:ln w="12700">
            <a:solidFill>
              <a:srgbClr val="D4951A"/>
            </a:solidFill>
            <a:prstDash val="solid"/>
          </a:ln>
        </p:spPr>
      </p:sp>
      <p:sp>
        <p:nvSpPr>
          <p:cNvPr id="312" name="Shape 310"/>
          <p:cNvSpPr/>
          <p:nvPr/>
        </p:nvSpPr>
        <p:spPr>
          <a:xfrm rot="2700000">
            <a:off x="8284464" y="4846320"/>
            <a:ext cx="82296" cy="82296"/>
          </a:xfrm>
          <a:prstGeom prst="rect">
            <a:avLst/>
          </a:prstGeom>
          <a:solidFill>
            <a:srgbClr val="D4951A">
              <a:alpha val="15000"/>
            </a:srgbClr>
          </a:solidFill>
          <a:ln w="12700">
            <a:solidFill>
              <a:srgbClr val="D4951A"/>
            </a:solidFill>
            <a:prstDash val="solid"/>
          </a:ln>
        </p:spPr>
      </p:sp>
      <p:sp>
        <p:nvSpPr>
          <p:cNvPr id="313" name="Shape 311"/>
          <p:cNvSpPr/>
          <p:nvPr/>
        </p:nvSpPr>
        <p:spPr>
          <a:xfrm rot="2700000">
            <a:off x="8407908" y="4846320"/>
            <a:ext cx="82296" cy="82296"/>
          </a:xfrm>
          <a:prstGeom prst="rect">
            <a:avLst/>
          </a:prstGeom>
          <a:solidFill>
            <a:srgbClr val="D4951A">
              <a:alpha val="15000"/>
            </a:srgbClr>
          </a:solidFill>
          <a:ln w="12700">
            <a:solidFill>
              <a:srgbClr val="D4951A"/>
            </a:solidFill>
            <a:prstDash val="solid"/>
          </a:ln>
        </p:spPr>
      </p:sp>
      <p:sp>
        <p:nvSpPr>
          <p:cNvPr id="314" name="Shape 312"/>
          <p:cNvSpPr/>
          <p:nvPr/>
        </p:nvSpPr>
        <p:spPr>
          <a:xfrm rot="2700000">
            <a:off x="8531352" y="4846320"/>
            <a:ext cx="82296" cy="82296"/>
          </a:xfrm>
          <a:prstGeom prst="rect">
            <a:avLst/>
          </a:prstGeom>
          <a:solidFill>
            <a:srgbClr val="D4951A">
              <a:alpha val="15000"/>
            </a:srgbClr>
          </a:solidFill>
          <a:ln w="12700">
            <a:solidFill>
              <a:srgbClr val="D4951A"/>
            </a:solidFill>
            <a:prstDash val="solid"/>
          </a:ln>
        </p:spPr>
      </p:sp>
      <p:sp>
        <p:nvSpPr>
          <p:cNvPr id="315" name="Shape 313"/>
          <p:cNvSpPr/>
          <p:nvPr/>
        </p:nvSpPr>
        <p:spPr>
          <a:xfrm rot="2700000">
            <a:off x="8654796" y="4846320"/>
            <a:ext cx="82296" cy="82296"/>
          </a:xfrm>
          <a:prstGeom prst="rect">
            <a:avLst/>
          </a:prstGeom>
          <a:solidFill>
            <a:srgbClr val="D4951A">
              <a:alpha val="15000"/>
            </a:srgbClr>
          </a:solidFill>
          <a:ln w="12700">
            <a:solidFill>
              <a:srgbClr val="D4951A"/>
            </a:solidFill>
            <a:prstDash val="solid"/>
          </a:ln>
        </p:spPr>
      </p:sp>
      <p:sp>
        <p:nvSpPr>
          <p:cNvPr id="316" name="Shape 314"/>
          <p:cNvSpPr/>
          <p:nvPr/>
        </p:nvSpPr>
        <p:spPr>
          <a:xfrm rot="2700000">
            <a:off x="8778240" y="4846320"/>
            <a:ext cx="82296" cy="82296"/>
          </a:xfrm>
          <a:prstGeom prst="rect">
            <a:avLst/>
          </a:prstGeom>
          <a:solidFill>
            <a:srgbClr val="D4951A">
              <a:alpha val="15000"/>
            </a:srgbClr>
          </a:solidFill>
          <a:ln w="12700">
            <a:solidFill>
              <a:srgbClr val="D4951A"/>
            </a:solidFill>
            <a:prstDash val="solid"/>
          </a:ln>
        </p:spPr>
      </p:sp>
      <p:sp>
        <p:nvSpPr>
          <p:cNvPr id="317" name="Shape 315"/>
          <p:cNvSpPr/>
          <p:nvPr/>
        </p:nvSpPr>
        <p:spPr>
          <a:xfrm rot="2700000">
            <a:off x="8901684" y="4846320"/>
            <a:ext cx="82296" cy="82296"/>
          </a:xfrm>
          <a:prstGeom prst="rect">
            <a:avLst/>
          </a:prstGeom>
          <a:solidFill>
            <a:srgbClr val="D4951A">
              <a:alpha val="15000"/>
            </a:srgbClr>
          </a:solidFill>
          <a:ln w="12700">
            <a:solidFill>
              <a:srgbClr val="D4951A"/>
            </a:solidFill>
            <a:prstDash val="solid"/>
          </a:ln>
        </p:spPr>
      </p:sp>
      <p:sp>
        <p:nvSpPr>
          <p:cNvPr id="318" name="Shape 316"/>
          <p:cNvSpPr/>
          <p:nvPr/>
        </p:nvSpPr>
        <p:spPr>
          <a:xfrm rot="2700000">
            <a:off x="9025128" y="4846320"/>
            <a:ext cx="82296" cy="82296"/>
          </a:xfrm>
          <a:prstGeom prst="rect">
            <a:avLst/>
          </a:prstGeom>
          <a:solidFill>
            <a:srgbClr val="D4951A">
              <a:alpha val="15000"/>
            </a:srgbClr>
          </a:solidFill>
          <a:ln w="12700">
            <a:solidFill>
              <a:srgbClr val="D4951A"/>
            </a:solidFill>
            <a:prstDash val="solid"/>
          </a:ln>
        </p:spPr>
      </p:sp>
      <p:sp>
        <p:nvSpPr>
          <p:cNvPr id="319" name="Text 317"/>
          <p:cNvSpPr/>
          <p:nvPr/>
        </p:nvSpPr>
        <p:spPr>
          <a:xfrm>
            <a:off x="365760" y="4901184"/>
            <a:ext cx="8412480" cy="228600"/>
          </a:xfrm>
          <a:prstGeom prst="rect">
            <a:avLst/>
          </a:prstGeom>
          <a:noFill/>
          <a:ln/>
        </p:spPr>
        <p:txBody>
          <a:bodyPr wrap="square" rtlCol="0" anchor="ctr"/>
          <a:lstStyle/>
          <a:p>
            <a:pPr algn="r" indent="0" marL="0">
              <a:buNone/>
            </a:pPr>
            <a:r>
              <a:rPr lang="en-US" sz="800" spc="150" kern="0" dirty="0">
                <a:solidFill>
                  <a:srgbClr val="5A6E82"/>
                </a:solidFill>
                <a:latin typeface="Calibri" pitchFamily="34" charset="0"/>
                <a:ea typeface="Calibri" pitchFamily="34" charset="-122"/>
                <a:cs typeface="Calibri" pitchFamily="34" charset="-120"/>
              </a:rPr>
              <a:t>PET FACTORY MAROC  ·  CHOIX DU COMPRESSEUR</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E1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60A10"/>
          </a:solidFill>
          <a:ln/>
        </p:spPr>
      </p:sp>
      <p:sp>
        <p:nvSpPr>
          <p:cNvPr id="3" name="Shape 1"/>
          <p:cNvSpPr/>
          <p:nvPr/>
        </p:nvSpPr>
        <p:spPr>
          <a:xfrm rot="2700000">
            <a:off x="13716" y="749808"/>
            <a:ext cx="82296" cy="82296"/>
          </a:xfrm>
          <a:prstGeom prst="rect">
            <a:avLst/>
          </a:prstGeom>
          <a:solidFill>
            <a:srgbClr val="D4951A">
              <a:alpha val="55000"/>
            </a:srgbClr>
          </a:solidFill>
          <a:ln w="12700">
            <a:solidFill>
              <a:srgbClr val="D4951A"/>
            </a:solidFill>
            <a:prstDash val="solid"/>
          </a:ln>
        </p:spPr>
      </p:sp>
      <p:sp>
        <p:nvSpPr>
          <p:cNvPr id="4" name="Shape 2"/>
          <p:cNvSpPr/>
          <p:nvPr/>
        </p:nvSpPr>
        <p:spPr>
          <a:xfrm rot="2700000">
            <a:off x="137160" y="749808"/>
            <a:ext cx="82296" cy="82296"/>
          </a:xfrm>
          <a:prstGeom prst="rect">
            <a:avLst/>
          </a:prstGeom>
          <a:solidFill>
            <a:srgbClr val="D4951A">
              <a:alpha val="55000"/>
            </a:srgbClr>
          </a:solidFill>
          <a:ln w="12700">
            <a:solidFill>
              <a:srgbClr val="D4951A"/>
            </a:solidFill>
            <a:prstDash val="solid"/>
          </a:ln>
        </p:spPr>
      </p:sp>
      <p:sp>
        <p:nvSpPr>
          <p:cNvPr id="5" name="Shape 3"/>
          <p:cNvSpPr/>
          <p:nvPr/>
        </p:nvSpPr>
        <p:spPr>
          <a:xfrm rot="2700000">
            <a:off x="260604" y="749808"/>
            <a:ext cx="82296" cy="82296"/>
          </a:xfrm>
          <a:prstGeom prst="rect">
            <a:avLst/>
          </a:prstGeom>
          <a:solidFill>
            <a:srgbClr val="D4951A">
              <a:alpha val="55000"/>
            </a:srgbClr>
          </a:solidFill>
          <a:ln w="12700">
            <a:solidFill>
              <a:srgbClr val="D4951A"/>
            </a:solidFill>
            <a:prstDash val="solid"/>
          </a:ln>
        </p:spPr>
      </p:sp>
      <p:sp>
        <p:nvSpPr>
          <p:cNvPr id="6" name="Shape 4"/>
          <p:cNvSpPr/>
          <p:nvPr/>
        </p:nvSpPr>
        <p:spPr>
          <a:xfrm rot="2700000">
            <a:off x="384048" y="749808"/>
            <a:ext cx="82296" cy="82296"/>
          </a:xfrm>
          <a:prstGeom prst="rect">
            <a:avLst/>
          </a:prstGeom>
          <a:solidFill>
            <a:srgbClr val="D4951A">
              <a:alpha val="55000"/>
            </a:srgbClr>
          </a:solidFill>
          <a:ln w="12700">
            <a:solidFill>
              <a:srgbClr val="D4951A"/>
            </a:solidFill>
            <a:prstDash val="solid"/>
          </a:ln>
        </p:spPr>
      </p:sp>
      <p:sp>
        <p:nvSpPr>
          <p:cNvPr id="7" name="Shape 5"/>
          <p:cNvSpPr/>
          <p:nvPr/>
        </p:nvSpPr>
        <p:spPr>
          <a:xfrm rot="2700000">
            <a:off x="507492" y="749808"/>
            <a:ext cx="82296" cy="82296"/>
          </a:xfrm>
          <a:prstGeom prst="rect">
            <a:avLst/>
          </a:prstGeom>
          <a:solidFill>
            <a:srgbClr val="D4951A">
              <a:alpha val="55000"/>
            </a:srgbClr>
          </a:solidFill>
          <a:ln w="12700">
            <a:solidFill>
              <a:srgbClr val="D4951A"/>
            </a:solidFill>
            <a:prstDash val="solid"/>
          </a:ln>
        </p:spPr>
      </p:sp>
      <p:sp>
        <p:nvSpPr>
          <p:cNvPr id="8" name="Shape 6"/>
          <p:cNvSpPr/>
          <p:nvPr/>
        </p:nvSpPr>
        <p:spPr>
          <a:xfrm rot="2700000">
            <a:off x="630936" y="749808"/>
            <a:ext cx="82296" cy="82296"/>
          </a:xfrm>
          <a:prstGeom prst="rect">
            <a:avLst/>
          </a:prstGeom>
          <a:solidFill>
            <a:srgbClr val="D4951A">
              <a:alpha val="55000"/>
            </a:srgbClr>
          </a:solidFill>
          <a:ln w="12700">
            <a:solidFill>
              <a:srgbClr val="D4951A"/>
            </a:solidFill>
            <a:prstDash val="solid"/>
          </a:ln>
        </p:spPr>
      </p:sp>
      <p:sp>
        <p:nvSpPr>
          <p:cNvPr id="9" name="Shape 7"/>
          <p:cNvSpPr/>
          <p:nvPr/>
        </p:nvSpPr>
        <p:spPr>
          <a:xfrm rot="2700000">
            <a:off x="754380" y="749808"/>
            <a:ext cx="82296" cy="82296"/>
          </a:xfrm>
          <a:prstGeom prst="rect">
            <a:avLst/>
          </a:prstGeom>
          <a:solidFill>
            <a:srgbClr val="D4951A">
              <a:alpha val="55000"/>
            </a:srgbClr>
          </a:solidFill>
          <a:ln w="12700">
            <a:solidFill>
              <a:srgbClr val="D4951A"/>
            </a:solidFill>
            <a:prstDash val="solid"/>
          </a:ln>
        </p:spPr>
      </p:sp>
      <p:sp>
        <p:nvSpPr>
          <p:cNvPr id="10" name="Shape 8"/>
          <p:cNvSpPr/>
          <p:nvPr/>
        </p:nvSpPr>
        <p:spPr>
          <a:xfrm rot="2700000">
            <a:off x="877824" y="749808"/>
            <a:ext cx="82296" cy="82296"/>
          </a:xfrm>
          <a:prstGeom prst="rect">
            <a:avLst/>
          </a:prstGeom>
          <a:solidFill>
            <a:srgbClr val="D4951A">
              <a:alpha val="55000"/>
            </a:srgbClr>
          </a:solidFill>
          <a:ln w="12700">
            <a:solidFill>
              <a:srgbClr val="D4951A"/>
            </a:solidFill>
            <a:prstDash val="solid"/>
          </a:ln>
        </p:spPr>
      </p:sp>
      <p:sp>
        <p:nvSpPr>
          <p:cNvPr id="11" name="Shape 9"/>
          <p:cNvSpPr/>
          <p:nvPr/>
        </p:nvSpPr>
        <p:spPr>
          <a:xfrm rot="2700000">
            <a:off x="1001268" y="749808"/>
            <a:ext cx="82296" cy="82296"/>
          </a:xfrm>
          <a:prstGeom prst="rect">
            <a:avLst/>
          </a:prstGeom>
          <a:solidFill>
            <a:srgbClr val="D4951A">
              <a:alpha val="55000"/>
            </a:srgbClr>
          </a:solidFill>
          <a:ln w="12700">
            <a:solidFill>
              <a:srgbClr val="D4951A"/>
            </a:solidFill>
            <a:prstDash val="solid"/>
          </a:ln>
        </p:spPr>
      </p:sp>
      <p:sp>
        <p:nvSpPr>
          <p:cNvPr id="12" name="Shape 10"/>
          <p:cNvSpPr/>
          <p:nvPr/>
        </p:nvSpPr>
        <p:spPr>
          <a:xfrm rot="2700000">
            <a:off x="1124712" y="749808"/>
            <a:ext cx="82296" cy="82296"/>
          </a:xfrm>
          <a:prstGeom prst="rect">
            <a:avLst/>
          </a:prstGeom>
          <a:solidFill>
            <a:srgbClr val="D4951A">
              <a:alpha val="55000"/>
            </a:srgbClr>
          </a:solidFill>
          <a:ln w="12700">
            <a:solidFill>
              <a:srgbClr val="D4951A"/>
            </a:solidFill>
            <a:prstDash val="solid"/>
          </a:ln>
        </p:spPr>
      </p:sp>
      <p:sp>
        <p:nvSpPr>
          <p:cNvPr id="13" name="Shape 11"/>
          <p:cNvSpPr/>
          <p:nvPr/>
        </p:nvSpPr>
        <p:spPr>
          <a:xfrm rot="2700000">
            <a:off x="1248156" y="749808"/>
            <a:ext cx="82296" cy="82296"/>
          </a:xfrm>
          <a:prstGeom prst="rect">
            <a:avLst/>
          </a:prstGeom>
          <a:solidFill>
            <a:srgbClr val="D4951A">
              <a:alpha val="55000"/>
            </a:srgbClr>
          </a:solidFill>
          <a:ln w="12700">
            <a:solidFill>
              <a:srgbClr val="D4951A"/>
            </a:solidFill>
            <a:prstDash val="solid"/>
          </a:ln>
        </p:spPr>
      </p:sp>
      <p:sp>
        <p:nvSpPr>
          <p:cNvPr id="14" name="Shape 12"/>
          <p:cNvSpPr/>
          <p:nvPr/>
        </p:nvSpPr>
        <p:spPr>
          <a:xfrm rot="2700000">
            <a:off x="1371600" y="749808"/>
            <a:ext cx="82296" cy="82296"/>
          </a:xfrm>
          <a:prstGeom prst="rect">
            <a:avLst/>
          </a:prstGeom>
          <a:solidFill>
            <a:srgbClr val="D4951A">
              <a:alpha val="55000"/>
            </a:srgbClr>
          </a:solidFill>
          <a:ln w="12700">
            <a:solidFill>
              <a:srgbClr val="D4951A"/>
            </a:solidFill>
            <a:prstDash val="solid"/>
          </a:ln>
        </p:spPr>
      </p:sp>
      <p:sp>
        <p:nvSpPr>
          <p:cNvPr id="15" name="Shape 13"/>
          <p:cNvSpPr/>
          <p:nvPr/>
        </p:nvSpPr>
        <p:spPr>
          <a:xfrm rot="2700000">
            <a:off x="1495044" y="749808"/>
            <a:ext cx="82296" cy="82296"/>
          </a:xfrm>
          <a:prstGeom prst="rect">
            <a:avLst/>
          </a:prstGeom>
          <a:solidFill>
            <a:srgbClr val="D4951A">
              <a:alpha val="55000"/>
            </a:srgbClr>
          </a:solidFill>
          <a:ln w="12700">
            <a:solidFill>
              <a:srgbClr val="D4951A"/>
            </a:solidFill>
            <a:prstDash val="solid"/>
          </a:ln>
        </p:spPr>
      </p:sp>
      <p:sp>
        <p:nvSpPr>
          <p:cNvPr id="16" name="Shape 14"/>
          <p:cNvSpPr/>
          <p:nvPr/>
        </p:nvSpPr>
        <p:spPr>
          <a:xfrm rot="2700000">
            <a:off x="1618488" y="749808"/>
            <a:ext cx="82296" cy="82296"/>
          </a:xfrm>
          <a:prstGeom prst="rect">
            <a:avLst/>
          </a:prstGeom>
          <a:solidFill>
            <a:srgbClr val="D4951A">
              <a:alpha val="55000"/>
            </a:srgbClr>
          </a:solidFill>
          <a:ln w="12700">
            <a:solidFill>
              <a:srgbClr val="D4951A"/>
            </a:solidFill>
            <a:prstDash val="solid"/>
          </a:ln>
        </p:spPr>
      </p:sp>
      <p:sp>
        <p:nvSpPr>
          <p:cNvPr id="17" name="Shape 15"/>
          <p:cNvSpPr/>
          <p:nvPr/>
        </p:nvSpPr>
        <p:spPr>
          <a:xfrm rot="2700000">
            <a:off x="1741932" y="749808"/>
            <a:ext cx="82296" cy="82296"/>
          </a:xfrm>
          <a:prstGeom prst="rect">
            <a:avLst/>
          </a:prstGeom>
          <a:solidFill>
            <a:srgbClr val="D4951A">
              <a:alpha val="55000"/>
            </a:srgbClr>
          </a:solidFill>
          <a:ln w="12700">
            <a:solidFill>
              <a:srgbClr val="D4951A"/>
            </a:solidFill>
            <a:prstDash val="solid"/>
          </a:ln>
        </p:spPr>
      </p:sp>
      <p:sp>
        <p:nvSpPr>
          <p:cNvPr id="18" name="Shape 16"/>
          <p:cNvSpPr/>
          <p:nvPr/>
        </p:nvSpPr>
        <p:spPr>
          <a:xfrm rot="2700000">
            <a:off x="1865376" y="749808"/>
            <a:ext cx="82296" cy="82296"/>
          </a:xfrm>
          <a:prstGeom prst="rect">
            <a:avLst/>
          </a:prstGeom>
          <a:solidFill>
            <a:srgbClr val="D4951A">
              <a:alpha val="55000"/>
            </a:srgbClr>
          </a:solidFill>
          <a:ln w="12700">
            <a:solidFill>
              <a:srgbClr val="D4951A"/>
            </a:solidFill>
            <a:prstDash val="solid"/>
          </a:ln>
        </p:spPr>
      </p:sp>
      <p:sp>
        <p:nvSpPr>
          <p:cNvPr id="19" name="Shape 17"/>
          <p:cNvSpPr/>
          <p:nvPr/>
        </p:nvSpPr>
        <p:spPr>
          <a:xfrm rot="2700000">
            <a:off x="1988820" y="749808"/>
            <a:ext cx="82296" cy="82296"/>
          </a:xfrm>
          <a:prstGeom prst="rect">
            <a:avLst/>
          </a:prstGeom>
          <a:solidFill>
            <a:srgbClr val="D4951A">
              <a:alpha val="55000"/>
            </a:srgbClr>
          </a:solidFill>
          <a:ln w="12700">
            <a:solidFill>
              <a:srgbClr val="D4951A"/>
            </a:solidFill>
            <a:prstDash val="solid"/>
          </a:ln>
        </p:spPr>
      </p:sp>
      <p:sp>
        <p:nvSpPr>
          <p:cNvPr id="20" name="Shape 18"/>
          <p:cNvSpPr/>
          <p:nvPr/>
        </p:nvSpPr>
        <p:spPr>
          <a:xfrm rot="2700000">
            <a:off x="2112264" y="749808"/>
            <a:ext cx="82296" cy="82296"/>
          </a:xfrm>
          <a:prstGeom prst="rect">
            <a:avLst/>
          </a:prstGeom>
          <a:solidFill>
            <a:srgbClr val="D4951A">
              <a:alpha val="55000"/>
            </a:srgbClr>
          </a:solidFill>
          <a:ln w="12700">
            <a:solidFill>
              <a:srgbClr val="D4951A"/>
            </a:solidFill>
            <a:prstDash val="solid"/>
          </a:ln>
        </p:spPr>
      </p:sp>
      <p:sp>
        <p:nvSpPr>
          <p:cNvPr id="21" name="Shape 19"/>
          <p:cNvSpPr/>
          <p:nvPr/>
        </p:nvSpPr>
        <p:spPr>
          <a:xfrm rot="2700000">
            <a:off x="2235708" y="749808"/>
            <a:ext cx="82296" cy="82296"/>
          </a:xfrm>
          <a:prstGeom prst="rect">
            <a:avLst/>
          </a:prstGeom>
          <a:solidFill>
            <a:srgbClr val="D4951A">
              <a:alpha val="55000"/>
            </a:srgbClr>
          </a:solidFill>
          <a:ln w="12700">
            <a:solidFill>
              <a:srgbClr val="D4951A"/>
            </a:solidFill>
            <a:prstDash val="solid"/>
          </a:ln>
        </p:spPr>
      </p:sp>
      <p:sp>
        <p:nvSpPr>
          <p:cNvPr id="22" name="Shape 20"/>
          <p:cNvSpPr/>
          <p:nvPr/>
        </p:nvSpPr>
        <p:spPr>
          <a:xfrm rot="2700000">
            <a:off x="2359152" y="749808"/>
            <a:ext cx="82296" cy="82296"/>
          </a:xfrm>
          <a:prstGeom prst="rect">
            <a:avLst/>
          </a:prstGeom>
          <a:solidFill>
            <a:srgbClr val="D4951A">
              <a:alpha val="55000"/>
            </a:srgbClr>
          </a:solidFill>
          <a:ln w="12700">
            <a:solidFill>
              <a:srgbClr val="D4951A"/>
            </a:solidFill>
            <a:prstDash val="solid"/>
          </a:ln>
        </p:spPr>
      </p:sp>
      <p:sp>
        <p:nvSpPr>
          <p:cNvPr id="23" name="Shape 21"/>
          <p:cNvSpPr/>
          <p:nvPr/>
        </p:nvSpPr>
        <p:spPr>
          <a:xfrm rot="2700000">
            <a:off x="2482596" y="749808"/>
            <a:ext cx="82296" cy="82296"/>
          </a:xfrm>
          <a:prstGeom prst="rect">
            <a:avLst/>
          </a:prstGeom>
          <a:solidFill>
            <a:srgbClr val="D4951A">
              <a:alpha val="55000"/>
            </a:srgbClr>
          </a:solidFill>
          <a:ln w="12700">
            <a:solidFill>
              <a:srgbClr val="D4951A"/>
            </a:solidFill>
            <a:prstDash val="solid"/>
          </a:ln>
        </p:spPr>
      </p:sp>
      <p:sp>
        <p:nvSpPr>
          <p:cNvPr id="24" name="Shape 22"/>
          <p:cNvSpPr/>
          <p:nvPr/>
        </p:nvSpPr>
        <p:spPr>
          <a:xfrm rot="2700000">
            <a:off x="2606040" y="749808"/>
            <a:ext cx="82296" cy="82296"/>
          </a:xfrm>
          <a:prstGeom prst="rect">
            <a:avLst/>
          </a:prstGeom>
          <a:solidFill>
            <a:srgbClr val="D4951A">
              <a:alpha val="55000"/>
            </a:srgbClr>
          </a:solidFill>
          <a:ln w="12700">
            <a:solidFill>
              <a:srgbClr val="D4951A"/>
            </a:solidFill>
            <a:prstDash val="solid"/>
          </a:ln>
        </p:spPr>
      </p:sp>
      <p:sp>
        <p:nvSpPr>
          <p:cNvPr id="25" name="Shape 23"/>
          <p:cNvSpPr/>
          <p:nvPr/>
        </p:nvSpPr>
        <p:spPr>
          <a:xfrm rot="2700000">
            <a:off x="2729484" y="749808"/>
            <a:ext cx="82296" cy="82296"/>
          </a:xfrm>
          <a:prstGeom prst="rect">
            <a:avLst/>
          </a:prstGeom>
          <a:solidFill>
            <a:srgbClr val="D4951A">
              <a:alpha val="55000"/>
            </a:srgbClr>
          </a:solidFill>
          <a:ln w="12700">
            <a:solidFill>
              <a:srgbClr val="D4951A"/>
            </a:solidFill>
            <a:prstDash val="solid"/>
          </a:ln>
        </p:spPr>
      </p:sp>
      <p:sp>
        <p:nvSpPr>
          <p:cNvPr id="26" name="Shape 24"/>
          <p:cNvSpPr/>
          <p:nvPr/>
        </p:nvSpPr>
        <p:spPr>
          <a:xfrm rot="2700000">
            <a:off x="2852928" y="749808"/>
            <a:ext cx="82296" cy="82296"/>
          </a:xfrm>
          <a:prstGeom prst="rect">
            <a:avLst/>
          </a:prstGeom>
          <a:solidFill>
            <a:srgbClr val="D4951A">
              <a:alpha val="55000"/>
            </a:srgbClr>
          </a:solidFill>
          <a:ln w="12700">
            <a:solidFill>
              <a:srgbClr val="D4951A"/>
            </a:solidFill>
            <a:prstDash val="solid"/>
          </a:ln>
        </p:spPr>
      </p:sp>
      <p:sp>
        <p:nvSpPr>
          <p:cNvPr id="27" name="Shape 25"/>
          <p:cNvSpPr/>
          <p:nvPr/>
        </p:nvSpPr>
        <p:spPr>
          <a:xfrm rot="2700000">
            <a:off x="2976372" y="749808"/>
            <a:ext cx="82296" cy="82296"/>
          </a:xfrm>
          <a:prstGeom prst="rect">
            <a:avLst/>
          </a:prstGeom>
          <a:solidFill>
            <a:srgbClr val="D4951A">
              <a:alpha val="55000"/>
            </a:srgbClr>
          </a:solidFill>
          <a:ln w="12700">
            <a:solidFill>
              <a:srgbClr val="D4951A"/>
            </a:solidFill>
            <a:prstDash val="solid"/>
          </a:ln>
        </p:spPr>
      </p:sp>
      <p:sp>
        <p:nvSpPr>
          <p:cNvPr id="28" name="Shape 26"/>
          <p:cNvSpPr/>
          <p:nvPr/>
        </p:nvSpPr>
        <p:spPr>
          <a:xfrm rot="2700000">
            <a:off x="3099816" y="749808"/>
            <a:ext cx="82296" cy="82296"/>
          </a:xfrm>
          <a:prstGeom prst="rect">
            <a:avLst/>
          </a:prstGeom>
          <a:solidFill>
            <a:srgbClr val="D4951A">
              <a:alpha val="55000"/>
            </a:srgbClr>
          </a:solidFill>
          <a:ln w="12700">
            <a:solidFill>
              <a:srgbClr val="D4951A"/>
            </a:solidFill>
            <a:prstDash val="solid"/>
          </a:ln>
        </p:spPr>
      </p:sp>
      <p:sp>
        <p:nvSpPr>
          <p:cNvPr id="29" name="Shape 27"/>
          <p:cNvSpPr/>
          <p:nvPr/>
        </p:nvSpPr>
        <p:spPr>
          <a:xfrm rot="2700000">
            <a:off x="3223260" y="749808"/>
            <a:ext cx="82296" cy="82296"/>
          </a:xfrm>
          <a:prstGeom prst="rect">
            <a:avLst/>
          </a:prstGeom>
          <a:solidFill>
            <a:srgbClr val="D4951A">
              <a:alpha val="55000"/>
            </a:srgbClr>
          </a:solidFill>
          <a:ln w="12700">
            <a:solidFill>
              <a:srgbClr val="D4951A"/>
            </a:solidFill>
            <a:prstDash val="solid"/>
          </a:ln>
        </p:spPr>
      </p:sp>
      <p:sp>
        <p:nvSpPr>
          <p:cNvPr id="30" name="Shape 28"/>
          <p:cNvSpPr/>
          <p:nvPr/>
        </p:nvSpPr>
        <p:spPr>
          <a:xfrm rot="2700000">
            <a:off x="3346704" y="749808"/>
            <a:ext cx="82296" cy="82296"/>
          </a:xfrm>
          <a:prstGeom prst="rect">
            <a:avLst/>
          </a:prstGeom>
          <a:solidFill>
            <a:srgbClr val="D4951A">
              <a:alpha val="55000"/>
            </a:srgbClr>
          </a:solidFill>
          <a:ln w="12700">
            <a:solidFill>
              <a:srgbClr val="D4951A"/>
            </a:solidFill>
            <a:prstDash val="solid"/>
          </a:ln>
        </p:spPr>
      </p:sp>
      <p:sp>
        <p:nvSpPr>
          <p:cNvPr id="31" name="Shape 29"/>
          <p:cNvSpPr/>
          <p:nvPr/>
        </p:nvSpPr>
        <p:spPr>
          <a:xfrm rot="2700000">
            <a:off x="3470148" y="749808"/>
            <a:ext cx="82296" cy="82296"/>
          </a:xfrm>
          <a:prstGeom prst="rect">
            <a:avLst/>
          </a:prstGeom>
          <a:solidFill>
            <a:srgbClr val="D4951A">
              <a:alpha val="55000"/>
            </a:srgbClr>
          </a:solidFill>
          <a:ln w="12700">
            <a:solidFill>
              <a:srgbClr val="D4951A"/>
            </a:solidFill>
            <a:prstDash val="solid"/>
          </a:ln>
        </p:spPr>
      </p:sp>
      <p:sp>
        <p:nvSpPr>
          <p:cNvPr id="32" name="Shape 30"/>
          <p:cNvSpPr/>
          <p:nvPr/>
        </p:nvSpPr>
        <p:spPr>
          <a:xfrm rot="2700000">
            <a:off x="3593592" y="749808"/>
            <a:ext cx="82296" cy="82296"/>
          </a:xfrm>
          <a:prstGeom prst="rect">
            <a:avLst/>
          </a:prstGeom>
          <a:solidFill>
            <a:srgbClr val="D4951A">
              <a:alpha val="55000"/>
            </a:srgbClr>
          </a:solidFill>
          <a:ln w="12700">
            <a:solidFill>
              <a:srgbClr val="D4951A"/>
            </a:solidFill>
            <a:prstDash val="solid"/>
          </a:ln>
        </p:spPr>
      </p:sp>
      <p:sp>
        <p:nvSpPr>
          <p:cNvPr id="33" name="Shape 31"/>
          <p:cNvSpPr/>
          <p:nvPr/>
        </p:nvSpPr>
        <p:spPr>
          <a:xfrm rot="2700000">
            <a:off x="3717036" y="749808"/>
            <a:ext cx="82296" cy="82296"/>
          </a:xfrm>
          <a:prstGeom prst="rect">
            <a:avLst/>
          </a:prstGeom>
          <a:solidFill>
            <a:srgbClr val="D4951A">
              <a:alpha val="55000"/>
            </a:srgbClr>
          </a:solidFill>
          <a:ln w="12700">
            <a:solidFill>
              <a:srgbClr val="D4951A"/>
            </a:solidFill>
            <a:prstDash val="solid"/>
          </a:ln>
        </p:spPr>
      </p:sp>
      <p:sp>
        <p:nvSpPr>
          <p:cNvPr id="34" name="Shape 32"/>
          <p:cNvSpPr/>
          <p:nvPr/>
        </p:nvSpPr>
        <p:spPr>
          <a:xfrm rot="2700000">
            <a:off x="3840480" y="749808"/>
            <a:ext cx="82296" cy="82296"/>
          </a:xfrm>
          <a:prstGeom prst="rect">
            <a:avLst/>
          </a:prstGeom>
          <a:solidFill>
            <a:srgbClr val="D4951A">
              <a:alpha val="55000"/>
            </a:srgbClr>
          </a:solidFill>
          <a:ln w="12700">
            <a:solidFill>
              <a:srgbClr val="D4951A"/>
            </a:solidFill>
            <a:prstDash val="solid"/>
          </a:ln>
        </p:spPr>
      </p:sp>
      <p:sp>
        <p:nvSpPr>
          <p:cNvPr id="35" name="Shape 33"/>
          <p:cNvSpPr/>
          <p:nvPr/>
        </p:nvSpPr>
        <p:spPr>
          <a:xfrm rot="2700000">
            <a:off x="3963924" y="749808"/>
            <a:ext cx="82296" cy="82296"/>
          </a:xfrm>
          <a:prstGeom prst="rect">
            <a:avLst/>
          </a:prstGeom>
          <a:solidFill>
            <a:srgbClr val="D4951A">
              <a:alpha val="55000"/>
            </a:srgbClr>
          </a:solidFill>
          <a:ln w="12700">
            <a:solidFill>
              <a:srgbClr val="D4951A"/>
            </a:solidFill>
            <a:prstDash val="solid"/>
          </a:ln>
        </p:spPr>
      </p:sp>
      <p:sp>
        <p:nvSpPr>
          <p:cNvPr id="36" name="Shape 34"/>
          <p:cNvSpPr/>
          <p:nvPr/>
        </p:nvSpPr>
        <p:spPr>
          <a:xfrm rot="2700000">
            <a:off x="4087368" y="749808"/>
            <a:ext cx="82296" cy="82296"/>
          </a:xfrm>
          <a:prstGeom prst="rect">
            <a:avLst/>
          </a:prstGeom>
          <a:solidFill>
            <a:srgbClr val="D4951A">
              <a:alpha val="55000"/>
            </a:srgbClr>
          </a:solidFill>
          <a:ln w="12700">
            <a:solidFill>
              <a:srgbClr val="D4951A"/>
            </a:solidFill>
            <a:prstDash val="solid"/>
          </a:ln>
        </p:spPr>
      </p:sp>
      <p:sp>
        <p:nvSpPr>
          <p:cNvPr id="37" name="Shape 35"/>
          <p:cNvSpPr/>
          <p:nvPr/>
        </p:nvSpPr>
        <p:spPr>
          <a:xfrm rot="2700000">
            <a:off x="4210812" y="749808"/>
            <a:ext cx="82296" cy="82296"/>
          </a:xfrm>
          <a:prstGeom prst="rect">
            <a:avLst/>
          </a:prstGeom>
          <a:solidFill>
            <a:srgbClr val="D4951A">
              <a:alpha val="55000"/>
            </a:srgbClr>
          </a:solidFill>
          <a:ln w="12700">
            <a:solidFill>
              <a:srgbClr val="D4951A"/>
            </a:solidFill>
            <a:prstDash val="solid"/>
          </a:ln>
        </p:spPr>
      </p:sp>
      <p:sp>
        <p:nvSpPr>
          <p:cNvPr id="38" name="Shape 36"/>
          <p:cNvSpPr/>
          <p:nvPr/>
        </p:nvSpPr>
        <p:spPr>
          <a:xfrm rot="2700000">
            <a:off x="4334256" y="749808"/>
            <a:ext cx="82296" cy="82296"/>
          </a:xfrm>
          <a:prstGeom prst="rect">
            <a:avLst/>
          </a:prstGeom>
          <a:solidFill>
            <a:srgbClr val="D4951A">
              <a:alpha val="55000"/>
            </a:srgbClr>
          </a:solidFill>
          <a:ln w="12700">
            <a:solidFill>
              <a:srgbClr val="D4951A"/>
            </a:solidFill>
            <a:prstDash val="solid"/>
          </a:ln>
        </p:spPr>
      </p:sp>
      <p:sp>
        <p:nvSpPr>
          <p:cNvPr id="39" name="Shape 37"/>
          <p:cNvSpPr/>
          <p:nvPr/>
        </p:nvSpPr>
        <p:spPr>
          <a:xfrm rot="2700000">
            <a:off x="4457700" y="749808"/>
            <a:ext cx="82296" cy="82296"/>
          </a:xfrm>
          <a:prstGeom prst="rect">
            <a:avLst/>
          </a:prstGeom>
          <a:solidFill>
            <a:srgbClr val="D4951A">
              <a:alpha val="55000"/>
            </a:srgbClr>
          </a:solidFill>
          <a:ln w="12700">
            <a:solidFill>
              <a:srgbClr val="D4951A"/>
            </a:solidFill>
            <a:prstDash val="solid"/>
          </a:ln>
        </p:spPr>
      </p:sp>
      <p:sp>
        <p:nvSpPr>
          <p:cNvPr id="40" name="Shape 38"/>
          <p:cNvSpPr/>
          <p:nvPr/>
        </p:nvSpPr>
        <p:spPr>
          <a:xfrm rot="2700000">
            <a:off x="4581144" y="749808"/>
            <a:ext cx="82296" cy="82296"/>
          </a:xfrm>
          <a:prstGeom prst="rect">
            <a:avLst/>
          </a:prstGeom>
          <a:solidFill>
            <a:srgbClr val="D4951A">
              <a:alpha val="55000"/>
            </a:srgbClr>
          </a:solidFill>
          <a:ln w="12700">
            <a:solidFill>
              <a:srgbClr val="D4951A"/>
            </a:solidFill>
            <a:prstDash val="solid"/>
          </a:ln>
        </p:spPr>
      </p:sp>
      <p:sp>
        <p:nvSpPr>
          <p:cNvPr id="41" name="Shape 39"/>
          <p:cNvSpPr/>
          <p:nvPr/>
        </p:nvSpPr>
        <p:spPr>
          <a:xfrm rot="2700000">
            <a:off x="4704588" y="749808"/>
            <a:ext cx="82296" cy="82296"/>
          </a:xfrm>
          <a:prstGeom prst="rect">
            <a:avLst/>
          </a:prstGeom>
          <a:solidFill>
            <a:srgbClr val="D4951A">
              <a:alpha val="55000"/>
            </a:srgbClr>
          </a:solidFill>
          <a:ln w="12700">
            <a:solidFill>
              <a:srgbClr val="D4951A"/>
            </a:solidFill>
            <a:prstDash val="solid"/>
          </a:ln>
        </p:spPr>
      </p:sp>
      <p:sp>
        <p:nvSpPr>
          <p:cNvPr id="42" name="Shape 40"/>
          <p:cNvSpPr/>
          <p:nvPr/>
        </p:nvSpPr>
        <p:spPr>
          <a:xfrm rot="2700000">
            <a:off x="4828032" y="749808"/>
            <a:ext cx="82296" cy="82296"/>
          </a:xfrm>
          <a:prstGeom prst="rect">
            <a:avLst/>
          </a:prstGeom>
          <a:solidFill>
            <a:srgbClr val="D4951A">
              <a:alpha val="55000"/>
            </a:srgbClr>
          </a:solidFill>
          <a:ln w="12700">
            <a:solidFill>
              <a:srgbClr val="D4951A"/>
            </a:solidFill>
            <a:prstDash val="solid"/>
          </a:ln>
        </p:spPr>
      </p:sp>
      <p:sp>
        <p:nvSpPr>
          <p:cNvPr id="43" name="Shape 41"/>
          <p:cNvSpPr/>
          <p:nvPr/>
        </p:nvSpPr>
        <p:spPr>
          <a:xfrm rot="2700000">
            <a:off x="4951476" y="749808"/>
            <a:ext cx="82296" cy="82296"/>
          </a:xfrm>
          <a:prstGeom prst="rect">
            <a:avLst/>
          </a:prstGeom>
          <a:solidFill>
            <a:srgbClr val="D4951A">
              <a:alpha val="55000"/>
            </a:srgbClr>
          </a:solidFill>
          <a:ln w="12700">
            <a:solidFill>
              <a:srgbClr val="D4951A"/>
            </a:solidFill>
            <a:prstDash val="solid"/>
          </a:ln>
        </p:spPr>
      </p:sp>
      <p:sp>
        <p:nvSpPr>
          <p:cNvPr id="44" name="Shape 42"/>
          <p:cNvSpPr/>
          <p:nvPr/>
        </p:nvSpPr>
        <p:spPr>
          <a:xfrm rot="2700000">
            <a:off x="5074920" y="749808"/>
            <a:ext cx="82296" cy="82296"/>
          </a:xfrm>
          <a:prstGeom prst="rect">
            <a:avLst/>
          </a:prstGeom>
          <a:solidFill>
            <a:srgbClr val="D4951A">
              <a:alpha val="55000"/>
            </a:srgbClr>
          </a:solidFill>
          <a:ln w="12700">
            <a:solidFill>
              <a:srgbClr val="D4951A"/>
            </a:solidFill>
            <a:prstDash val="solid"/>
          </a:ln>
        </p:spPr>
      </p:sp>
      <p:sp>
        <p:nvSpPr>
          <p:cNvPr id="45" name="Shape 43"/>
          <p:cNvSpPr/>
          <p:nvPr/>
        </p:nvSpPr>
        <p:spPr>
          <a:xfrm rot="2700000">
            <a:off x="5198364" y="749808"/>
            <a:ext cx="82296" cy="82296"/>
          </a:xfrm>
          <a:prstGeom prst="rect">
            <a:avLst/>
          </a:prstGeom>
          <a:solidFill>
            <a:srgbClr val="D4951A">
              <a:alpha val="55000"/>
            </a:srgbClr>
          </a:solidFill>
          <a:ln w="12700">
            <a:solidFill>
              <a:srgbClr val="D4951A"/>
            </a:solidFill>
            <a:prstDash val="solid"/>
          </a:ln>
        </p:spPr>
      </p:sp>
      <p:sp>
        <p:nvSpPr>
          <p:cNvPr id="46" name="Shape 44"/>
          <p:cNvSpPr/>
          <p:nvPr/>
        </p:nvSpPr>
        <p:spPr>
          <a:xfrm rot="2700000">
            <a:off x="5321808" y="749808"/>
            <a:ext cx="82296" cy="82296"/>
          </a:xfrm>
          <a:prstGeom prst="rect">
            <a:avLst/>
          </a:prstGeom>
          <a:solidFill>
            <a:srgbClr val="D4951A">
              <a:alpha val="55000"/>
            </a:srgbClr>
          </a:solidFill>
          <a:ln w="12700">
            <a:solidFill>
              <a:srgbClr val="D4951A"/>
            </a:solidFill>
            <a:prstDash val="solid"/>
          </a:ln>
        </p:spPr>
      </p:sp>
      <p:sp>
        <p:nvSpPr>
          <p:cNvPr id="47" name="Shape 45"/>
          <p:cNvSpPr/>
          <p:nvPr/>
        </p:nvSpPr>
        <p:spPr>
          <a:xfrm rot="2700000">
            <a:off x="5445252" y="749808"/>
            <a:ext cx="82296" cy="82296"/>
          </a:xfrm>
          <a:prstGeom prst="rect">
            <a:avLst/>
          </a:prstGeom>
          <a:solidFill>
            <a:srgbClr val="D4951A">
              <a:alpha val="55000"/>
            </a:srgbClr>
          </a:solidFill>
          <a:ln w="12700">
            <a:solidFill>
              <a:srgbClr val="D4951A"/>
            </a:solidFill>
            <a:prstDash val="solid"/>
          </a:ln>
        </p:spPr>
      </p:sp>
      <p:sp>
        <p:nvSpPr>
          <p:cNvPr id="48" name="Shape 46"/>
          <p:cNvSpPr/>
          <p:nvPr/>
        </p:nvSpPr>
        <p:spPr>
          <a:xfrm rot="2700000">
            <a:off x="5568696" y="749808"/>
            <a:ext cx="82296" cy="82296"/>
          </a:xfrm>
          <a:prstGeom prst="rect">
            <a:avLst/>
          </a:prstGeom>
          <a:solidFill>
            <a:srgbClr val="D4951A">
              <a:alpha val="55000"/>
            </a:srgbClr>
          </a:solidFill>
          <a:ln w="12700">
            <a:solidFill>
              <a:srgbClr val="D4951A"/>
            </a:solidFill>
            <a:prstDash val="solid"/>
          </a:ln>
        </p:spPr>
      </p:sp>
      <p:sp>
        <p:nvSpPr>
          <p:cNvPr id="49" name="Shape 47"/>
          <p:cNvSpPr/>
          <p:nvPr/>
        </p:nvSpPr>
        <p:spPr>
          <a:xfrm rot="2700000">
            <a:off x="5692140" y="749808"/>
            <a:ext cx="82296" cy="82296"/>
          </a:xfrm>
          <a:prstGeom prst="rect">
            <a:avLst/>
          </a:prstGeom>
          <a:solidFill>
            <a:srgbClr val="D4951A">
              <a:alpha val="55000"/>
            </a:srgbClr>
          </a:solidFill>
          <a:ln w="12700">
            <a:solidFill>
              <a:srgbClr val="D4951A"/>
            </a:solidFill>
            <a:prstDash val="solid"/>
          </a:ln>
        </p:spPr>
      </p:sp>
      <p:sp>
        <p:nvSpPr>
          <p:cNvPr id="50" name="Shape 48"/>
          <p:cNvSpPr/>
          <p:nvPr/>
        </p:nvSpPr>
        <p:spPr>
          <a:xfrm rot="2700000">
            <a:off x="5815584" y="749808"/>
            <a:ext cx="82296" cy="82296"/>
          </a:xfrm>
          <a:prstGeom prst="rect">
            <a:avLst/>
          </a:prstGeom>
          <a:solidFill>
            <a:srgbClr val="D4951A">
              <a:alpha val="55000"/>
            </a:srgbClr>
          </a:solidFill>
          <a:ln w="12700">
            <a:solidFill>
              <a:srgbClr val="D4951A"/>
            </a:solidFill>
            <a:prstDash val="solid"/>
          </a:ln>
        </p:spPr>
      </p:sp>
      <p:sp>
        <p:nvSpPr>
          <p:cNvPr id="51" name="Shape 49"/>
          <p:cNvSpPr/>
          <p:nvPr/>
        </p:nvSpPr>
        <p:spPr>
          <a:xfrm rot="2700000">
            <a:off x="5939028" y="749808"/>
            <a:ext cx="82296" cy="82296"/>
          </a:xfrm>
          <a:prstGeom prst="rect">
            <a:avLst/>
          </a:prstGeom>
          <a:solidFill>
            <a:srgbClr val="D4951A">
              <a:alpha val="55000"/>
            </a:srgbClr>
          </a:solidFill>
          <a:ln w="12700">
            <a:solidFill>
              <a:srgbClr val="D4951A"/>
            </a:solidFill>
            <a:prstDash val="solid"/>
          </a:ln>
        </p:spPr>
      </p:sp>
      <p:sp>
        <p:nvSpPr>
          <p:cNvPr id="52" name="Shape 50"/>
          <p:cNvSpPr/>
          <p:nvPr/>
        </p:nvSpPr>
        <p:spPr>
          <a:xfrm rot="2700000">
            <a:off x="6062472" y="749808"/>
            <a:ext cx="82296" cy="82296"/>
          </a:xfrm>
          <a:prstGeom prst="rect">
            <a:avLst/>
          </a:prstGeom>
          <a:solidFill>
            <a:srgbClr val="D4951A">
              <a:alpha val="55000"/>
            </a:srgbClr>
          </a:solidFill>
          <a:ln w="12700">
            <a:solidFill>
              <a:srgbClr val="D4951A"/>
            </a:solidFill>
            <a:prstDash val="solid"/>
          </a:ln>
        </p:spPr>
      </p:sp>
      <p:sp>
        <p:nvSpPr>
          <p:cNvPr id="53" name="Shape 51"/>
          <p:cNvSpPr/>
          <p:nvPr/>
        </p:nvSpPr>
        <p:spPr>
          <a:xfrm rot="2700000">
            <a:off x="6185916" y="749808"/>
            <a:ext cx="82296" cy="82296"/>
          </a:xfrm>
          <a:prstGeom prst="rect">
            <a:avLst/>
          </a:prstGeom>
          <a:solidFill>
            <a:srgbClr val="D4951A">
              <a:alpha val="55000"/>
            </a:srgbClr>
          </a:solidFill>
          <a:ln w="12700">
            <a:solidFill>
              <a:srgbClr val="D4951A"/>
            </a:solidFill>
            <a:prstDash val="solid"/>
          </a:ln>
        </p:spPr>
      </p:sp>
      <p:sp>
        <p:nvSpPr>
          <p:cNvPr id="54" name="Shape 52"/>
          <p:cNvSpPr/>
          <p:nvPr/>
        </p:nvSpPr>
        <p:spPr>
          <a:xfrm rot="2700000">
            <a:off x="6309360" y="749808"/>
            <a:ext cx="82296" cy="82296"/>
          </a:xfrm>
          <a:prstGeom prst="rect">
            <a:avLst/>
          </a:prstGeom>
          <a:solidFill>
            <a:srgbClr val="D4951A">
              <a:alpha val="55000"/>
            </a:srgbClr>
          </a:solidFill>
          <a:ln w="12700">
            <a:solidFill>
              <a:srgbClr val="D4951A"/>
            </a:solidFill>
            <a:prstDash val="solid"/>
          </a:ln>
        </p:spPr>
      </p:sp>
      <p:sp>
        <p:nvSpPr>
          <p:cNvPr id="55" name="Shape 53"/>
          <p:cNvSpPr/>
          <p:nvPr/>
        </p:nvSpPr>
        <p:spPr>
          <a:xfrm rot="2700000">
            <a:off x="6432804" y="749808"/>
            <a:ext cx="82296" cy="82296"/>
          </a:xfrm>
          <a:prstGeom prst="rect">
            <a:avLst/>
          </a:prstGeom>
          <a:solidFill>
            <a:srgbClr val="D4951A">
              <a:alpha val="55000"/>
            </a:srgbClr>
          </a:solidFill>
          <a:ln w="12700">
            <a:solidFill>
              <a:srgbClr val="D4951A"/>
            </a:solidFill>
            <a:prstDash val="solid"/>
          </a:ln>
        </p:spPr>
      </p:sp>
      <p:sp>
        <p:nvSpPr>
          <p:cNvPr id="56" name="Shape 54"/>
          <p:cNvSpPr/>
          <p:nvPr/>
        </p:nvSpPr>
        <p:spPr>
          <a:xfrm rot="2700000">
            <a:off x="6556248" y="749808"/>
            <a:ext cx="82296" cy="82296"/>
          </a:xfrm>
          <a:prstGeom prst="rect">
            <a:avLst/>
          </a:prstGeom>
          <a:solidFill>
            <a:srgbClr val="D4951A">
              <a:alpha val="55000"/>
            </a:srgbClr>
          </a:solidFill>
          <a:ln w="12700">
            <a:solidFill>
              <a:srgbClr val="D4951A"/>
            </a:solidFill>
            <a:prstDash val="solid"/>
          </a:ln>
        </p:spPr>
      </p:sp>
      <p:sp>
        <p:nvSpPr>
          <p:cNvPr id="57" name="Shape 55"/>
          <p:cNvSpPr/>
          <p:nvPr/>
        </p:nvSpPr>
        <p:spPr>
          <a:xfrm rot="2700000">
            <a:off x="6679692" y="749808"/>
            <a:ext cx="82296" cy="82296"/>
          </a:xfrm>
          <a:prstGeom prst="rect">
            <a:avLst/>
          </a:prstGeom>
          <a:solidFill>
            <a:srgbClr val="D4951A">
              <a:alpha val="55000"/>
            </a:srgbClr>
          </a:solidFill>
          <a:ln w="12700">
            <a:solidFill>
              <a:srgbClr val="D4951A"/>
            </a:solidFill>
            <a:prstDash val="solid"/>
          </a:ln>
        </p:spPr>
      </p:sp>
      <p:sp>
        <p:nvSpPr>
          <p:cNvPr id="58" name="Shape 56"/>
          <p:cNvSpPr/>
          <p:nvPr/>
        </p:nvSpPr>
        <p:spPr>
          <a:xfrm rot="2700000">
            <a:off x="6803136" y="749808"/>
            <a:ext cx="82296" cy="82296"/>
          </a:xfrm>
          <a:prstGeom prst="rect">
            <a:avLst/>
          </a:prstGeom>
          <a:solidFill>
            <a:srgbClr val="D4951A">
              <a:alpha val="55000"/>
            </a:srgbClr>
          </a:solidFill>
          <a:ln w="12700">
            <a:solidFill>
              <a:srgbClr val="D4951A"/>
            </a:solidFill>
            <a:prstDash val="solid"/>
          </a:ln>
        </p:spPr>
      </p:sp>
      <p:sp>
        <p:nvSpPr>
          <p:cNvPr id="59" name="Shape 57"/>
          <p:cNvSpPr/>
          <p:nvPr/>
        </p:nvSpPr>
        <p:spPr>
          <a:xfrm rot="2700000">
            <a:off x="6926580" y="749808"/>
            <a:ext cx="82296" cy="82296"/>
          </a:xfrm>
          <a:prstGeom prst="rect">
            <a:avLst/>
          </a:prstGeom>
          <a:solidFill>
            <a:srgbClr val="D4951A">
              <a:alpha val="55000"/>
            </a:srgbClr>
          </a:solidFill>
          <a:ln w="12700">
            <a:solidFill>
              <a:srgbClr val="D4951A"/>
            </a:solidFill>
            <a:prstDash val="solid"/>
          </a:ln>
        </p:spPr>
      </p:sp>
      <p:sp>
        <p:nvSpPr>
          <p:cNvPr id="60" name="Shape 58"/>
          <p:cNvSpPr/>
          <p:nvPr/>
        </p:nvSpPr>
        <p:spPr>
          <a:xfrm rot="2700000">
            <a:off x="7050024" y="749808"/>
            <a:ext cx="82296" cy="82296"/>
          </a:xfrm>
          <a:prstGeom prst="rect">
            <a:avLst/>
          </a:prstGeom>
          <a:solidFill>
            <a:srgbClr val="D4951A">
              <a:alpha val="55000"/>
            </a:srgbClr>
          </a:solidFill>
          <a:ln w="12700">
            <a:solidFill>
              <a:srgbClr val="D4951A"/>
            </a:solidFill>
            <a:prstDash val="solid"/>
          </a:ln>
        </p:spPr>
      </p:sp>
      <p:sp>
        <p:nvSpPr>
          <p:cNvPr id="61" name="Shape 59"/>
          <p:cNvSpPr/>
          <p:nvPr/>
        </p:nvSpPr>
        <p:spPr>
          <a:xfrm rot="2700000">
            <a:off x="7173468" y="749808"/>
            <a:ext cx="82296" cy="82296"/>
          </a:xfrm>
          <a:prstGeom prst="rect">
            <a:avLst/>
          </a:prstGeom>
          <a:solidFill>
            <a:srgbClr val="D4951A">
              <a:alpha val="55000"/>
            </a:srgbClr>
          </a:solidFill>
          <a:ln w="12700">
            <a:solidFill>
              <a:srgbClr val="D4951A"/>
            </a:solidFill>
            <a:prstDash val="solid"/>
          </a:ln>
        </p:spPr>
      </p:sp>
      <p:sp>
        <p:nvSpPr>
          <p:cNvPr id="62" name="Shape 60"/>
          <p:cNvSpPr/>
          <p:nvPr/>
        </p:nvSpPr>
        <p:spPr>
          <a:xfrm rot="2700000">
            <a:off x="7296912" y="749808"/>
            <a:ext cx="82296" cy="82296"/>
          </a:xfrm>
          <a:prstGeom prst="rect">
            <a:avLst/>
          </a:prstGeom>
          <a:solidFill>
            <a:srgbClr val="D4951A">
              <a:alpha val="55000"/>
            </a:srgbClr>
          </a:solidFill>
          <a:ln w="12700">
            <a:solidFill>
              <a:srgbClr val="D4951A"/>
            </a:solidFill>
            <a:prstDash val="solid"/>
          </a:ln>
        </p:spPr>
      </p:sp>
      <p:sp>
        <p:nvSpPr>
          <p:cNvPr id="63" name="Shape 61"/>
          <p:cNvSpPr/>
          <p:nvPr/>
        </p:nvSpPr>
        <p:spPr>
          <a:xfrm rot="2700000">
            <a:off x="7420356" y="749808"/>
            <a:ext cx="82296" cy="82296"/>
          </a:xfrm>
          <a:prstGeom prst="rect">
            <a:avLst/>
          </a:prstGeom>
          <a:solidFill>
            <a:srgbClr val="D4951A">
              <a:alpha val="55000"/>
            </a:srgbClr>
          </a:solidFill>
          <a:ln w="12700">
            <a:solidFill>
              <a:srgbClr val="D4951A"/>
            </a:solidFill>
            <a:prstDash val="solid"/>
          </a:ln>
        </p:spPr>
      </p:sp>
      <p:sp>
        <p:nvSpPr>
          <p:cNvPr id="64" name="Shape 62"/>
          <p:cNvSpPr/>
          <p:nvPr/>
        </p:nvSpPr>
        <p:spPr>
          <a:xfrm rot="2700000">
            <a:off x="7543800" y="749808"/>
            <a:ext cx="82296" cy="82296"/>
          </a:xfrm>
          <a:prstGeom prst="rect">
            <a:avLst/>
          </a:prstGeom>
          <a:solidFill>
            <a:srgbClr val="D4951A">
              <a:alpha val="55000"/>
            </a:srgbClr>
          </a:solidFill>
          <a:ln w="12700">
            <a:solidFill>
              <a:srgbClr val="D4951A"/>
            </a:solidFill>
            <a:prstDash val="solid"/>
          </a:ln>
        </p:spPr>
      </p:sp>
      <p:sp>
        <p:nvSpPr>
          <p:cNvPr id="65" name="Shape 63"/>
          <p:cNvSpPr/>
          <p:nvPr/>
        </p:nvSpPr>
        <p:spPr>
          <a:xfrm rot="2700000">
            <a:off x="7667244" y="749808"/>
            <a:ext cx="82296" cy="82296"/>
          </a:xfrm>
          <a:prstGeom prst="rect">
            <a:avLst/>
          </a:prstGeom>
          <a:solidFill>
            <a:srgbClr val="D4951A">
              <a:alpha val="55000"/>
            </a:srgbClr>
          </a:solidFill>
          <a:ln w="12700">
            <a:solidFill>
              <a:srgbClr val="D4951A"/>
            </a:solidFill>
            <a:prstDash val="solid"/>
          </a:ln>
        </p:spPr>
      </p:sp>
      <p:sp>
        <p:nvSpPr>
          <p:cNvPr id="66" name="Shape 64"/>
          <p:cNvSpPr/>
          <p:nvPr/>
        </p:nvSpPr>
        <p:spPr>
          <a:xfrm rot="2700000">
            <a:off x="7790688" y="749808"/>
            <a:ext cx="82296" cy="82296"/>
          </a:xfrm>
          <a:prstGeom prst="rect">
            <a:avLst/>
          </a:prstGeom>
          <a:solidFill>
            <a:srgbClr val="D4951A">
              <a:alpha val="55000"/>
            </a:srgbClr>
          </a:solidFill>
          <a:ln w="12700">
            <a:solidFill>
              <a:srgbClr val="D4951A"/>
            </a:solidFill>
            <a:prstDash val="solid"/>
          </a:ln>
        </p:spPr>
      </p:sp>
      <p:sp>
        <p:nvSpPr>
          <p:cNvPr id="67" name="Shape 65"/>
          <p:cNvSpPr/>
          <p:nvPr/>
        </p:nvSpPr>
        <p:spPr>
          <a:xfrm rot="2700000">
            <a:off x="7914132" y="749808"/>
            <a:ext cx="82296" cy="82296"/>
          </a:xfrm>
          <a:prstGeom prst="rect">
            <a:avLst/>
          </a:prstGeom>
          <a:solidFill>
            <a:srgbClr val="D4951A">
              <a:alpha val="55000"/>
            </a:srgbClr>
          </a:solidFill>
          <a:ln w="12700">
            <a:solidFill>
              <a:srgbClr val="D4951A"/>
            </a:solidFill>
            <a:prstDash val="solid"/>
          </a:ln>
        </p:spPr>
      </p:sp>
      <p:sp>
        <p:nvSpPr>
          <p:cNvPr id="68" name="Shape 66"/>
          <p:cNvSpPr/>
          <p:nvPr/>
        </p:nvSpPr>
        <p:spPr>
          <a:xfrm rot="2700000">
            <a:off x="8037576" y="749808"/>
            <a:ext cx="82296" cy="82296"/>
          </a:xfrm>
          <a:prstGeom prst="rect">
            <a:avLst/>
          </a:prstGeom>
          <a:solidFill>
            <a:srgbClr val="D4951A">
              <a:alpha val="55000"/>
            </a:srgbClr>
          </a:solidFill>
          <a:ln w="12700">
            <a:solidFill>
              <a:srgbClr val="D4951A"/>
            </a:solidFill>
            <a:prstDash val="solid"/>
          </a:ln>
        </p:spPr>
      </p:sp>
      <p:sp>
        <p:nvSpPr>
          <p:cNvPr id="69" name="Shape 67"/>
          <p:cNvSpPr/>
          <p:nvPr/>
        </p:nvSpPr>
        <p:spPr>
          <a:xfrm rot="2700000">
            <a:off x="8161020" y="749808"/>
            <a:ext cx="82296" cy="82296"/>
          </a:xfrm>
          <a:prstGeom prst="rect">
            <a:avLst/>
          </a:prstGeom>
          <a:solidFill>
            <a:srgbClr val="D4951A">
              <a:alpha val="55000"/>
            </a:srgbClr>
          </a:solidFill>
          <a:ln w="12700">
            <a:solidFill>
              <a:srgbClr val="D4951A"/>
            </a:solidFill>
            <a:prstDash val="solid"/>
          </a:ln>
        </p:spPr>
      </p:sp>
      <p:sp>
        <p:nvSpPr>
          <p:cNvPr id="70" name="Shape 68"/>
          <p:cNvSpPr/>
          <p:nvPr/>
        </p:nvSpPr>
        <p:spPr>
          <a:xfrm rot="2700000">
            <a:off x="8284464" y="749808"/>
            <a:ext cx="82296" cy="82296"/>
          </a:xfrm>
          <a:prstGeom prst="rect">
            <a:avLst/>
          </a:prstGeom>
          <a:solidFill>
            <a:srgbClr val="D4951A">
              <a:alpha val="55000"/>
            </a:srgbClr>
          </a:solidFill>
          <a:ln w="12700">
            <a:solidFill>
              <a:srgbClr val="D4951A"/>
            </a:solidFill>
            <a:prstDash val="solid"/>
          </a:ln>
        </p:spPr>
      </p:sp>
      <p:sp>
        <p:nvSpPr>
          <p:cNvPr id="71" name="Shape 69"/>
          <p:cNvSpPr/>
          <p:nvPr/>
        </p:nvSpPr>
        <p:spPr>
          <a:xfrm rot="2700000">
            <a:off x="8407908" y="749808"/>
            <a:ext cx="82296" cy="82296"/>
          </a:xfrm>
          <a:prstGeom prst="rect">
            <a:avLst/>
          </a:prstGeom>
          <a:solidFill>
            <a:srgbClr val="D4951A">
              <a:alpha val="55000"/>
            </a:srgbClr>
          </a:solidFill>
          <a:ln w="12700">
            <a:solidFill>
              <a:srgbClr val="D4951A"/>
            </a:solidFill>
            <a:prstDash val="solid"/>
          </a:ln>
        </p:spPr>
      </p:sp>
      <p:sp>
        <p:nvSpPr>
          <p:cNvPr id="72" name="Shape 70"/>
          <p:cNvSpPr/>
          <p:nvPr/>
        </p:nvSpPr>
        <p:spPr>
          <a:xfrm rot="2700000">
            <a:off x="8531352" y="749808"/>
            <a:ext cx="82296" cy="82296"/>
          </a:xfrm>
          <a:prstGeom prst="rect">
            <a:avLst/>
          </a:prstGeom>
          <a:solidFill>
            <a:srgbClr val="D4951A">
              <a:alpha val="55000"/>
            </a:srgbClr>
          </a:solidFill>
          <a:ln w="12700">
            <a:solidFill>
              <a:srgbClr val="D4951A"/>
            </a:solidFill>
            <a:prstDash val="solid"/>
          </a:ln>
        </p:spPr>
      </p:sp>
      <p:sp>
        <p:nvSpPr>
          <p:cNvPr id="73" name="Shape 71"/>
          <p:cNvSpPr/>
          <p:nvPr/>
        </p:nvSpPr>
        <p:spPr>
          <a:xfrm rot="2700000">
            <a:off x="8654796" y="749808"/>
            <a:ext cx="82296" cy="82296"/>
          </a:xfrm>
          <a:prstGeom prst="rect">
            <a:avLst/>
          </a:prstGeom>
          <a:solidFill>
            <a:srgbClr val="D4951A">
              <a:alpha val="55000"/>
            </a:srgbClr>
          </a:solidFill>
          <a:ln w="12700">
            <a:solidFill>
              <a:srgbClr val="D4951A"/>
            </a:solidFill>
            <a:prstDash val="solid"/>
          </a:ln>
        </p:spPr>
      </p:sp>
      <p:sp>
        <p:nvSpPr>
          <p:cNvPr id="74" name="Shape 72"/>
          <p:cNvSpPr/>
          <p:nvPr/>
        </p:nvSpPr>
        <p:spPr>
          <a:xfrm rot="2700000">
            <a:off x="8778240" y="749808"/>
            <a:ext cx="82296" cy="82296"/>
          </a:xfrm>
          <a:prstGeom prst="rect">
            <a:avLst/>
          </a:prstGeom>
          <a:solidFill>
            <a:srgbClr val="D4951A">
              <a:alpha val="55000"/>
            </a:srgbClr>
          </a:solidFill>
          <a:ln w="12700">
            <a:solidFill>
              <a:srgbClr val="D4951A"/>
            </a:solidFill>
            <a:prstDash val="solid"/>
          </a:ln>
        </p:spPr>
      </p:sp>
      <p:sp>
        <p:nvSpPr>
          <p:cNvPr id="75" name="Shape 73"/>
          <p:cNvSpPr/>
          <p:nvPr/>
        </p:nvSpPr>
        <p:spPr>
          <a:xfrm rot="2700000">
            <a:off x="8901684" y="749808"/>
            <a:ext cx="82296" cy="82296"/>
          </a:xfrm>
          <a:prstGeom prst="rect">
            <a:avLst/>
          </a:prstGeom>
          <a:solidFill>
            <a:srgbClr val="D4951A">
              <a:alpha val="55000"/>
            </a:srgbClr>
          </a:solidFill>
          <a:ln w="12700">
            <a:solidFill>
              <a:srgbClr val="D4951A"/>
            </a:solidFill>
            <a:prstDash val="solid"/>
          </a:ln>
        </p:spPr>
      </p:sp>
      <p:sp>
        <p:nvSpPr>
          <p:cNvPr id="76" name="Shape 74"/>
          <p:cNvSpPr/>
          <p:nvPr/>
        </p:nvSpPr>
        <p:spPr>
          <a:xfrm rot="2700000">
            <a:off x="9025128" y="749808"/>
            <a:ext cx="82296" cy="82296"/>
          </a:xfrm>
          <a:prstGeom prst="rect">
            <a:avLst/>
          </a:prstGeom>
          <a:solidFill>
            <a:srgbClr val="D4951A">
              <a:alpha val="55000"/>
            </a:srgbClr>
          </a:solidFill>
          <a:ln w="12700">
            <a:solidFill>
              <a:srgbClr val="D4951A"/>
            </a:solidFill>
            <a:prstDash val="solid"/>
          </a:ln>
        </p:spPr>
      </p:sp>
      <p:sp>
        <p:nvSpPr>
          <p:cNvPr id="77" name="Shape 75"/>
          <p:cNvSpPr/>
          <p:nvPr/>
        </p:nvSpPr>
        <p:spPr>
          <a:xfrm>
            <a:off x="0" y="0"/>
            <a:ext cx="64008" cy="868680"/>
          </a:xfrm>
          <a:prstGeom prst="rect">
            <a:avLst/>
          </a:prstGeom>
          <a:solidFill>
            <a:srgbClr val="D4951A"/>
          </a:solidFill>
          <a:ln/>
        </p:spPr>
      </p:sp>
      <p:sp>
        <p:nvSpPr>
          <p:cNvPr id="78" name="Shape 76"/>
          <p:cNvSpPr/>
          <p:nvPr/>
        </p:nvSpPr>
        <p:spPr>
          <a:xfrm>
            <a:off x="100584" y="0"/>
            <a:ext cx="27432" cy="868680"/>
          </a:xfrm>
          <a:prstGeom prst="rect">
            <a:avLst/>
          </a:prstGeom>
          <a:solidFill>
            <a:srgbClr val="1B9A8A"/>
          </a:solidFill>
          <a:ln/>
        </p:spPr>
      </p:sp>
      <p:sp>
        <p:nvSpPr>
          <p:cNvPr id="79" name="Text 77"/>
          <p:cNvSpPr/>
          <p:nvPr/>
        </p:nvSpPr>
        <p:spPr>
          <a:xfrm>
            <a:off x="228600" y="0"/>
            <a:ext cx="8046720" cy="530352"/>
          </a:xfrm>
          <a:prstGeom prst="rect">
            <a:avLst/>
          </a:prstGeom>
          <a:noFill/>
          <a:ln/>
        </p:spPr>
        <p:txBody>
          <a:bodyPr wrap="square" rtlCol="0" anchor="b"/>
          <a:lstStyle/>
          <a:p>
            <a:pPr indent="0" marL="0">
              <a:buNone/>
            </a:pPr>
            <a:r>
              <a:rPr lang="en-US" sz="1900" b="1" spc="120" kern="0" dirty="0">
                <a:solidFill>
                  <a:srgbClr val="D4951A"/>
                </a:solidFill>
                <a:latin typeface="Georgia" pitchFamily="34" charset="0"/>
                <a:ea typeface="Georgia" pitchFamily="34" charset="-122"/>
                <a:cs typeface="Georgia" pitchFamily="34" charset="-120"/>
              </a:rPr>
              <a:t>TRAIN DE FILTRATION OBLIGATOIRE — SI COMPRESSEUR À HUILE</a:t>
            </a:r>
            <a:endParaRPr lang="en-US" sz="1900" dirty="0"/>
          </a:p>
        </p:txBody>
      </p:sp>
      <p:sp>
        <p:nvSpPr>
          <p:cNvPr id="80" name="Text 78"/>
          <p:cNvSpPr/>
          <p:nvPr/>
        </p:nvSpPr>
        <p:spPr>
          <a:xfrm>
            <a:off x="228600" y="512064"/>
            <a:ext cx="8046720" cy="329184"/>
          </a:xfrm>
          <a:prstGeom prst="rect">
            <a:avLst/>
          </a:prstGeom>
          <a:noFill/>
          <a:ln/>
        </p:spPr>
        <p:txBody>
          <a:bodyPr wrap="square" rtlCol="0" anchor="t"/>
          <a:lstStyle/>
          <a:p>
            <a:pPr indent="0" marL="0">
              <a:buNone/>
            </a:pPr>
            <a:r>
              <a:rPr lang="en-US" sz="1000" i="1" dirty="0">
                <a:solidFill>
                  <a:srgbClr val="5A6E82"/>
                </a:solidFill>
                <a:latin typeface="Calibri" pitchFamily="34" charset="0"/>
                <a:ea typeface="Calibri" pitchFamily="34" charset="-122"/>
                <a:cs typeface="Calibri" pitchFamily="34" charset="-120"/>
              </a:rPr>
              <a:t>Architecture minimale pour atteindre la conformité alimentaire</a:t>
            </a:r>
            <a:endParaRPr lang="en-US" sz="1000" dirty="0"/>
          </a:p>
        </p:txBody>
      </p:sp>
      <p:sp>
        <p:nvSpPr>
          <p:cNvPr id="81" name="Shape 79"/>
          <p:cNvSpPr/>
          <p:nvPr/>
        </p:nvSpPr>
        <p:spPr>
          <a:xfrm rot="2700000">
            <a:off x="8668512" y="164592"/>
            <a:ext cx="82296" cy="82296"/>
          </a:xfrm>
          <a:prstGeom prst="rect">
            <a:avLst/>
          </a:prstGeom>
          <a:solidFill>
            <a:srgbClr val="D4951A"/>
          </a:solidFill>
          <a:ln w="12700">
            <a:solidFill>
              <a:srgbClr val="0B0E18"/>
            </a:solidFill>
            <a:prstDash val="solid"/>
          </a:ln>
        </p:spPr>
      </p:sp>
      <p:sp>
        <p:nvSpPr>
          <p:cNvPr id="82" name="Shape 80"/>
          <p:cNvSpPr/>
          <p:nvPr/>
        </p:nvSpPr>
        <p:spPr>
          <a:xfrm rot="2700000">
            <a:off x="8531352" y="164592"/>
            <a:ext cx="82296" cy="82296"/>
          </a:xfrm>
          <a:prstGeom prst="rect">
            <a:avLst/>
          </a:prstGeom>
          <a:solidFill>
            <a:srgbClr val="1B9A8A"/>
          </a:solidFill>
          <a:ln w="12700">
            <a:solidFill>
              <a:srgbClr val="0B0E18"/>
            </a:solidFill>
            <a:prstDash val="solid"/>
          </a:ln>
        </p:spPr>
      </p:sp>
      <p:sp>
        <p:nvSpPr>
          <p:cNvPr id="83" name="Shape 81"/>
          <p:cNvSpPr/>
          <p:nvPr/>
        </p:nvSpPr>
        <p:spPr>
          <a:xfrm rot="2700000">
            <a:off x="8394192" y="164592"/>
            <a:ext cx="82296" cy="82296"/>
          </a:xfrm>
          <a:prstGeom prst="rect">
            <a:avLst/>
          </a:prstGeom>
          <a:solidFill>
            <a:srgbClr val="D4951A"/>
          </a:solidFill>
          <a:ln w="12700">
            <a:solidFill>
              <a:srgbClr val="0B0E18"/>
            </a:solidFill>
            <a:prstDash val="solid"/>
          </a:ln>
        </p:spPr>
      </p:sp>
      <p:sp>
        <p:nvSpPr>
          <p:cNvPr id="84" name="Shape 82"/>
          <p:cNvSpPr/>
          <p:nvPr/>
        </p:nvSpPr>
        <p:spPr>
          <a:xfrm rot="2700000">
            <a:off x="8257032" y="164592"/>
            <a:ext cx="82296" cy="82296"/>
          </a:xfrm>
          <a:prstGeom prst="rect">
            <a:avLst/>
          </a:prstGeom>
          <a:solidFill>
            <a:srgbClr val="1B9A8A"/>
          </a:solidFill>
          <a:ln w="12700">
            <a:solidFill>
              <a:srgbClr val="0B0E18"/>
            </a:solidFill>
            <a:prstDash val="solid"/>
          </a:ln>
        </p:spPr>
      </p:sp>
      <p:sp>
        <p:nvSpPr>
          <p:cNvPr id="85" name="Text 83"/>
          <p:cNvSpPr/>
          <p:nvPr/>
        </p:nvSpPr>
        <p:spPr>
          <a:xfrm>
            <a:off x="320040" y="932688"/>
            <a:ext cx="8503920" cy="365760"/>
          </a:xfrm>
          <a:prstGeom prst="rect">
            <a:avLst/>
          </a:prstGeom>
          <a:noFill/>
          <a:ln/>
        </p:spPr>
        <p:txBody>
          <a:bodyPr wrap="square" rtlCol="0" anchor="ctr"/>
          <a:lstStyle/>
          <a:p>
            <a:pPr indent="0" marL="0">
              <a:buNone/>
            </a:pPr>
            <a:r>
              <a:rPr lang="en-US" sz="1150" i="1" dirty="0">
                <a:solidFill>
                  <a:srgbClr val="E8A020"/>
                </a:solidFill>
                <a:latin typeface="Calibri" pitchFamily="34" charset="0"/>
                <a:ea typeface="Calibri" pitchFamily="34" charset="-122"/>
                <a:cs typeface="Calibri" pitchFamily="34" charset="-120"/>
              </a:rPr>
              <a:t>Un compresseur à huile PEUT être utilisé en alimentation animale, à condition de déployer un train de filtration complet et surveillé en permanence.</a:t>
            </a:r>
            <a:endParaRPr lang="en-US" sz="1150" dirty="0"/>
          </a:p>
        </p:txBody>
      </p:sp>
      <p:sp>
        <p:nvSpPr>
          <p:cNvPr id="86" name="Shape 84"/>
          <p:cNvSpPr/>
          <p:nvPr/>
        </p:nvSpPr>
        <p:spPr>
          <a:xfrm>
            <a:off x="256032" y="1417320"/>
            <a:ext cx="969264" cy="822960"/>
          </a:xfrm>
          <a:prstGeom prst="rect">
            <a:avLst/>
          </a:prstGeom>
          <a:solidFill>
            <a:srgbClr val="111828"/>
          </a:solidFill>
          <a:ln w="12700">
            <a:solidFill>
              <a:srgbClr val="C0622B"/>
            </a:solidFill>
            <a:prstDash val="solid"/>
          </a:ln>
          <a:effectLst>
            <a:outerShdw sx="100000" sy="100000" kx="0" ky="0" algn="bl" rotWithShape="0" blurRad="63500" dist="25400" dir="8100000">
              <a:srgbClr val="000000">
                <a:alpha val="30000"/>
              </a:srgbClr>
            </a:outerShdw>
          </a:effectLst>
        </p:spPr>
      </p:sp>
      <p:sp>
        <p:nvSpPr>
          <p:cNvPr id="87" name="Shape 85"/>
          <p:cNvSpPr/>
          <p:nvPr/>
        </p:nvSpPr>
        <p:spPr>
          <a:xfrm>
            <a:off x="256032" y="1417320"/>
            <a:ext cx="969264" cy="45720"/>
          </a:xfrm>
          <a:prstGeom prst="rect">
            <a:avLst/>
          </a:prstGeom>
          <a:solidFill>
            <a:srgbClr val="C0622B"/>
          </a:solidFill>
          <a:ln/>
        </p:spPr>
      </p:sp>
      <p:sp>
        <p:nvSpPr>
          <p:cNvPr id="88" name="Text 86"/>
          <p:cNvSpPr/>
          <p:nvPr/>
        </p:nvSpPr>
        <p:spPr>
          <a:xfrm>
            <a:off x="256032" y="1490472"/>
            <a:ext cx="969264" cy="274320"/>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89" name="Text 87"/>
          <p:cNvSpPr/>
          <p:nvPr/>
        </p:nvSpPr>
        <p:spPr>
          <a:xfrm>
            <a:off x="256032" y="1783080"/>
            <a:ext cx="969264" cy="438912"/>
          </a:xfrm>
          <a:prstGeom prst="rect">
            <a:avLst/>
          </a:prstGeom>
          <a:noFill/>
          <a:ln/>
        </p:spPr>
        <p:txBody>
          <a:bodyPr wrap="square" rtlCol="0" anchor="ctr"/>
          <a:lstStyle/>
          <a:p>
            <a:pPr algn="ctr" indent="0" marL="0">
              <a:buNone/>
            </a:pPr>
            <a:r>
              <a:rPr lang="en-US" sz="850" b="1" dirty="0">
                <a:solidFill>
                  <a:srgbClr val="C0622B"/>
                </a:solidFill>
                <a:latin typeface="Calibri" pitchFamily="34" charset="0"/>
                <a:ea typeface="Calibri" pitchFamily="34" charset="-122"/>
                <a:cs typeface="Calibri" pitchFamily="34" charset="-120"/>
              </a:rPr>
              <a:t>Compresseur</a:t>
            </a:r>
            <a:endParaRPr lang="en-US" sz="850" dirty="0"/>
          </a:p>
          <a:p>
            <a:pPr algn="ctr" indent="0" marL="0">
              <a:buNone/>
            </a:pPr>
            <a:r>
              <a:rPr lang="en-US" sz="850" b="1" dirty="0">
                <a:solidFill>
                  <a:srgbClr val="C0622B"/>
                </a:solidFill>
                <a:latin typeface="Calibri" pitchFamily="34" charset="0"/>
                <a:ea typeface="Calibri" pitchFamily="34" charset="-122"/>
                <a:cs typeface="Calibri" pitchFamily="34" charset="-120"/>
              </a:rPr>
              <a:t>à huile</a:t>
            </a:r>
            <a:endParaRPr lang="en-US" sz="850" dirty="0"/>
          </a:p>
        </p:txBody>
      </p:sp>
      <p:sp>
        <p:nvSpPr>
          <p:cNvPr id="90" name="Shape 88"/>
          <p:cNvSpPr/>
          <p:nvPr/>
        </p:nvSpPr>
        <p:spPr>
          <a:xfrm>
            <a:off x="1225296" y="1828800"/>
            <a:ext cx="73152" cy="0"/>
          </a:xfrm>
          <a:prstGeom prst="line">
            <a:avLst/>
          </a:prstGeom>
          <a:noFill/>
          <a:ln w="12700">
            <a:solidFill>
              <a:srgbClr val="5A6E82"/>
            </a:solidFill>
            <a:prstDash val="solid"/>
          </a:ln>
        </p:spPr>
      </p:sp>
      <p:sp>
        <p:nvSpPr>
          <p:cNvPr id="91" name="Shape 89"/>
          <p:cNvSpPr/>
          <p:nvPr/>
        </p:nvSpPr>
        <p:spPr>
          <a:xfrm>
            <a:off x="1298448" y="1417320"/>
            <a:ext cx="969264" cy="822960"/>
          </a:xfrm>
          <a:prstGeom prst="rect">
            <a:avLst/>
          </a:prstGeom>
          <a:solidFill>
            <a:srgbClr val="111828"/>
          </a:solidFill>
          <a:ln w="12700">
            <a:solidFill>
              <a:srgbClr val="C0622B"/>
            </a:solidFill>
            <a:prstDash val="solid"/>
          </a:ln>
          <a:effectLst>
            <a:outerShdw sx="100000" sy="100000" kx="0" ky="0" algn="bl" rotWithShape="0" blurRad="63500" dist="25400" dir="8100000">
              <a:srgbClr val="000000">
                <a:alpha val="30000"/>
              </a:srgbClr>
            </a:outerShdw>
          </a:effectLst>
        </p:spPr>
      </p:sp>
      <p:sp>
        <p:nvSpPr>
          <p:cNvPr id="92" name="Shape 90"/>
          <p:cNvSpPr/>
          <p:nvPr/>
        </p:nvSpPr>
        <p:spPr>
          <a:xfrm>
            <a:off x="1298448" y="1417320"/>
            <a:ext cx="969264" cy="45720"/>
          </a:xfrm>
          <a:prstGeom prst="rect">
            <a:avLst/>
          </a:prstGeom>
          <a:solidFill>
            <a:srgbClr val="C0622B"/>
          </a:solidFill>
          <a:ln/>
        </p:spPr>
      </p:sp>
      <p:sp>
        <p:nvSpPr>
          <p:cNvPr id="93" name="Text 91"/>
          <p:cNvSpPr/>
          <p:nvPr/>
        </p:nvSpPr>
        <p:spPr>
          <a:xfrm>
            <a:off x="1298448" y="1490472"/>
            <a:ext cx="969264" cy="274320"/>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94" name="Text 92"/>
          <p:cNvSpPr/>
          <p:nvPr/>
        </p:nvSpPr>
        <p:spPr>
          <a:xfrm>
            <a:off x="1298448" y="1783080"/>
            <a:ext cx="969264" cy="438912"/>
          </a:xfrm>
          <a:prstGeom prst="rect">
            <a:avLst/>
          </a:prstGeom>
          <a:noFill/>
          <a:ln/>
        </p:spPr>
        <p:txBody>
          <a:bodyPr wrap="square" rtlCol="0" anchor="ctr"/>
          <a:lstStyle/>
          <a:p>
            <a:pPr algn="ctr" indent="0" marL="0">
              <a:buNone/>
            </a:pPr>
            <a:r>
              <a:rPr lang="en-US" sz="850" b="1" dirty="0">
                <a:solidFill>
                  <a:srgbClr val="C0622B"/>
                </a:solidFill>
                <a:latin typeface="Calibri" pitchFamily="34" charset="0"/>
                <a:ea typeface="Calibri" pitchFamily="34" charset="-122"/>
                <a:cs typeface="Calibri" pitchFamily="34" charset="-120"/>
              </a:rPr>
              <a:t>Séparateur</a:t>
            </a:r>
            <a:endParaRPr lang="en-US" sz="850" dirty="0"/>
          </a:p>
          <a:p>
            <a:pPr algn="ctr" indent="0" marL="0">
              <a:buNone/>
            </a:pPr>
            <a:r>
              <a:rPr lang="en-US" sz="850" b="1" dirty="0">
                <a:solidFill>
                  <a:srgbClr val="C0622B"/>
                </a:solidFill>
                <a:latin typeface="Calibri" pitchFamily="34" charset="0"/>
                <a:ea typeface="Calibri" pitchFamily="34" charset="-122"/>
                <a:cs typeface="Calibri" pitchFamily="34" charset="-120"/>
              </a:rPr>
              <a:t>huile/air</a:t>
            </a:r>
            <a:endParaRPr lang="en-US" sz="850" dirty="0"/>
          </a:p>
        </p:txBody>
      </p:sp>
      <p:sp>
        <p:nvSpPr>
          <p:cNvPr id="95" name="Shape 93"/>
          <p:cNvSpPr/>
          <p:nvPr/>
        </p:nvSpPr>
        <p:spPr>
          <a:xfrm>
            <a:off x="2267712" y="1828800"/>
            <a:ext cx="73152" cy="0"/>
          </a:xfrm>
          <a:prstGeom prst="line">
            <a:avLst/>
          </a:prstGeom>
          <a:noFill/>
          <a:ln w="12700">
            <a:solidFill>
              <a:srgbClr val="5A6E82"/>
            </a:solidFill>
            <a:prstDash val="solid"/>
          </a:ln>
        </p:spPr>
      </p:sp>
      <p:sp>
        <p:nvSpPr>
          <p:cNvPr id="96" name="Shape 94"/>
          <p:cNvSpPr/>
          <p:nvPr/>
        </p:nvSpPr>
        <p:spPr>
          <a:xfrm>
            <a:off x="2340864" y="1417320"/>
            <a:ext cx="969264" cy="822960"/>
          </a:xfrm>
          <a:prstGeom prst="rect">
            <a:avLst/>
          </a:prstGeom>
          <a:solidFill>
            <a:srgbClr val="111828"/>
          </a:solidFill>
          <a:ln w="12700">
            <a:solidFill>
              <a:srgbClr val="E8A020"/>
            </a:solidFill>
            <a:prstDash val="solid"/>
          </a:ln>
          <a:effectLst>
            <a:outerShdw sx="100000" sy="100000" kx="0" ky="0" algn="bl" rotWithShape="0" blurRad="63500" dist="25400" dir="8100000">
              <a:srgbClr val="000000">
                <a:alpha val="30000"/>
              </a:srgbClr>
            </a:outerShdw>
          </a:effectLst>
        </p:spPr>
      </p:sp>
      <p:sp>
        <p:nvSpPr>
          <p:cNvPr id="97" name="Shape 95"/>
          <p:cNvSpPr/>
          <p:nvPr/>
        </p:nvSpPr>
        <p:spPr>
          <a:xfrm>
            <a:off x="2340864" y="1417320"/>
            <a:ext cx="969264" cy="45720"/>
          </a:xfrm>
          <a:prstGeom prst="rect">
            <a:avLst/>
          </a:prstGeom>
          <a:solidFill>
            <a:srgbClr val="E8A020"/>
          </a:solidFill>
          <a:ln/>
        </p:spPr>
      </p:sp>
      <p:sp>
        <p:nvSpPr>
          <p:cNvPr id="98" name="Text 96"/>
          <p:cNvSpPr/>
          <p:nvPr/>
        </p:nvSpPr>
        <p:spPr>
          <a:xfrm>
            <a:off x="2340864" y="1490472"/>
            <a:ext cx="969264" cy="274320"/>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99" name="Text 97"/>
          <p:cNvSpPr/>
          <p:nvPr/>
        </p:nvSpPr>
        <p:spPr>
          <a:xfrm>
            <a:off x="2340864" y="1783080"/>
            <a:ext cx="969264" cy="438912"/>
          </a:xfrm>
          <a:prstGeom prst="rect">
            <a:avLst/>
          </a:prstGeom>
          <a:noFill/>
          <a:ln/>
        </p:spPr>
        <p:txBody>
          <a:bodyPr wrap="square" rtlCol="0" anchor="ctr"/>
          <a:lstStyle/>
          <a:p>
            <a:pPr algn="ctr" indent="0" marL="0">
              <a:buNone/>
            </a:pPr>
            <a:r>
              <a:rPr lang="en-US" sz="850" b="1" dirty="0">
                <a:solidFill>
                  <a:srgbClr val="E8A020"/>
                </a:solidFill>
                <a:latin typeface="Calibri" pitchFamily="34" charset="0"/>
                <a:ea typeface="Calibri" pitchFamily="34" charset="-122"/>
                <a:cs typeface="Calibri" pitchFamily="34" charset="-120"/>
              </a:rPr>
              <a:t>Réfrigérant</a:t>
            </a:r>
            <a:endParaRPr lang="en-US" sz="850" dirty="0"/>
          </a:p>
          <a:p>
            <a:pPr algn="ctr" indent="0" marL="0">
              <a:buNone/>
            </a:pPr>
            <a:r>
              <a:rPr lang="en-US" sz="850" b="1" dirty="0">
                <a:solidFill>
                  <a:srgbClr val="E8A020"/>
                </a:solidFill>
                <a:latin typeface="Calibri" pitchFamily="34" charset="0"/>
                <a:ea typeface="Calibri" pitchFamily="34" charset="-122"/>
                <a:cs typeface="Calibri" pitchFamily="34" charset="-120"/>
              </a:rPr>
              <a:t>(After-cooler)</a:t>
            </a:r>
            <a:endParaRPr lang="en-US" sz="850" dirty="0"/>
          </a:p>
        </p:txBody>
      </p:sp>
      <p:sp>
        <p:nvSpPr>
          <p:cNvPr id="100" name="Shape 98"/>
          <p:cNvSpPr/>
          <p:nvPr/>
        </p:nvSpPr>
        <p:spPr>
          <a:xfrm>
            <a:off x="3310128" y="1828800"/>
            <a:ext cx="73152" cy="0"/>
          </a:xfrm>
          <a:prstGeom prst="line">
            <a:avLst/>
          </a:prstGeom>
          <a:noFill/>
          <a:ln w="12700">
            <a:solidFill>
              <a:srgbClr val="5A6E82"/>
            </a:solidFill>
            <a:prstDash val="solid"/>
          </a:ln>
        </p:spPr>
      </p:sp>
      <p:sp>
        <p:nvSpPr>
          <p:cNvPr id="101" name="Shape 99"/>
          <p:cNvSpPr/>
          <p:nvPr/>
        </p:nvSpPr>
        <p:spPr>
          <a:xfrm>
            <a:off x="3383280" y="1417320"/>
            <a:ext cx="969264" cy="822960"/>
          </a:xfrm>
          <a:prstGeom prst="rect">
            <a:avLst/>
          </a:prstGeom>
          <a:solidFill>
            <a:srgbClr val="111828"/>
          </a:solidFill>
          <a:ln w="12700">
            <a:solidFill>
              <a:srgbClr val="E8A020"/>
            </a:solidFill>
            <a:prstDash val="solid"/>
          </a:ln>
          <a:effectLst>
            <a:outerShdw sx="100000" sy="100000" kx="0" ky="0" algn="bl" rotWithShape="0" blurRad="63500" dist="25400" dir="8100000">
              <a:srgbClr val="000000">
                <a:alpha val="30000"/>
              </a:srgbClr>
            </a:outerShdw>
          </a:effectLst>
        </p:spPr>
      </p:sp>
      <p:sp>
        <p:nvSpPr>
          <p:cNvPr id="102" name="Shape 100"/>
          <p:cNvSpPr/>
          <p:nvPr/>
        </p:nvSpPr>
        <p:spPr>
          <a:xfrm>
            <a:off x="3383280" y="1417320"/>
            <a:ext cx="969264" cy="45720"/>
          </a:xfrm>
          <a:prstGeom prst="rect">
            <a:avLst/>
          </a:prstGeom>
          <a:solidFill>
            <a:srgbClr val="E8A020"/>
          </a:solidFill>
          <a:ln/>
        </p:spPr>
      </p:sp>
      <p:sp>
        <p:nvSpPr>
          <p:cNvPr id="103" name="Text 101"/>
          <p:cNvSpPr/>
          <p:nvPr/>
        </p:nvSpPr>
        <p:spPr>
          <a:xfrm>
            <a:off x="3383280" y="1490472"/>
            <a:ext cx="969264" cy="274320"/>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104" name="Text 102"/>
          <p:cNvSpPr/>
          <p:nvPr/>
        </p:nvSpPr>
        <p:spPr>
          <a:xfrm>
            <a:off x="3383280" y="1783080"/>
            <a:ext cx="969264" cy="438912"/>
          </a:xfrm>
          <a:prstGeom prst="rect">
            <a:avLst/>
          </a:prstGeom>
          <a:noFill/>
          <a:ln/>
        </p:spPr>
        <p:txBody>
          <a:bodyPr wrap="square" rtlCol="0" anchor="ctr"/>
          <a:lstStyle/>
          <a:p>
            <a:pPr algn="ctr" indent="0" marL="0">
              <a:buNone/>
            </a:pPr>
            <a:r>
              <a:rPr lang="en-US" sz="850" b="1" dirty="0">
                <a:solidFill>
                  <a:srgbClr val="E8A020"/>
                </a:solidFill>
                <a:latin typeface="Calibri" pitchFamily="34" charset="0"/>
                <a:ea typeface="Calibri" pitchFamily="34" charset="-122"/>
                <a:cs typeface="Calibri" pitchFamily="34" charset="-120"/>
              </a:rPr>
              <a:t>Coalesceur</a:t>
            </a:r>
            <a:endParaRPr lang="en-US" sz="850" dirty="0"/>
          </a:p>
          <a:p>
            <a:pPr algn="ctr" indent="0" marL="0">
              <a:buNone/>
            </a:pPr>
            <a:r>
              <a:rPr lang="en-US" sz="850" b="1" dirty="0">
                <a:solidFill>
                  <a:srgbClr val="E8A020"/>
                </a:solidFill>
                <a:latin typeface="Calibri" pitchFamily="34" charset="0"/>
                <a:ea typeface="Calibri" pitchFamily="34" charset="-122"/>
                <a:cs typeface="Calibri" pitchFamily="34" charset="-120"/>
              </a:rPr>
              <a:t>1 µm</a:t>
            </a:r>
            <a:endParaRPr lang="en-US" sz="850" dirty="0"/>
          </a:p>
        </p:txBody>
      </p:sp>
      <p:sp>
        <p:nvSpPr>
          <p:cNvPr id="105" name="Shape 103"/>
          <p:cNvSpPr/>
          <p:nvPr/>
        </p:nvSpPr>
        <p:spPr>
          <a:xfrm>
            <a:off x="4352544" y="1828800"/>
            <a:ext cx="73152" cy="0"/>
          </a:xfrm>
          <a:prstGeom prst="line">
            <a:avLst/>
          </a:prstGeom>
          <a:noFill/>
          <a:ln w="12700">
            <a:solidFill>
              <a:srgbClr val="5A6E82"/>
            </a:solidFill>
            <a:prstDash val="solid"/>
          </a:ln>
        </p:spPr>
      </p:sp>
      <p:sp>
        <p:nvSpPr>
          <p:cNvPr id="106" name="Shape 104"/>
          <p:cNvSpPr/>
          <p:nvPr/>
        </p:nvSpPr>
        <p:spPr>
          <a:xfrm>
            <a:off x="4425696" y="1417320"/>
            <a:ext cx="969264" cy="822960"/>
          </a:xfrm>
          <a:prstGeom prst="rect">
            <a:avLst/>
          </a:prstGeom>
          <a:solidFill>
            <a:srgbClr val="111828"/>
          </a:solidFill>
          <a:ln w="12700">
            <a:solidFill>
              <a:srgbClr val="1B9A8A"/>
            </a:solidFill>
            <a:prstDash val="solid"/>
          </a:ln>
          <a:effectLst>
            <a:outerShdw sx="100000" sy="100000" kx="0" ky="0" algn="bl" rotWithShape="0" blurRad="63500" dist="25400" dir="8100000">
              <a:srgbClr val="000000">
                <a:alpha val="30000"/>
              </a:srgbClr>
            </a:outerShdw>
          </a:effectLst>
        </p:spPr>
      </p:sp>
      <p:sp>
        <p:nvSpPr>
          <p:cNvPr id="107" name="Shape 105"/>
          <p:cNvSpPr/>
          <p:nvPr/>
        </p:nvSpPr>
        <p:spPr>
          <a:xfrm>
            <a:off x="4425696" y="1417320"/>
            <a:ext cx="969264" cy="45720"/>
          </a:xfrm>
          <a:prstGeom prst="rect">
            <a:avLst/>
          </a:prstGeom>
          <a:solidFill>
            <a:srgbClr val="1B9A8A"/>
          </a:solidFill>
          <a:ln/>
        </p:spPr>
      </p:sp>
      <p:sp>
        <p:nvSpPr>
          <p:cNvPr id="108" name="Text 106"/>
          <p:cNvSpPr/>
          <p:nvPr/>
        </p:nvSpPr>
        <p:spPr>
          <a:xfrm>
            <a:off x="4425696" y="1490472"/>
            <a:ext cx="969264" cy="274320"/>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109" name="Text 107"/>
          <p:cNvSpPr/>
          <p:nvPr/>
        </p:nvSpPr>
        <p:spPr>
          <a:xfrm>
            <a:off x="4425696" y="1783080"/>
            <a:ext cx="969264" cy="438912"/>
          </a:xfrm>
          <a:prstGeom prst="rect">
            <a:avLst/>
          </a:prstGeom>
          <a:noFill/>
          <a:ln/>
        </p:spPr>
        <p:txBody>
          <a:bodyPr wrap="square" rtlCol="0" anchor="ctr"/>
          <a:lstStyle/>
          <a:p>
            <a:pPr algn="ctr" indent="0" marL="0">
              <a:buNone/>
            </a:pPr>
            <a:r>
              <a:rPr lang="en-US" sz="850" b="1" dirty="0">
                <a:solidFill>
                  <a:srgbClr val="1B9A8A"/>
                </a:solidFill>
                <a:latin typeface="Calibri" pitchFamily="34" charset="0"/>
                <a:ea typeface="Calibri" pitchFamily="34" charset="-122"/>
                <a:cs typeface="Calibri" pitchFamily="34" charset="-120"/>
              </a:rPr>
              <a:t>Sécheur</a:t>
            </a:r>
            <a:endParaRPr lang="en-US" sz="850" dirty="0"/>
          </a:p>
          <a:p>
            <a:pPr algn="ctr" indent="0" marL="0">
              <a:buNone/>
            </a:pPr>
            <a:r>
              <a:rPr lang="en-US" sz="850" b="1" dirty="0">
                <a:solidFill>
                  <a:srgbClr val="1B9A8A"/>
                </a:solidFill>
                <a:latin typeface="Calibri" pitchFamily="34" charset="0"/>
                <a:ea typeface="Calibri" pitchFamily="34" charset="-122"/>
                <a:cs typeface="Calibri" pitchFamily="34" charset="-120"/>
              </a:rPr>
              <a:t>réfrigérant</a:t>
            </a:r>
            <a:endParaRPr lang="en-US" sz="850" dirty="0"/>
          </a:p>
        </p:txBody>
      </p:sp>
      <p:sp>
        <p:nvSpPr>
          <p:cNvPr id="110" name="Shape 108"/>
          <p:cNvSpPr/>
          <p:nvPr/>
        </p:nvSpPr>
        <p:spPr>
          <a:xfrm>
            <a:off x="5394960" y="1828800"/>
            <a:ext cx="73152" cy="0"/>
          </a:xfrm>
          <a:prstGeom prst="line">
            <a:avLst/>
          </a:prstGeom>
          <a:noFill/>
          <a:ln w="12700">
            <a:solidFill>
              <a:srgbClr val="5A6E82"/>
            </a:solidFill>
            <a:prstDash val="solid"/>
          </a:ln>
        </p:spPr>
      </p:sp>
      <p:sp>
        <p:nvSpPr>
          <p:cNvPr id="111" name="Shape 109"/>
          <p:cNvSpPr/>
          <p:nvPr/>
        </p:nvSpPr>
        <p:spPr>
          <a:xfrm>
            <a:off x="5468112" y="1417320"/>
            <a:ext cx="969264" cy="822960"/>
          </a:xfrm>
          <a:prstGeom prst="rect">
            <a:avLst/>
          </a:prstGeom>
          <a:solidFill>
            <a:srgbClr val="111828"/>
          </a:solidFill>
          <a:ln w="12700">
            <a:solidFill>
              <a:srgbClr val="1B9A8A"/>
            </a:solidFill>
            <a:prstDash val="solid"/>
          </a:ln>
          <a:effectLst>
            <a:outerShdw sx="100000" sy="100000" kx="0" ky="0" algn="bl" rotWithShape="0" blurRad="63500" dist="25400" dir="8100000">
              <a:srgbClr val="000000">
                <a:alpha val="30000"/>
              </a:srgbClr>
            </a:outerShdw>
          </a:effectLst>
        </p:spPr>
      </p:sp>
      <p:sp>
        <p:nvSpPr>
          <p:cNvPr id="112" name="Shape 110"/>
          <p:cNvSpPr/>
          <p:nvPr/>
        </p:nvSpPr>
        <p:spPr>
          <a:xfrm>
            <a:off x="5468112" y="1417320"/>
            <a:ext cx="969264" cy="45720"/>
          </a:xfrm>
          <a:prstGeom prst="rect">
            <a:avLst/>
          </a:prstGeom>
          <a:solidFill>
            <a:srgbClr val="1B9A8A"/>
          </a:solidFill>
          <a:ln/>
        </p:spPr>
      </p:sp>
      <p:sp>
        <p:nvSpPr>
          <p:cNvPr id="113" name="Text 111"/>
          <p:cNvSpPr/>
          <p:nvPr/>
        </p:nvSpPr>
        <p:spPr>
          <a:xfrm>
            <a:off x="5468112" y="1490472"/>
            <a:ext cx="969264" cy="274320"/>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114" name="Text 112"/>
          <p:cNvSpPr/>
          <p:nvPr/>
        </p:nvSpPr>
        <p:spPr>
          <a:xfrm>
            <a:off x="5468112" y="1783080"/>
            <a:ext cx="969264" cy="438912"/>
          </a:xfrm>
          <a:prstGeom prst="rect">
            <a:avLst/>
          </a:prstGeom>
          <a:noFill/>
          <a:ln/>
        </p:spPr>
        <p:txBody>
          <a:bodyPr wrap="square" rtlCol="0" anchor="ctr"/>
          <a:lstStyle/>
          <a:p>
            <a:pPr algn="ctr" indent="0" marL="0">
              <a:buNone/>
            </a:pPr>
            <a:r>
              <a:rPr lang="en-US" sz="850" b="1" dirty="0">
                <a:solidFill>
                  <a:srgbClr val="1B9A8A"/>
                </a:solidFill>
                <a:latin typeface="Calibri" pitchFamily="34" charset="0"/>
                <a:ea typeface="Calibri" pitchFamily="34" charset="-122"/>
                <a:cs typeface="Calibri" pitchFamily="34" charset="-120"/>
              </a:rPr>
              <a:t>Charbon</a:t>
            </a:r>
            <a:endParaRPr lang="en-US" sz="850" dirty="0"/>
          </a:p>
          <a:p>
            <a:pPr algn="ctr" indent="0" marL="0">
              <a:buNone/>
            </a:pPr>
            <a:r>
              <a:rPr lang="en-US" sz="850" b="1" dirty="0">
                <a:solidFill>
                  <a:srgbClr val="1B9A8A"/>
                </a:solidFill>
                <a:latin typeface="Calibri" pitchFamily="34" charset="0"/>
                <a:ea typeface="Calibri" pitchFamily="34" charset="-122"/>
                <a:cs typeface="Calibri" pitchFamily="34" charset="-120"/>
              </a:rPr>
              <a:t>actif</a:t>
            </a:r>
            <a:endParaRPr lang="en-US" sz="850" dirty="0"/>
          </a:p>
        </p:txBody>
      </p:sp>
      <p:sp>
        <p:nvSpPr>
          <p:cNvPr id="115" name="Shape 113"/>
          <p:cNvSpPr/>
          <p:nvPr/>
        </p:nvSpPr>
        <p:spPr>
          <a:xfrm>
            <a:off x="6437376" y="1828800"/>
            <a:ext cx="73152" cy="0"/>
          </a:xfrm>
          <a:prstGeom prst="line">
            <a:avLst/>
          </a:prstGeom>
          <a:noFill/>
          <a:ln w="12700">
            <a:solidFill>
              <a:srgbClr val="5A6E82"/>
            </a:solidFill>
            <a:prstDash val="solid"/>
          </a:ln>
        </p:spPr>
      </p:sp>
      <p:sp>
        <p:nvSpPr>
          <p:cNvPr id="116" name="Shape 114"/>
          <p:cNvSpPr/>
          <p:nvPr/>
        </p:nvSpPr>
        <p:spPr>
          <a:xfrm>
            <a:off x="6510528" y="1417320"/>
            <a:ext cx="969264" cy="822960"/>
          </a:xfrm>
          <a:prstGeom prst="rect">
            <a:avLst/>
          </a:prstGeom>
          <a:solidFill>
            <a:srgbClr val="111828"/>
          </a:solidFill>
          <a:ln w="12700">
            <a:solidFill>
              <a:srgbClr val="3DAF7A"/>
            </a:solidFill>
            <a:prstDash val="solid"/>
          </a:ln>
          <a:effectLst>
            <a:outerShdw sx="100000" sy="100000" kx="0" ky="0" algn="bl" rotWithShape="0" blurRad="63500" dist="25400" dir="8100000">
              <a:srgbClr val="000000">
                <a:alpha val="30000"/>
              </a:srgbClr>
            </a:outerShdw>
          </a:effectLst>
        </p:spPr>
      </p:sp>
      <p:sp>
        <p:nvSpPr>
          <p:cNvPr id="117" name="Shape 115"/>
          <p:cNvSpPr/>
          <p:nvPr/>
        </p:nvSpPr>
        <p:spPr>
          <a:xfrm>
            <a:off x="6510528" y="1417320"/>
            <a:ext cx="969264" cy="45720"/>
          </a:xfrm>
          <a:prstGeom prst="rect">
            <a:avLst/>
          </a:prstGeom>
          <a:solidFill>
            <a:srgbClr val="3DAF7A"/>
          </a:solidFill>
          <a:ln/>
        </p:spPr>
      </p:sp>
      <p:sp>
        <p:nvSpPr>
          <p:cNvPr id="118" name="Text 116"/>
          <p:cNvSpPr/>
          <p:nvPr/>
        </p:nvSpPr>
        <p:spPr>
          <a:xfrm>
            <a:off x="6510528" y="1490472"/>
            <a:ext cx="969264" cy="274320"/>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119" name="Text 117"/>
          <p:cNvSpPr/>
          <p:nvPr/>
        </p:nvSpPr>
        <p:spPr>
          <a:xfrm>
            <a:off x="6510528" y="1783080"/>
            <a:ext cx="969264" cy="438912"/>
          </a:xfrm>
          <a:prstGeom prst="rect">
            <a:avLst/>
          </a:prstGeom>
          <a:noFill/>
          <a:ln/>
        </p:spPr>
        <p:txBody>
          <a:bodyPr wrap="square" rtlCol="0" anchor="ctr"/>
          <a:lstStyle/>
          <a:p>
            <a:pPr algn="ctr" indent="0" marL="0">
              <a:buNone/>
            </a:pPr>
            <a:r>
              <a:rPr lang="en-US" sz="850" b="1" dirty="0">
                <a:solidFill>
                  <a:srgbClr val="3DAF7A"/>
                </a:solidFill>
                <a:latin typeface="Calibri" pitchFamily="34" charset="0"/>
                <a:ea typeface="Calibri" pitchFamily="34" charset="-122"/>
                <a:cs typeface="Calibri" pitchFamily="34" charset="-120"/>
              </a:rPr>
              <a:t>Filtre stérile</a:t>
            </a:r>
            <a:endParaRPr lang="en-US" sz="850" dirty="0"/>
          </a:p>
          <a:p>
            <a:pPr algn="ctr" indent="0" marL="0">
              <a:buNone/>
            </a:pPr>
            <a:r>
              <a:rPr lang="en-US" sz="850" b="1" dirty="0">
                <a:solidFill>
                  <a:srgbClr val="3DAF7A"/>
                </a:solidFill>
                <a:latin typeface="Calibri" pitchFamily="34" charset="0"/>
                <a:ea typeface="Calibri" pitchFamily="34" charset="-122"/>
                <a:cs typeface="Calibri" pitchFamily="34" charset="-120"/>
              </a:rPr>
              <a:t>0,2 µm</a:t>
            </a:r>
            <a:endParaRPr lang="en-US" sz="850" dirty="0"/>
          </a:p>
        </p:txBody>
      </p:sp>
      <p:sp>
        <p:nvSpPr>
          <p:cNvPr id="120" name="Shape 118"/>
          <p:cNvSpPr/>
          <p:nvPr/>
        </p:nvSpPr>
        <p:spPr>
          <a:xfrm>
            <a:off x="7479792" y="1828800"/>
            <a:ext cx="73152" cy="0"/>
          </a:xfrm>
          <a:prstGeom prst="line">
            <a:avLst/>
          </a:prstGeom>
          <a:noFill/>
          <a:ln w="12700">
            <a:solidFill>
              <a:srgbClr val="5A6E82"/>
            </a:solidFill>
            <a:prstDash val="solid"/>
          </a:ln>
        </p:spPr>
      </p:sp>
      <p:sp>
        <p:nvSpPr>
          <p:cNvPr id="121" name="Shape 119"/>
          <p:cNvSpPr/>
          <p:nvPr/>
        </p:nvSpPr>
        <p:spPr>
          <a:xfrm>
            <a:off x="7552944" y="1417320"/>
            <a:ext cx="969264" cy="822960"/>
          </a:xfrm>
          <a:prstGeom prst="rect">
            <a:avLst/>
          </a:prstGeom>
          <a:solidFill>
            <a:srgbClr val="111828"/>
          </a:solidFill>
          <a:ln w="12700">
            <a:solidFill>
              <a:srgbClr val="3DAF7A"/>
            </a:solidFill>
            <a:prstDash val="solid"/>
          </a:ln>
          <a:effectLst>
            <a:outerShdw sx="100000" sy="100000" kx="0" ky="0" algn="bl" rotWithShape="0" blurRad="63500" dist="25400" dir="8100000">
              <a:srgbClr val="000000">
                <a:alpha val="30000"/>
              </a:srgbClr>
            </a:outerShdw>
          </a:effectLst>
        </p:spPr>
      </p:sp>
      <p:sp>
        <p:nvSpPr>
          <p:cNvPr id="122" name="Shape 120"/>
          <p:cNvSpPr/>
          <p:nvPr/>
        </p:nvSpPr>
        <p:spPr>
          <a:xfrm>
            <a:off x="7552944" y="1417320"/>
            <a:ext cx="969264" cy="45720"/>
          </a:xfrm>
          <a:prstGeom prst="rect">
            <a:avLst/>
          </a:prstGeom>
          <a:solidFill>
            <a:srgbClr val="3DAF7A"/>
          </a:solidFill>
          <a:ln/>
        </p:spPr>
      </p:sp>
      <p:sp>
        <p:nvSpPr>
          <p:cNvPr id="123" name="Text 121"/>
          <p:cNvSpPr/>
          <p:nvPr/>
        </p:nvSpPr>
        <p:spPr>
          <a:xfrm>
            <a:off x="7552944" y="1490472"/>
            <a:ext cx="969264" cy="274320"/>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124" name="Text 122"/>
          <p:cNvSpPr/>
          <p:nvPr/>
        </p:nvSpPr>
        <p:spPr>
          <a:xfrm>
            <a:off x="7552944" y="1783080"/>
            <a:ext cx="969264" cy="438912"/>
          </a:xfrm>
          <a:prstGeom prst="rect">
            <a:avLst/>
          </a:prstGeom>
          <a:noFill/>
          <a:ln/>
        </p:spPr>
        <p:txBody>
          <a:bodyPr wrap="square" rtlCol="0" anchor="ctr"/>
          <a:lstStyle/>
          <a:p>
            <a:pPr algn="ctr" indent="0" marL="0">
              <a:buNone/>
            </a:pPr>
            <a:r>
              <a:rPr lang="en-US" sz="850" b="1" dirty="0">
                <a:solidFill>
                  <a:srgbClr val="3DAF7A"/>
                </a:solidFill>
                <a:latin typeface="Calibri" pitchFamily="34" charset="0"/>
                <a:ea typeface="Calibri" pitchFamily="34" charset="-122"/>
                <a:cs typeface="Calibri" pitchFamily="34" charset="-120"/>
              </a:rPr>
              <a:t>Air</a:t>
            </a:r>
            <a:endParaRPr lang="en-US" sz="850" dirty="0"/>
          </a:p>
          <a:p>
            <a:pPr algn="ctr" indent="0" marL="0">
              <a:buNone/>
            </a:pPr>
            <a:r>
              <a:rPr lang="en-US" sz="850" b="1" dirty="0">
                <a:solidFill>
                  <a:srgbClr val="3DAF7A"/>
                </a:solidFill>
                <a:latin typeface="Calibri" pitchFamily="34" charset="0"/>
                <a:ea typeface="Calibri" pitchFamily="34" charset="-122"/>
                <a:cs typeface="Calibri" pitchFamily="34" charset="-120"/>
              </a:rPr>
              <a:t>Classe 0</a:t>
            </a:r>
            <a:endParaRPr lang="en-US" sz="850" dirty="0"/>
          </a:p>
        </p:txBody>
      </p:sp>
      <p:sp>
        <p:nvSpPr>
          <p:cNvPr id="125" name="Text 123"/>
          <p:cNvSpPr/>
          <p:nvPr/>
        </p:nvSpPr>
        <p:spPr>
          <a:xfrm>
            <a:off x="320040" y="2377440"/>
            <a:ext cx="8503920" cy="329184"/>
          </a:xfrm>
          <a:prstGeom prst="rect">
            <a:avLst/>
          </a:prstGeom>
          <a:noFill/>
          <a:ln/>
        </p:spPr>
        <p:txBody>
          <a:bodyPr wrap="square" rtlCol="0" anchor="ctr"/>
          <a:lstStyle/>
          <a:p>
            <a:pPr indent="0" marL="0">
              <a:buNone/>
            </a:pPr>
            <a:r>
              <a:rPr lang="en-US" sz="1050" b="1" dirty="0">
                <a:solidFill>
                  <a:srgbClr val="E8A020"/>
                </a:solidFill>
                <a:latin typeface="Georgia" pitchFamily="34" charset="0"/>
                <a:ea typeface="Georgia" pitchFamily="34" charset="-122"/>
                <a:cs typeface="Georgia" pitchFamily="34" charset="-120"/>
              </a:rPr>
              <a:t>RISQUES OPÉRATIONNELS AVEC CETTE ARCHITECTURE :</a:t>
            </a:r>
            <a:endParaRPr lang="en-US" sz="1050" dirty="0"/>
          </a:p>
        </p:txBody>
      </p:sp>
      <p:sp>
        <p:nvSpPr>
          <p:cNvPr id="126" name="Shape 124"/>
          <p:cNvSpPr/>
          <p:nvPr/>
        </p:nvSpPr>
        <p:spPr>
          <a:xfrm>
            <a:off x="256032" y="2798064"/>
            <a:ext cx="8631936" cy="365760"/>
          </a:xfrm>
          <a:prstGeom prst="rect">
            <a:avLst/>
          </a:prstGeom>
          <a:solidFill>
            <a:srgbClr val="111828"/>
          </a:solidFill>
          <a:ln w="12700">
            <a:solidFill>
              <a:srgbClr val="1C2A3A"/>
            </a:solidFill>
            <a:prstDash val="solid"/>
          </a:ln>
        </p:spPr>
      </p:sp>
      <p:sp>
        <p:nvSpPr>
          <p:cNvPr id="127" name="Text 125"/>
          <p:cNvSpPr/>
          <p:nvPr/>
        </p:nvSpPr>
        <p:spPr>
          <a:xfrm>
            <a:off x="365760" y="2798064"/>
            <a:ext cx="8412480" cy="365760"/>
          </a:xfrm>
          <a:prstGeom prst="rect">
            <a:avLst/>
          </a:prstGeom>
          <a:noFill/>
          <a:ln/>
        </p:spPr>
        <p:txBody>
          <a:bodyPr wrap="square" rtlCol="0" anchor="ctr"/>
          <a:lstStyle/>
          <a:p>
            <a:pPr indent="0" marL="0">
              <a:buNone/>
            </a:pPr>
            <a:r>
              <a:rPr lang="en-US" sz="950" dirty="0">
                <a:solidFill>
                  <a:srgbClr val="D94040"/>
                </a:solidFill>
                <a:latin typeface="Calibri" pitchFamily="34" charset="0"/>
                <a:ea typeface="Calibri" pitchFamily="34" charset="-122"/>
                <a:cs typeface="Calibri" pitchFamily="34" charset="-120"/>
              </a:rPr>
              <a:t>🔴  Colmatage silencieux du coalesceur ou du filtre à charbon actif → contamination huile non détectée</a:t>
            </a:r>
            <a:endParaRPr lang="en-US" sz="950" dirty="0"/>
          </a:p>
        </p:txBody>
      </p:sp>
      <p:sp>
        <p:nvSpPr>
          <p:cNvPr id="128" name="Shape 126"/>
          <p:cNvSpPr/>
          <p:nvPr/>
        </p:nvSpPr>
        <p:spPr>
          <a:xfrm>
            <a:off x="256032" y="3200400"/>
            <a:ext cx="8631936" cy="365760"/>
          </a:xfrm>
          <a:prstGeom prst="rect">
            <a:avLst/>
          </a:prstGeom>
          <a:solidFill>
            <a:srgbClr val="0E1520"/>
          </a:solidFill>
          <a:ln w="12700">
            <a:solidFill>
              <a:srgbClr val="1C2A3A"/>
            </a:solidFill>
            <a:prstDash val="solid"/>
          </a:ln>
        </p:spPr>
      </p:sp>
      <p:sp>
        <p:nvSpPr>
          <p:cNvPr id="129" name="Text 127"/>
          <p:cNvSpPr/>
          <p:nvPr/>
        </p:nvSpPr>
        <p:spPr>
          <a:xfrm>
            <a:off x="365760" y="3200400"/>
            <a:ext cx="8412480" cy="365760"/>
          </a:xfrm>
          <a:prstGeom prst="rect">
            <a:avLst/>
          </a:prstGeom>
          <a:noFill/>
          <a:ln/>
        </p:spPr>
        <p:txBody>
          <a:bodyPr wrap="square" rtlCol="0" anchor="ctr"/>
          <a:lstStyle/>
          <a:p>
            <a:pPr indent="0" marL="0">
              <a:buNone/>
            </a:pPr>
            <a:r>
              <a:rPr lang="en-US" sz="950" dirty="0">
                <a:solidFill>
                  <a:srgbClr val="D94040"/>
                </a:solidFill>
                <a:latin typeface="Calibri" pitchFamily="34" charset="0"/>
                <a:ea typeface="Calibri" pitchFamily="34" charset="-122"/>
                <a:cs typeface="Calibri" pitchFamily="34" charset="-120"/>
              </a:rPr>
              <a:t>🔴  Saturation accélérée des charbons actifs en été marocain (chaleur + humidité) → remplacement fréquent obligatoire</a:t>
            </a:r>
            <a:endParaRPr lang="en-US" sz="950" dirty="0"/>
          </a:p>
        </p:txBody>
      </p:sp>
      <p:sp>
        <p:nvSpPr>
          <p:cNvPr id="130" name="Shape 128"/>
          <p:cNvSpPr/>
          <p:nvPr/>
        </p:nvSpPr>
        <p:spPr>
          <a:xfrm>
            <a:off x="256032" y="3602736"/>
            <a:ext cx="8631936" cy="365760"/>
          </a:xfrm>
          <a:prstGeom prst="rect">
            <a:avLst/>
          </a:prstGeom>
          <a:solidFill>
            <a:srgbClr val="111828"/>
          </a:solidFill>
          <a:ln w="12700">
            <a:solidFill>
              <a:srgbClr val="1C2A3A"/>
            </a:solidFill>
            <a:prstDash val="solid"/>
          </a:ln>
        </p:spPr>
      </p:sp>
      <p:sp>
        <p:nvSpPr>
          <p:cNvPr id="131" name="Text 129"/>
          <p:cNvSpPr/>
          <p:nvPr/>
        </p:nvSpPr>
        <p:spPr>
          <a:xfrm>
            <a:off x="365760" y="3602736"/>
            <a:ext cx="8412480" cy="365760"/>
          </a:xfrm>
          <a:prstGeom prst="rect">
            <a:avLst/>
          </a:prstGeom>
          <a:noFill/>
          <a:ln/>
        </p:spPr>
        <p:txBody>
          <a:bodyPr wrap="square" rtlCol="0" anchor="ctr"/>
          <a:lstStyle/>
          <a:p>
            <a:pPr indent="0" marL="0">
              <a:buNone/>
            </a:pPr>
            <a:r>
              <a:rPr lang="en-US" sz="950" dirty="0">
                <a:solidFill>
                  <a:srgbClr val="E8A020"/>
                </a:solidFill>
                <a:latin typeface="Calibri" pitchFamily="34" charset="0"/>
                <a:ea typeface="Calibri" pitchFamily="34" charset="-122"/>
                <a:cs typeface="Calibri" pitchFamily="34" charset="-120"/>
              </a:rPr>
              <a:t>🟡  Surveillance quotidienne impérative : indicateur de colmatage, test huile résiduelle, monitoring pression différentielle</a:t>
            </a:r>
            <a:endParaRPr lang="en-US" sz="950" dirty="0"/>
          </a:p>
        </p:txBody>
      </p:sp>
      <p:sp>
        <p:nvSpPr>
          <p:cNvPr id="132" name="Shape 130"/>
          <p:cNvSpPr/>
          <p:nvPr/>
        </p:nvSpPr>
        <p:spPr>
          <a:xfrm>
            <a:off x="256032" y="4005072"/>
            <a:ext cx="8631936" cy="365760"/>
          </a:xfrm>
          <a:prstGeom prst="rect">
            <a:avLst/>
          </a:prstGeom>
          <a:solidFill>
            <a:srgbClr val="0E1520"/>
          </a:solidFill>
          <a:ln w="12700">
            <a:solidFill>
              <a:srgbClr val="1C2A3A"/>
            </a:solidFill>
            <a:prstDash val="solid"/>
          </a:ln>
        </p:spPr>
      </p:sp>
      <p:sp>
        <p:nvSpPr>
          <p:cNvPr id="133" name="Text 131"/>
          <p:cNvSpPr/>
          <p:nvPr/>
        </p:nvSpPr>
        <p:spPr>
          <a:xfrm>
            <a:off x="365760" y="4005072"/>
            <a:ext cx="8412480" cy="365760"/>
          </a:xfrm>
          <a:prstGeom prst="rect">
            <a:avLst/>
          </a:prstGeom>
          <a:noFill/>
          <a:ln/>
        </p:spPr>
        <p:txBody>
          <a:bodyPr wrap="square" rtlCol="0" anchor="ctr"/>
          <a:lstStyle/>
          <a:p>
            <a:pPr indent="0" marL="0">
              <a:buNone/>
            </a:pPr>
            <a:r>
              <a:rPr lang="en-US" sz="950" dirty="0">
                <a:solidFill>
                  <a:srgbClr val="E8A020"/>
                </a:solidFill>
                <a:latin typeface="Calibri" pitchFamily="34" charset="0"/>
                <a:ea typeface="Calibri" pitchFamily="34" charset="-122"/>
                <a:cs typeface="Calibri" pitchFamily="34" charset="-120"/>
              </a:rPr>
              <a:t>🟡  Coût total d'exploitation supérieur au sans-huile sur 5 ans : filtres, huile, séparateur condensats, main-d'œuvre</a:t>
            </a:r>
            <a:endParaRPr lang="en-US" sz="950" dirty="0"/>
          </a:p>
        </p:txBody>
      </p:sp>
      <p:sp>
        <p:nvSpPr>
          <p:cNvPr id="134" name="Shape 132"/>
          <p:cNvSpPr/>
          <p:nvPr/>
        </p:nvSpPr>
        <p:spPr>
          <a:xfrm>
            <a:off x="256032" y="4407408"/>
            <a:ext cx="8631936" cy="365760"/>
          </a:xfrm>
          <a:prstGeom prst="rect">
            <a:avLst/>
          </a:prstGeom>
          <a:solidFill>
            <a:srgbClr val="111828"/>
          </a:solidFill>
          <a:ln w="12700">
            <a:solidFill>
              <a:srgbClr val="1C2A3A"/>
            </a:solidFill>
            <a:prstDash val="solid"/>
          </a:ln>
        </p:spPr>
      </p:sp>
      <p:sp>
        <p:nvSpPr>
          <p:cNvPr id="135" name="Text 133"/>
          <p:cNvSpPr/>
          <p:nvPr/>
        </p:nvSpPr>
        <p:spPr>
          <a:xfrm>
            <a:off x="365760" y="4407408"/>
            <a:ext cx="8412480" cy="365760"/>
          </a:xfrm>
          <a:prstGeom prst="rect">
            <a:avLst/>
          </a:prstGeom>
          <a:noFill/>
          <a:ln/>
        </p:spPr>
        <p:txBody>
          <a:bodyPr wrap="square" rtlCol="0" anchor="ctr"/>
          <a:lstStyle/>
          <a:p>
            <a:pPr indent="0" marL="0">
              <a:buNone/>
            </a:pPr>
            <a:r>
              <a:rPr lang="en-US" sz="950" dirty="0">
                <a:solidFill>
                  <a:srgbClr val="3DAF7A"/>
                </a:solidFill>
                <a:latin typeface="Calibri" pitchFamily="34" charset="0"/>
                <a:ea typeface="Calibri" pitchFamily="34" charset="-122"/>
                <a:cs typeface="Calibri" pitchFamily="34" charset="-120"/>
              </a:rPr>
              <a:t>🟢  Solution viable si : compresseur de secours sans huile pour l'enrobeur, ou filtre stérile à point d'usage avec détecteur en ligne</a:t>
            </a:r>
            <a:endParaRPr lang="en-US" sz="950" dirty="0"/>
          </a:p>
        </p:txBody>
      </p:sp>
      <p:sp>
        <p:nvSpPr>
          <p:cNvPr id="136" name="Shape 134"/>
          <p:cNvSpPr/>
          <p:nvPr/>
        </p:nvSpPr>
        <p:spPr>
          <a:xfrm rot="2700000">
            <a:off x="13716" y="4846320"/>
            <a:ext cx="82296" cy="82296"/>
          </a:xfrm>
          <a:prstGeom prst="rect">
            <a:avLst/>
          </a:prstGeom>
          <a:solidFill>
            <a:srgbClr val="D4951A">
              <a:alpha val="15000"/>
            </a:srgbClr>
          </a:solidFill>
          <a:ln w="12700">
            <a:solidFill>
              <a:srgbClr val="D4951A"/>
            </a:solidFill>
            <a:prstDash val="solid"/>
          </a:ln>
        </p:spPr>
      </p:sp>
      <p:sp>
        <p:nvSpPr>
          <p:cNvPr id="137" name="Shape 135"/>
          <p:cNvSpPr/>
          <p:nvPr/>
        </p:nvSpPr>
        <p:spPr>
          <a:xfrm rot="2700000">
            <a:off x="137160" y="4846320"/>
            <a:ext cx="82296" cy="82296"/>
          </a:xfrm>
          <a:prstGeom prst="rect">
            <a:avLst/>
          </a:prstGeom>
          <a:solidFill>
            <a:srgbClr val="D4951A">
              <a:alpha val="15000"/>
            </a:srgbClr>
          </a:solidFill>
          <a:ln w="12700">
            <a:solidFill>
              <a:srgbClr val="D4951A"/>
            </a:solidFill>
            <a:prstDash val="solid"/>
          </a:ln>
        </p:spPr>
      </p:sp>
      <p:sp>
        <p:nvSpPr>
          <p:cNvPr id="138" name="Shape 136"/>
          <p:cNvSpPr/>
          <p:nvPr/>
        </p:nvSpPr>
        <p:spPr>
          <a:xfrm rot="2700000">
            <a:off x="260604" y="4846320"/>
            <a:ext cx="82296" cy="82296"/>
          </a:xfrm>
          <a:prstGeom prst="rect">
            <a:avLst/>
          </a:prstGeom>
          <a:solidFill>
            <a:srgbClr val="D4951A">
              <a:alpha val="15000"/>
            </a:srgbClr>
          </a:solidFill>
          <a:ln w="12700">
            <a:solidFill>
              <a:srgbClr val="D4951A"/>
            </a:solidFill>
            <a:prstDash val="solid"/>
          </a:ln>
        </p:spPr>
      </p:sp>
      <p:sp>
        <p:nvSpPr>
          <p:cNvPr id="139" name="Shape 137"/>
          <p:cNvSpPr/>
          <p:nvPr/>
        </p:nvSpPr>
        <p:spPr>
          <a:xfrm rot="2700000">
            <a:off x="384048" y="4846320"/>
            <a:ext cx="82296" cy="82296"/>
          </a:xfrm>
          <a:prstGeom prst="rect">
            <a:avLst/>
          </a:prstGeom>
          <a:solidFill>
            <a:srgbClr val="D4951A">
              <a:alpha val="15000"/>
            </a:srgbClr>
          </a:solidFill>
          <a:ln w="12700">
            <a:solidFill>
              <a:srgbClr val="D4951A"/>
            </a:solidFill>
            <a:prstDash val="solid"/>
          </a:ln>
        </p:spPr>
      </p:sp>
      <p:sp>
        <p:nvSpPr>
          <p:cNvPr id="140" name="Shape 138"/>
          <p:cNvSpPr/>
          <p:nvPr/>
        </p:nvSpPr>
        <p:spPr>
          <a:xfrm rot="2700000">
            <a:off x="507492" y="4846320"/>
            <a:ext cx="82296" cy="82296"/>
          </a:xfrm>
          <a:prstGeom prst="rect">
            <a:avLst/>
          </a:prstGeom>
          <a:solidFill>
            <a:srgbClr val="D4951A">
              <a:alpha val="15000"/>
            </a:srgbClr>
          </a:solidFill>
          <a:ln w="12700">
            <a:solidFill>
              <a:srgbClr val="D4951A"/>
            </a:solidFill>
            <a:prstDash val="solid"/>
          </a:ln>
        </p:spPr>
      </p:sp>
      <p:sp>
        <p:nvSpPr>
          <p:cNvPr id="141" name="Shape 139"/>
          <p:cNvSpPr/>
          <p:nvPr/>
        </p:nvSpPr>
        <p:spPr>
          <a:xfrm rot="2700000">
            <a:off x="630936" y="4846320"/>
            <a:ext cx="82296" cy="82296"/>
          </a:xfrm>
          <a:prstGeom prst="rect">
            <a:avLst/>
          </a:prstGeom>
          <a:solidFill>
            <a:srgbClr val="D4951A">
              <a:alpha val="15000"/>
            </a:srgbClr>
          </a:solidFill>
          <a:ln w="12700">
            <a:solidFill>
              <a:srgbClr val="D4951A"/>
            </a:solidFill>
            <a:prstDash val="solid"/>
          </a:ln>
        </p:spPr>
      </p:sp>
      <p:sp>
        <p:nvSpPr>
          <p:cNvPr id="142" name="Shape 140"/>
          <p:cNvSpPr/>
          <p:nvPr/>
        </p:nvSpPr>
        <p:spPr>
          <a:xfrm rot="2700000">
            <a:off x="754380" y="4846320"/>
            <a:ext cx="82296" cy="82296"/>
          </a:xfrm>
          <a:prstGeom prst="rect">
            <a:avLst/>
          </a:prstGeom>
          <a:solidFill>
            <a:srgbClr val="D4951A">
              <a:alpha val="15000"/>
            </a:srgbClr>
          </a:solidFill>
          <a:ln w="12700">
            <a:solidFill>
              <a:srgbClr val="D4951A"/>
            </a:solidFill>
            <a:prstDash val="solid"/>
          </a:ln>
        </p:spPr>
      </p:sp>
      <p:sp>
        <p:nvSpPr>
          <p:cNvPr id="143" name="Shape 141"/>
          <p:cNvSpPr/>
          <p:nvPr/>
        </p:nvSpPr>
        <p:spPr>
          <a:xfrm rot="2700000">
            <a:off x="877824" y="4846320"/>
            <a:ext cx="82296" cy="82296"/>
          </a:xfrm>
          <a:prstGeom prst="rect">
            <a:avLst/>
          </a:prstGeom>
          <a:solidFill>
            <a:srgbClr val="D4951A">
              <a:alpha val="15000"/>
            </a:srgbClr>
          </a:solidFill>
          <a:ln w="12700">
            <a:solidFill>
              <a:srgbClr val="D4951A"/>
            </a:solidFill>
            <a:prstDash val="solid"/>
          </a:ln>
        </p:spPr>
      </p:sp>
      <p:sp>
        <p:nvSpPr>
          <p:cNvPr id="144" name="Shape 142"/>
          <p:cNvSpPr/>
          <p:nvPr/>
        </p:nvSpPr>
        <p:spPr>
          <a:xfrm rot="2700000">
            <a:off x="1001268" y="4846320"/>
            <a:ext cx="82296" cy="82296"/>
          </a:xfrm>
          <a:prstGeom prst="rect">
            <a:avLst/>
          </a:prstGeom>
          <a:solidFill>
            <a:srgbClr val="D4951A">
              <a:alpha val="15000"/>
            </a:srgbClr>
          </a:solidFill>
          <a:ln w="12700">
            <a:solidFill>
              <a:srgbClr val="D4951A"/>
            </a:solidFill>
            <a:prstDash val="solid"/>
          </a:ln>
        </p:spPr>
      </p:sp>
      <p:sp>
        <p:nvSpPr>
          <p:cNvPr id="145" name="Shape 143"/>
          <p:cNvSpPr/>
          <p:nvPr/>
        </p:nvSpPr>
        <p:spPr>
          <a:xfrm rot="2700000">
            <a:off x="1124712" y="4846320"/>
            <a:ext cx="82296" cy="82296"/>
          </a:xfrm>
          <a:prstGeom prst="rect">
            <a:avLst/>
          </a:prstGeom>
          <a:solidFill>
            <a:srgbClr val="D4951A">
              <a:alpha val="15000"/>
            </a:srgbClr>
          </a:solidFill>
          <a:ln w="12700">
            <a:solidFill>
              <a:srgbClr val="D4951A"/>
            </a:solidFill>
            <a:prstDash val="solid"/>
          </a:ln>
        </p:spPr>
      </p:sp>
      <p:sp>
        <p:nvSpPr>
          <p:cNvPr id="146" name="Shape 144"/>
          <p:cNvSpPr/>
          <p:nvPr/>
        </p:nvSpPr>
        <p:spPr>
          <a:xfrm rot="2700000">
            <a:off x="1248156" y="4846320"/>
            <a:ext cx="82296" cy="82296"/>
          </a:xfrm>
          <a:prstGeom prst="rect">
            <a:avLst/>
          </a:prstGeom>
          <a:solidFill>
            <a:srgbClr val="D4951A">
              <a:alpha val="15000"/>
            </a:srgbClr>
          </a:solidFill>
          <a:ln w="12700">
            <a:solidFill>
              <a:srgbClr val="D4951A"/>
            </a:solidFill>
            <a:prstDash val="solid"/>
          </a:ln>
        </p:spPr>
      </p:sp>
      <p:sp>
        <p:nvSpPr>
          <p:cNvPr id="147" name="Shape 145"/>
          <p:cNvSpPr/>
          <p:nvPr/>
        </p:nvSpPr>
        <p:spPr>
          <a:xfrm rot="2700000">
            <a:off x="1371600" y="4846320"/>
            <a:ext cx="82296" cy="82296"/>
          </a:xfrm>
          <a:prstGeom prst="rect">
            <a:avLst/>
          </a:prstGeom>
          <a:solidFill>
            <a:srgbClr val="D4951A">
              <a:alpha val="15000"/>
            </a:srgbClr>
          </a:solidFill>
          <a:ln w="12700">
            <a:solidFill>
              <a:srgbClr val="D4951A"/>
            </a:solidFill>
            <a:prstDash val="solid"/>
          </a:ln>
        </p:spPr>
      </p:sp>
      <p:sp>
        <p:nvSpPr>
          <p:cNvPr id="148" name="Shape 146"/>
          <p:cNvSpPr/>
          <p:nvPr/>
        </p:nvSpPr>
        <p:spPr>
          <a:xfrm rot="2700000">
            <a:off x="1495044" y="4846320"/>
            <a:ext cx="82296" cy="82296"/>
          </a:xfrm>
          <a:prstGeom prst="rect">
            <a:avLst/>
          </a:prstGeom>
          <a:solidFill>
            <a:srgbClr val="D4951A">
              <a:alpha val="15000"/>
            </a:srgbClr>
          </a:solidFill>
          <a:ln w="12700">
            <a:solidFill>
              <a:srgbClr val="D4951A"/>
            </a:solidFill>
            <a:prstDash val="solid"/>
          </a:ln>
        </p:spPr>
      </p:sp>
      <p:sp>
        <p:nvSpPr>
          <p:cNvPr id="149" name="Shape 147"/>
          <p:cNvSpPr/>
          <p:nvPr/>
        </p:nvSpPr>
        <p:spPr>
          <a:xfrm rot="2700000">
            <a:off x="1618488" y="4846320"/>
            <a:ext cx="82296" cy="82296"/>
          </a:xfrm>
          <a:prstGeom prst="rect">
            <a:avLst/>
          </a:prstGeom>
          <a:solidFill>
            <a:srgbClr val="D4951A">
              <a:alpha val="15000"/>
            </a:srgbClr>
          </a:solidFill>
          <a:ln w="12700">
            <a:solidFill>
              <a:srgbClr val="D4951A"/>
            </a:solidFill>
            <a:prstDash val="solid"/>
          </a:ln>
        </p:spPr>
      </p:sp>
      <p:sp>
        <p:nvSpPr>
          <p:cNvPr id="150" name="Shape 148"/>
          <p:cNvSpPr/>
          <p:nvPr/>
        </p:nvSpPr>
        <p:spPr>
          <a:xfrm rot="2700000">
            <a:off x="1741932" y="4846320"/>
            <a:ext cx="82296" cy="82296"/>
          </a:xfrm>
          <a:prstGeom prst="rect">
            <a:avLst/>
          </a:prstGeom>
          <a:solidFill>
            <a:srgbClr val="D4951A">
              <a:alpha val="15000"/>
            </a:srgbClr>
          </a:solidFill>
          <a:ln w="12700">
            <a:solidFill>
              <a:srgbClr val="D4951A"/>
            </a:solidFill>
            <a:prstDash val="solid"/>
          </a:ln>
        </p:spPr>
      </p:sp>
      <p:sp>
        <p:nvSpPr>
          <p:cNvPr id="151" name="Shape 149"/>
          <p:cNvSpPr/>
          <p:nvPr/>
        </p:nvSpPr>
        <p:spPr>
          <a:xfrm rot="2700000">
            <a:off x="1865376" y="4846320"/>
            <a:ext cx="82296" cy="82296"/>
          </a:xfrm>
          <a:prstGeom prst="rect">
            <a:avLst/>
          </a:prstGeom>
          <a:solidFill>
            <a:srgbClr val="D4951A">
              <a:alpha val="15000"/>
            </a:srgbClr>
          </a:solidFill>
          <a:ln w="12700">
            <a:solidFill>
              <a:srgbClr val="D4951A"/>
            </a:solidFill>
            <a:prstDash val="solid"/>
          </a:ln>
        </p:spPr>
      </p:sp>
      <p:sp>
        <p:nvSpPr>
          <p:cNvPr id="152" name="Shape 150"/>
          <p:cNvSpPr/>
          <p:nvPr/>
        </p:nvSpPr>
        <p:spPr>
          <a:xfrm rot="2700000">
            <a:off x="1988820" y="4846320"/>
            <a:ext cx="82296" cy="82296"/>
          </a:xfrm>
          <a:prstGeom prst="rect">
            <a:avLst/>
          </a:prstGeom>
          <a:solidFill>
            <a:srgbClr val="D4951A">
              <a:alpha val="15000"/>
            </a:srgbClr>
          </a:solidFill>
          <a:ln w="12700">
            <a:solidFill>
              <a:srgbClr val="D4951A"/>
            </a:solidFill>
            <a:prstDash val="solid"/>
          </a:ln>
        </p:spPr>
      </p:sp>
      <p:sp>
        <p:nvSpPr>
          <p:cNvPr id="153" name="Shape 151"/>
          <p:cNvSpPr/>
          <p:nvPr/>
        </p:nvSpPr>
        <p:spPr>
          <a:xfrm rot="2700000">
            <a:off x="2112264" y="4846320"/>
            <a:ext cx="82296" cy="82296"/>
          </a:xfrm>
          <a:prstGeom prst="rect">
            <a:avLst/>
          </a:prstGeom>
          <a:solidFill>
            <a:srgbClr val="D4951A">
              <a:alpha val="15000"/>
            </a:srgbClr>
          </a:solidFill>
          <a:ln w="12700">
            <a:solidFill>
              <a:srgbClr val="D4951A"/>
            </a:solidFill>
            <a:prstDash val="solid"/>
          </a:ln>
        </p:spPr>
      </p:sp>
      <p:sp>
        <p:nvSpPr>
          <p:cNvPr id="154" name="Shape 152"/>
          <p:cNvSpPr/>
          <p:nvPr/>
        </p:nvSpPr>
        <p:spPr>
          <a:xfrm rot="2700000">
            <a:off x="2235708" y="4846320"/>
            <a:ext cx="82296" cy="82296"/>
          </a:xfrm>
          <a:prstGeom prst="rect">
            <a:avLst/>
          </a:prstGeom>
          <a:solidFill>
            <a:srgbClr val="D4951A">
              <a:alpha val="15000"/>
            </a:srgbClr>
          </a:solidFill>
          <a:ln w="12700">
            <a:solidFill>
              <a:srgbClr val="D4951A"/>
            </a:solidFill>
            <a:prstDash val="solid"/>
          </a:ln>
        </p:spPr>
      </p:sp>
      <p:sp>
        <p:nvSpPr>
          <p:cNvPr id="155" name="Shape 153"/>
          <p:cNvSpPr/>
          <p:nvPr/>
        </p:nvSpPr>
        <p:spPr>
          <a:xfrm rot="2700000">
            <a:off x="2359152" y="4846320"/>
            <a:ext cx="82296" cy="82296"/>
          </a:xfrm>
          <a:prstGeom prst="rect">
            <a:avLst/>
          </a:prstGeom>
          <a:solidFill>
            <a:srgbClr val="D4951A">
              <a:alpha val="15000"/>
            </a:srgbClr>
          </a:solidFill>
          <a:ln w="12700">
            <a:solidFill>
              <a:srgbClr val="D4951A"/>
            </a:solidFill>
            <a:prstDash val="solid"/>
          </a:ln>
        </p:spPr>
      </p:sp>
      <p:sp>
        <p:nvSpPr>
          <p:cNvPr id="156" name="Shape 154"/>
          <p:cNvSpPr/>
          <p:nvPr/>
        </p:nvSpPr>
        <p:spPr>
          <a:xfrm rot="2700000">
            <a:off x="2482596" y="4846320"/>
            <a:ext cx="82296" cy="82296"/>
          </a:xfrm>
          <a:prstGeom prst="rect">
            <a:avLst/>
          </a:prstGeom>
          <a:solidFill>
            <a:srgbClr val="D4951A">
              <a:alpha val="15000"/>
            </a:srgbClr>
          </a:solidFill>
          <a:ln w="12700">
            <a:solidFill>
              <a:srgbClr val="D4951A"/>
            </a:solidFill>
            <a:prstDash val="solid"/>
          </a:ln>
        </p:spPr>
      </p:sp>
      <p:sp>
        <p:nvSpPr>
          <p:cNvPr id="157" name="Shape 155"/>
          <p:cNvSpPr/>
          <p:nvPr/>
        </p:nvSpPr>
        <p:spPr>
          <a:xfrm rot="2700000">
            <a:off x="2606040" y="4846320"/>
            <a:ext cx="82296" cy="82296"/>
          </a:xfrm>
          <a:prstGeom prst="rect">
            <a:avLst/>
          </a:prstGeom>
          <a:solidFill>
            <a:srgbClr val="D4951A">
              <a:alpha val="15000"/>
            </a:srgbClr>
          </a:solidFill>
          <a:ln w="12700">
            <a:solidFill>
              <a:srgbClr val="D4951A"/>
            </a:solidFill>
            <a:prstDash val="solid"/>
          </a:ln>
        </p:spPr>
      </p:sp>
      <p:sp>
        <p:nvSpPr>
          <p:cNvPr id="158" name="Shape 156"/>
          <p:cNvSpPr/>
          <p:nvPr/>
        </p:nvSpPr>
        <p:spPr>
          <a:xfrm rot="2700000">
            <a:off x="2729484" y="4846320"/>
            <a:ext cx="82296" cy="82296"/>
          </a:xfrm>
          <a:prstGeom prst="rect">
            <a:avLst/>
          </a:prstGeom>
          <a:solidFill>
            <a:srgbClr val="D4951A">
              <a:alpha val="15000"/>
            </a:srgbClr>
          </a:solidFill>
          <a:ln w="12700">
            <a:solidFill>
              <a:srgbClr val="D4951A"/>
            </a:solidFill>
            <a:prstDash val="solid"/>
          </a:ln>
        </p:spPr>
      </p:sp>
      <p:sp>
        <p:nvSpPr>
          <p:cNvPr id="159" name="Shape 157"/>
          <p:cNvSpPr/>
          <p:nvPr/>
        </p:nvSpPr>
        <p:spPr>
          <a:xfrm rot="2700000">
            <a:off x="2852928" y="4846320"/>
            <a:ext cx="82296" cy="82296"/>
          </a:xfrm>
          <a:prstGeom prst="rect">
            <a:avLst/>
          </a:prstGeom>
          <a:solidFill>
            <a:srgbClr val="D4951A">
              <a:alpha val="15000"/>
            </a:srgbClr>
          </a:solidFill>
          <a:ln w="12700">
            <a:solidFill>
              <a:srgbClr val="D4951A"/>
            </a:solidFill>
            <a:prstDash val="solid"/>
          </a:ln>
        </p:spPr>
      </p:sp>
      <p:sp>
        <p:nvSpPr>
          <p:cNvPr id="160" name="Shape 158"/>
          <p:cNvSpPr/>
          <p:nvPr/>
        </p:nvSpPr>
        <p:spPr>
          <a:xfrm rot="2700000">
            <a:off x="2976372" y="4846320"/>
            <a:ext cx="82296" cy="82296"/>
          </a:xfrm>
          <a:prstGeom prst="rect">
            <a:avLst/>
          </a:prstGeom>
          <a:solidFill>
            <a:srgbClr val="D4951A">
              <a:alpha val="15000"/>
            </a:srgbClr>
          </a:solidFill>
          <a:ln w="12700">
            <a:solidFill>
              <a:srgbClr val="D4951A"/>
            </a:solidFill>
            <a:prstDash val="solid"/>
          </a:ln>
        </p:spPr>
      </p:sp>
      <p:sp>
        <p:nvSpPr>
          <p:cNvPr id="161" name="Shape 159"/>
          <p:cNvSpPr/>
          <p:nvPr/>
        </p:nvSpPr>
        <p:spPr>
          <a:xfrm rot="2700000">
            <a:off x="3099816" y="4846320"/>
            <a:ext cx="82296" cy="82296"/>
          </a:xfrm>
          <a:prstGeom prst="rect">
            <a:avLst/>
          </a:prstGeom>
          <a:solidFill>
            <a:srgbClr val="D4951A">
              <a:alpha val="15000"/>
            </a:srgbClr>
          </a:solidFill>
          <a:ln w="12700">
            <a:solidFill>
              <a:srgbClr val="D4951A"/>
            </a:solidFill>
            <a:prstDash val="solid"/>
          </a:ln>
        </p:spPr>
      </p:sp>
      <p:sp>
        <p:nvSpPr>
          <p:cNvPr id="162" name="Shape 160"/>
          <p:cNvSpPr/>
          <p:nvPr/>
        </p:nvSpPr>
        <p:spPr>
          <a:xfrm rot="2700000">
            <a:off x="3223260" y="4846320"/>
            <a:ext cx="82296" cy="82296"/>
          </a:xfrm>
          <a:prstGeom prst="rect">
            <a:avLst/>
          </a:prstGeom>
          <a:solidFill>
            <a:srgbClr val="D4951A">
              <a:alpha val="15000"/>
            </a:srgbClr>
          </a:solidFill>
          <a:ln w="12700">
            <a:solidFill>
              <a:srgbClr val="D4951A"/>
            </a:solidFill>
            <a:prstDash val="solid"/>
          </a:ln>
        </p:spPr>
      </p:sp>
      <p:sp>
        <p:nvSpPr>
          <p:cNvPr id="163" name="Shape 161"/>
          <p:cNvSpPr/>
          <p:nvPr/>
        </p:nvSpPr>
        <p:spPr>
          <a:xfrm rot="2700000">
            <a:off x="3346704" y="4846320"/>
            <a:ext cx="82296" cy="82296"/>
          </a:xfrm>
          <a:prstGeom prst="rect">
            <a:avLst/>
          </a:prstGeom>
          <a:solidFill>
            <a:srgbClr val="D4951A">
              <a:alpha val="15000"/>
            </a:srgbClr>
          </a:solidFill>
          <a:ln w="12700">
            <a:solidFill>
              <a:srgbClr val="D4951A"/>
            </a:solidFill>
            <a:prstDash val="solid"/>
          </a:ln>
        </p:spPr>
      </p:sp>
      <p:sp>
        <p:nvSpPr>
          <p:cNvPr id="164" name="Shape 162"/>
          <p:cNvSpPr/>
          <p:nvPr/>
        </p:nvSpPr>
        <p:spPr>
          <a:xfrm rot="2700000">
            <a:off x="3470148" y="4846320"/>
            <a:ext cx="82296" cy="82296"/>
          </a:xfrm>
          <a:prstGeom prst="rect">
            <a:avLst/>
          </a:prstGeom>
          <a:solidFill>
            <a:srgbClr val="D4951A">
              <a:alpha val="15000"/>
            </a:srgbClr>
          </a:solidFill>
          <a:ln w="12700">
            <a:solidFill>
              <a:srgbClr val="D4951A"/>
            </a:solidFill>
            <a:prstDash val="solid"/>
          </a:ln>
        </p:spPr>
      </p:sp>
      <p:sp>
        <p:nvSpPr>
          <p:cNvPr id="165" name="Shape 163"/>
          <p:cNvSpPr/>
          <p:nvPr/>
        </p:nvSpPr>
        <p:spPr>
          <a:xfrm rot="2700000">
            <a:off x="3593592" y="4846320"/>
            <a:ext cx="82296" cy="82296"/>
          </a:xfrm>
          <a:prstGeom prst="rect">
            <a:avLst/>
          </a:prstGeom>
          <a:solidFill>
            <a:srgbClr val="D4951A">
              <a:alpha val="15000"/>
            </a:srgbClr>
          </a:solidFill>
          <a:ln w="12700">
            <a:solidFill>
              <a:srgbClr val="D4951A"/>
            </a:solidFill>
            <a:prstDash val="solid"/>
          </a:ln>
        </p:spPr>
      </p:sp>
      <p:sp>
        <p:nvSpPr>
          <p:cNvPr id="166" name="Shape 164"/>
          <p:cNvSpPr/>
          <p:nvPr/>
        </p:nvSpPr>
        <p:spPr>
          <a:xfrm rot="2700000">
            <a:off x="3717036" y="4846320"/>
            <a:ext cx="82296" cy="82296"/>
          </a:xfrm>
          <a:prstGeom prst="rect">
            <a:avLst/>
          </a:prstGeom>
          <a:solidFill>
            <a:srgbClr val="D4951A">
              <a:alpha val="15000"/>
            </a:srgbClr>
          </a:solidFill>
          <a:ln w="12700">
            <a:solidFill>
              <a:srgbClr val="D4951A"/>
            </a:solidFill>
            <a:prstDash val="solid"/>
          </a:ln>
        </p:spPr>
      </p:sp>
      <p:sp>
        <p:nvSpPr>
          <p:cNvPr id="167" name="Shape 165"/>
          <p:cNvSpPr/>
          <p:nvPr/>
        </p:nvSpPr>
        <p:spPr>
          <a:xfrm rot="2700000">
            <a:off x="3840480" y="4846320"/>
            <a:ext cx="82296" cy="82296"/>
          </a:xfrm>
          <a:prstGeom prst="rect">
            <a:avLst/>
          </a:prstGeom>
          <a:solidFill>
            <a:srgbClr val="D4951A">
              <a:alpha val="15000"/>
            </a:srgbClr>
          </a:solidFill>
          <a:ln w="12700">
            <a:solidFill>
              <a:srgbClr val="D4951A"/>
            </a:solidFill>
            <a:prstDash val="solid"/>
          </a:ln>
        </p:spPr>
      </p:sp>
      <p:sp>
        <p:nvSpPr>
          <p:cNvPr id="168" name="Shape 166"/>
          <p:cNvSpPr/>
          <p:nvPr/>
        </p:nvSpPr>
        <p:spPr>
          <a:xfrm rot="2700000">
            <a:off x="3963924" y="4846320"/>
            <a:ext cx="82296" cy="82296"/>
          </a:xfrm>
          <a:prstGeom prst="rect">
            <a:avLst/>
          </a:prstGeom>
          <a:solidFill>
            <a:srgbClr val="D4951A">
              <a:alpha val="15000"/>
            </a:srgbClr>
          </a:solidFill>
          <a:ln w="12700">
            <a:solidFill>
              <a:srgbClr val="D4951A"/>
            </a:solidFill>
            <a:prstDash val="solid"/>
          </a:ln>
        </p:spPr>
      </p:sp>
      <p:sp>
        <p:nvSpPr>
          <p:cNvPr id="169" name="Shape 167"/>
          <p:cNvSpPr/>
          <p:nvPr/>
        </p:nvSpPr>
        <p:spPr>
          <a:xfrm rot="2700000">
            <a:off x="4087368" y="4846320"/>
            <a:ext cx="82296" cy="82296"/>
          </a:xfrm>
          <a:prstGeom prst="rect">
            <a:avLst/>
          </a:prstGeom>
          <a:solidFill>
            <a:srgbClr val="D4951A">
              <a:alpha val="15000"/>
            </a:srgbClr>
          </a:solidFill>
          <a:ln w="12700">
            <a:solidFill>
              <a:srgbClr val="D4951A"/>
            </a:solidFill>
            <a:prstDash val="solid"/>
          </a:ln>
        </p:spPr>
      </p:sp>
      <p:sp>
        <p:nvSpPr>
          <p:cNvPr id="170" name="Shape 168"/>
          <p:cNvSpPr/>
          <p:nvPr/>
        </p:nvSpPr>
        <p:spPr>
          <a:xfrm rot="2700000">
            <a:off x="4210812" y="4846320"/>
            <a:ext cx="82296" cy="82296"/>
          </a:xfrm>
          <a:prstGeom prst="rect">
            <a:avLst/>
          </a:prstGeom>
          <a:solidFill>
            <a:srgbClr val="D4951A">
              <a:alpha val="15000"/>
            </a:srgbClr>
          </a:solidFill>
          <a:ln w="12700">
            <a:solidFill>
              <a:srgbClr val="D4951A"/>
            </a:solidFill>
            <a:prstDash val="solid"/>
          </a:ln>
        </p:spPr>
      </p:sp>
      <p:sp>
        <p:nvSpPr>
          <p:cNvPr id="171" name="Shape 169"/>
          <p:cNvSpPr/>
          <p:nvPr/>
        </p:nvSpPr>
        <p:spPr>
          <a:xfrm rot="2700000">
            <a:off x="4334256" y="4846320"/>
            <a:ext cx="82296" cy="82296"/>
          </a:xfrm>
          <a:prstGeom prst="rect">
            <a:avLst/>
          </a:prstGeom>
          <a:solidFill>
            <a:srgbClr val="D4951A">
              <a:alpha val="15000"/>
            </a:srgbClr>
          </a:solidFill>
          <a:ln w="12700">
            <a:solidFill>
              <a:srgbClr val="D4951A"/>
            </a:solidFill>
            <a:prstDash val="solid"/>
          </a:ln>
        </p:spPr>
      </p:sp>
      <p:sp>
        <p:nvSpPr>
          <p:cNvPr id="172" name="Shape 170"/>
          <p:cNvSpPr/>
          <p:nvPr/>
        </p:nvSpPr>
        <p:spPr>
          <a:xfrm rot="2700000">
            <a:off x="4457700" y="4846320"/>
            <a:ext cx="82296" cy="82296"/>
          </a:xfrm>
          <a:prstGeom prst="rect">
            <a:avLst/>
          </a:prstGeom>
          <a:solidFill>
            <a:srgbClr val="D4951A">
              <a:alpha val="15000"/>
            </a:srgbClr>
          </a:solidFill>
          <a:ln w="12700">
            <a:solidFill>
              <a:srgbClr val="D4951A"/>
            </a:solidFill>
            <a:prstDash val="solid"/>
          </a:ln>
        </p:spPr>
      </p:sp>
      <p:sp>
        <p:nvSpPr>
          <p:cNvPr id="173" name="Shape 171"/>
          <p:cNvSpPr/>
          <p:nvPr/>
        </p:nvSpPr>
        <p:spPr>
          <a:xfrm rot="2700000">
            <a:off x="4581144" y="4846320"/>
            <a:ext cx="82296" cy="82296"/>
          </a:xfrm>
          <a:prstGeom prst="rect">
            <a:avLst/>
          </a:prstGeom>
          <a:solidFill>
            <a:srgbClr val="D4951A">
              <a:alpha val="15000"/>
            </a:srgbClr>
          </a:solidFill>
          <a:ln w="12700">
            <a:solidFill>
              <a:srgbClr val="D4951A"/>
            </a:solidFill>
            <a:prstDash val="solid"/>
          </a:ln>
        </p:spPr>
      </p:sp>
      <p:sp>
        <p:nvSpPr>
          <p:cNvPr id="174" name="Shape 172"/>
          <p:cNvSpPr/>
          <p:nvPr/>
        </p:nvSpPr>
        <p:spPr>
          <a:xfrm rot="2700000">
            <a:off x="4704588" y="4846320"/>
            <a:ext cx="82296" cy="82296"/>
          </a:xfrm>
          <a:prstGeom prst="rect">
            <a:avLst/>
          </a:prstGeom>
          <a:solidFill>
            <a:srgbClr val="D4951A">
              <a:alpha val="15000"/>
            </a:srgbClr>
          </a:solidFill>
          <a:ln w="12700">
            <a:solidFill>
              <a:srgbClr val="D4951A"/>
            </a:solidFill>
            <a:prstDash val="solid"/>
          </a:ln>
        </p:spPr>
      </p:sp>
      <p:sp>
        <p:nvSpPr>
          <p:cNvPr id="175" name="Shape 173"/>
          <p:cNvSpPr/>
          <p:nvPr/>
        </p:nvSpPr>
        <p:spPr>
          <a:xfrm rot="2700000">
            <a:off x="4828032" y="4846320"/>
            <a:ext cx="82296" cy="82296"/>
          </a:xfrm>
          <a:prstGeom prst="rect">
            <a:avLst/>
          </a:prstGeom>
          <a:solidFill>
            <a:srgbClr val="D4951A">
              <a:alpha val="15000"/>
            </a:srgbClr>
          </a:solidFill>
          <a:ln w="12700">
            <a:solidFill>
              <a:srgbClr val="D4951A"/>
            </a:solidFill>
            <a:prstDash val="solid"/>
          </a:ln>
        </p:spPr>
      </p:sp>
      <p:sp>
        <p:nvSpPr>
          <p:cNvPr id="176" name="Shape 174"/>
          <p:cNvSpPr/>
          <p:nvPr/>
        </p:nvSpPr>
        <p:spPr>
          <a:xfrm rot="2700000">
            <a:off x="4951476" y="4846320"/>
            <a:ext cx="82296" cy="82296"/>
          </a:xfrm>
          <a:prstGeom prst="rect">
            <a:avLst/>
          </a:prstGeom>
          <a:solidFill>
            <a:srgbClr val="D4951A">
              <a:alpha val="15000"/>
            </a:srgbClr>
          </a:solidFill>
          <a:ln w="12700">
            <a:solidFill>
              <a:srgbClr val="D4951A"/>
            </a:solidFill>
            <a:prstDash val="solid"/>
          </a:ln>
        </p:spPr>
      </p:sp>
      <p:sp>
        <p:nvSpPr>
          <p:cNvPr id="177" name="Shape 175"/>
          <p:cNvSpPr/>
          <p:nvPr/>
        </p:nvSpPr>
        <p:spPr>
          <a:xfrm rot="2700000">
            <a:off x="5074920" y="4846320"/>
            <a:ext cx="82296" cy="82296"/>
          </a:xfrm>
          <a:prstGeom prst="rect">
            <a:avLst/>
          </a:prstGeom>
          <a:solidFill>
            <a:srgbClr val="D4951A">
              <a:alpha val="15000"/>
            </a:srgbClr>
          </a:solidFill>
          <a:ln w="12700">
            <a:solidFill>
              <a:srgbClr val="D4951A"/>
            </a:solidFill>
            <a:prstDash val="solid"/>
          </a:ln>
        </p:spPr>
      </p:sp>
      <p:sp>
        <p:nvSpPr>
          <p:cNvPr id="178" name="Shape 176"/>
          <p:cNvSpPr/>
          <p:nvPr/>
        </p:nvSpPr>
        <p:spPr>
          <a:xfrm rot="2700000">
            <a:off x="5198364" y="4846320"/>
            <a:ext cx="82296" cy="82296"/>
          </a:xfrm>
          <a:prstGeom prst="rect">
            <a:avLst/>
          </a:prstGeom>
          <a:solidFill>
            <a:srgbClr val="D4951A">
              <a:alpha val="15000"/>
            </a:srgbClr>
          </a:solidFill>
          <a:ln w="12700">
            <a:solidFill>
              <a:srgbClr val="D4951A"/>
            </a:solidFill>
            <a:prstDash val="solid"/>
          </a:ln>
        </p:spPr>
      </p:sp>
      <p:sp>
        <p:nvSpPr>
          <p:cNvPr id="179" name="Shape 177"/>
          <p:cNvSpPr/>
          <p:nvPr/>
        </p:nvSpPr>
        <p:spPr>
          <a:xfrm rot="2700000">
            <a:off x="5321808" y="4846320"/>
            <a:ext cx="82296" cy="82296"/>
          </a:xfrm>
          <a:prstGeom prst="rect">
            <a:avLst/>
          </a:prstGeom>
          <a:solidFill>
            <a:srgbClr val="D4951A">
              <a:alpha val="15000"/>
            </a:srgbClr>
          </a:solidFill>
          <a:ln w="12700">
            <a:solidFill>
              <a:srgbClr val="D4951A"/>
            </a:solidFill>
            <a:prstDash val="solid"/>
          </a:ln>
        </p:spPr>
      </p:sp>
      <p:sp>
        <p:nvSpPr>
          <p:cNvPr id="180" name="Shape 178"/>
          <p:cNvSpPr/>
          <p:nvPr/>
        </p:nvSpPr>
        <p:spPr>
          <a:xfrm rot="2700000">
            <a:off x="5445252" y="4846320"/>
            <a:ext cx="82296" cy="82296"/>
          </a:xfrm>
          <a:prstGeom prst="rect">
            <a:avLst/>
          </a:prstGeom>
          <a:solidFill>
            <a:srgbClr val="D4951A">
              <a:alpha val="15000"/>
            </a:srgbClr>
          </a:solidFill>
          <a:ln w="12700">
            <a:solidFill>
              <a:srgbClr val="D4951A"/>
            </a:solidFill>
            <a:prstDash val="solid"/>
          </a:ln>
        </p:spPr>
      </p:sp>
      <p:sp>
        <p:nvSpPr>
          <p:cNvPr id="181" name="Shape 179"/>
          <p:cNvSpPr/>
          <p:nvPr/>
        </p:nvSpPr>
        <p:spPr>
          <a:xfrm rot="2700000">
            <a:off x="5568696" y="4846320"/>
            <a:ext cx="82296" cy="82296"/>
          </a:xfrm>
          <a:prstGeom prst="rect">
            <a:avLst/>
          </a:prstGeom>
          <a:solidFill>
            <a:srgbClr val="D4951A">
              <a:alpha val="15000"/>
            </a:srgbClr>
          </a:solidFill>
          <a:ln w="12700">
            <a:solidFill>
              <a:srgbClr val="D4951A"/>
            </a:solidFill>
            <a:prstDash val="solid"/>
          </a:ln>
        </p:spPr>
      </p:sp>
      <p:sp>
        <p:nvSpPr>
          <p:cNvPr id="182" name="Shape 180"/>
          <p:cNvSpPr/>
          <p:nvPr/>
        </p:nvSpPr>
        <p:spPr>
          <a:xfrm rot="2700000">
            <a:off x="5692140" y="4846320"/>
            <a:ext cx="82296" cy="82296"/>
          </a:xfrm>
          <a:prstGeom prst="rect">
            <a:avLst/>
          </a:prstGeom>
          <a:solidFill>
            <a:srgbClr val="D4951A">
              <a:alpha val="15000"/>
            </a:srgbClr>
          </a:solidFill>
          <a:ln w="12700">
            <a:solidFill>
              <a:srgbClr val="D4951A"/>
            </a:solidFill>
            <a:prstDash val="solid"/>
          </a:ln>
        </p:spPr>
      </p:sp>
      <p:sp>
        <p:nvSpPr>
          <p:cNvPr id="183" name="Shape 181"/>
          <p:cNvSpPr/>
          <p:nvPr/>
        </p:nvSpPr>
        <p:spPr>
          <a:xfrm rot="2700000">
            <a:off x="5815584" y="4846320"/>
            <a:ext cx="82296" cy="82296"/>
          </a:xfrm>
          <a:prstGeom prst="rect">
            <a:avLst/>
          </a:prstGeom>
          <a:solidFill>
            <a:srgbClr val="D4951A">
              <a:alpha val="15000"/>
            </a:srgbClr>
          </a:solidFill>
          <a:ln w="12700">
            <a:solidFill>
              <a:srgbClr val="D4951A"/>
            </a:solidFill>
            <a:prstDash val="solid"/>
          </a:ln>
        </p:spPr>
      </p:sp>
      <p:sp>
        <p:nvSpPr>
          <p:cNvPr id="184" name="Shape 182"/>
          <p:cNvSpPr/>
          <p:nvPr/>
        </p:nvSpPr>
        <p:spPr>
          <a:xfrm rot="2700000">
            <a:off x="5939028" y="4846320"/>
            <a:ext cx="82296" cy="82296"/>
          </a:xfrm>
          <a:prstGeom prst="rect">
            <a:avLst/>
          </a:prstGeom>
          <a:solidFill>
            <a:srgbClr val="D4951A">
              <a:alpha val="15000"/>
            </a:srgbClr>
          </a:solidFill>
          <a:ln w="12700">
            <a:solidFill>
              <a:srgbClr val="D4951A"/>
            </a:solidFill>
            <a:prstDash val="solid"/>
          </a:ln>
        </p:spPr>
      </p:sp>
      <p:sp>
        <p:nvSpPr>
          <p:cNvPr id="185" name="Shape 183"/>
          <p:cNvSpPr/>
          <p:nvPr/>
        </p:nvSpPr>
        <p:spPr>
          <a:xfrm rot="2700000">
            <a:off x="6062472" y="4846320"/>
            <a:ext cx="82296" cy="82296"/>
          </a:xfrm>
          <a:prstGeom prst="rect">
            <a:avLst/>
          </a:prstGeom>
          <a:solidFill>
            <a:srgbClr val="D4951A">
              <a:alpha val="15000"/>
            </a:srgbClr>
          </a:solidFill>
          <a:ln w="12700">
            <a:solidFill>
              <a:srgbClr val="D4951A"/>
            </a:solidFill>
            <a:prstDash val="solid"/>
          </a:ln>
        </p:spPr>
      </p:sp>
      <p:sp>
        <p:nvSpPr>
          <p:cNvPr id="186" name="Shape 184"/>
          <p:cNvSpPr/>
          <p:nvPr/>
        </p:nvSpPr>
        <p:spPr>
          <a:xfrm rot="2700000">
            <a:off x="6185916" y="4846320"/>
            <a:ext cx="82296" cy="82296"/>
          </a:xfrm>
          <a:prstGeom prst="rect">
            <a:avLst/>
          </a:prstGeom>
          <a:solidFill>
            <a:srgbClr val="D4951A">
              <a:alpha val="15000"/>
            </a:srgbClr>
          </a:solidFill>
          <a:ln w="12700">
            <a:solidFill>
              <a:srgbClr val="D4951A"/>
            </a:solidFill>
            <a:prstDash val="solid"/>
          </a:ln>
        </p:spPr>
      </p:sp>
      <p:sp>
        <p:nvSpPr>
          <p:cNvPr id="187" name="Shape 185"/>
          <p:cNvSpPr/>
          <p:nvPr/>
        </p:nvSpPr>
        <p:spPr>
          <a:xfrm rot="2700000">
            <a:off x="6309360" y="4846320"/>
            <a:ext cx="82296" cy="82296"/>
          </a:xfrm>
          <a:prstGeom prst="rect">
            <a:avLst/>
          </a:prstGeom>
          <a:solidFill>
            <a:srgbClr val="D4951A">
              <a:alpha val="15000"/>
            </a:srgbClr>
          </a:solidFill>
          <a:ln w="12700">
            <a:solidFill>
              <a:srgbClr val="D4951A"/>
            </a:solidFill>
            <a:prstDash val="solid"/>
          </a:ln>
        </p:spPr>
      </p:sp>
      <p:sp>
        <p:nvSpPr>
          <p:cNvPr id="188" name="Shape 186"/>
          <p:cNvSpPr/>
          <p:nvPr/>
        </p:nvSpPr>
        <p:spPr>
          <a:xfrm rot="2700000">
            <a:off x="6432804" y="4846320"/>
            <a:ext cx="82296" cy="82296"/>
          </a:xfrm>
          <a:prstGeom prst="rect">
            <a:avLst/>
          </a:prstGeom>
          <a:solidFill>
            <a:srgbClr val="D4951A">
              <a:alpha val="15000"/>
            </a:srgbClr>
          </a:solidFill>
          <a:ln w="12700">
            <a:solidFill>
              <a:srgbClr val="D4951A"/>
            </a:solidFill>
            <a:prstDash val="solid"/>
          </a:ln>
        </p:spPr>
      </p:sp>
      <p:sp>
        <p:nvSpPr>
          <p:cNvPr id="189" name="Shape 187"/>
          <p:cNvSpPr/>
          <p:nvPr/>
        </p:nvSpPr>
        <p:spPr>
          <a:xfrm rot="2700000">
            <a:off x="6556248" y="4846320"/>
            <a:ext cx="82296" cy="82296"/>
          </a:xfrm>
          <a:prstGeom prst="rect">
            <a:avLst/>
          </a:prstGeom>
          <a:solidFill>
            <a:srgbClr val="D4951A">
              <a:alpha val="15000"/>
            </a:srgbClr>
          </a:solidFill>
          <a:ln w="12700">
            <a:solidFill>
              <a:srgbClr val="D4951A"/>
            </a:solidFill>
            <a:prstDash val="solid"/>
          </a:ln>
        </p:spPr>
      </p:sp>
      <p:sp>
        <p:nvSpPr>
          <p:cNvPr id="190" name="Shape 188"/>
          <p:cNvSpPr/>
          <p:nvPr/>
        </p:nvSpPr>
        <p:spPr>
          <a:xfrm rot="2700000">
            <a:off x="6679692" y="4846320"/>
            <a:ext cx="82296" cy="82296"/>
          </a:xfrm>
          <a:prstGeom prst="rect">
            <a:avLst/>
          </a:prstGeom>
          <a:solidFill>
            <a:srgbClr val="D4951A">
              <a:alpha val="15000"/>
            </a:srgbClr>
          </a:solidFill>
          <a:ln w="12700">
            <a:solidFill>
              <a:srgbClr val="D4951A"/>
            </a:solidFill>
            <a:prstDash val="solid"/>
          </a:ln>
        </p:spPr>
      </p:sp>
      <p:sp>
        <p:nvSpPr>
          <p:cNvPr id="191" name="Shape 189"/>
          <p:cNvSpPr/>
          <p:nvPr/>
        </p:nvSpPr>
        <p:spPr>
          <a:xfrm rot="2700000">
            <a:off x="6803136" y="4846320"/>
            <a:ext cx="82296" cy="82296"/>
          </a:xfrm>
          <a:prstGeom prst="rect">
            <a:avLst/>
          </a:prstGeom>
          <a:solidFill>
            <a:srgbClr val="D4951A">
              <a:alpha val="15000"/>
            </a:srgbClr>
          </a:solidFill>
          <a:ln w="12700">
            <a:solidFill>
              <a:srgbClr val="D4951A"/>
            </a:solidFill>
            <a:prstDash val="solid"/>
          </a:ln>
        </p:spPr>
      </p:sp>
      <p:sp>
        <p:nvSpPr>
          <p:cNvPr id="192" name="Shape 190"/>
          <p:cNvSpPr/>
          <p:nvPr/>
        </p:nvSpPr>
        <p:spPr>
          <a:xfrm rot="2700000">
            <a:off x="6926580" y="4846320"/>
            <a:ext cx="82296" cy="82296"/>
          </a:xfrm>
          <a:prstGeom prst="rect">
            <a:avLst/>
          </a:prstGeom>
          <a:solidFill>
            <a:srgbClr val="D4951A">
              <a:alpha val="15000"/>
            </a:srgbClr>
          </a:solidFill>
          <a:ln w="12700">
            <a:solidFill>
              <a:srgbClr val="D4951A"/>
            </a:solidFill>
            <a:prstDash val="solid"/>
          </a:ln>
        </p:spPr>
      </p:sp>
      <p:sp>
        <p:nvSpPr>
          <p:cNvPr id="193" name="Shape 191"/>
          <p:cNvSpPr/>
          <p:nvPr/>
        </p:nvSpPr>
        <p:spPr>
          <a:xfrm rot="2700000">
            <a:off x="7050024" y="4846320"/>
            <a:ext cx="82296" cy="82296"/>
          </a:xfrm>
          <a:prstGeom prst="rect">
            <a:avLst/>
          </a:prstGeom>
          <a:solidFill>
            <a:srgbClr val="D4951A">
              <a:alpha val="15000"/>
            </a:srgbClr>
          </a:solidFill>
          <a:ln w="12700">
            <a:solidFill>
              <a:srgbClr val="D4951A"/>
            </a:solidFill>
            <a:prstDash val="solid"/>
          </a:ln>
        </p:spPr>
      </p:sp>
      <p:sp>
        <p:nvSpPr>
          <p:cNvPr id="194" name="Shape 192"/>
          <p:cNvSpPr/>
          <p:nvPr/>
        </p:nvSpPr>
        <p:spPr>
          <a:xfrm rot="2700000">
            <a:off x="7173468" y="4846320"/>
            <a:ext cx="82296" cy="82296"/>
          </a:xfrm>
          <a:prstGeom prst="rect">
            <a:avLst/>
          </a:prstGeom>
          <a:solidFill>
            <a:srgbClr val="D4951A">
              <a:alpha val="15000"/>
            </a:srgbClr>
          </a:solidFill>
          <a:ln w="12700">
            <a:solidFill>
              <a:srgbClr val="D4951A"/>
            </a:solidFill>
            <a:prstDash val="solid"/>
          </a:ln>
        </p:spPr>
      </p:sp>
      <p:sp>
        <p:nvSpPr>
          <p:cNvPr id="195" name="Shape 193"/>
          <p:cNvSpPr/>
          <p:nvPr/>
        </p:nvSpPr>
        <p:spPr>
          <a:xfrm rot="2700000">
            <a:off x="7296912" y="4846320"/>
            <a:ext cx="82296" cy="82296"/>
          </a:xfrm>
          <a:prstGeom prst="rect">
            <a:avLst/>
          </a:prstGeom>
          <a:solidFill>
            <a:srgbClr val="D4951A">
              <a:alpha val="15000"/>
            </a:srgbClr>
          </a:solidFill>
          <a:ln w="12700">
            <a:solidFill>
              <a:srgbClr val="D4951A"/>
            </a:solidFill>
            <a:prstDash val="solid"/>
          </a:ln>
        </p:spPr>
      </p:sp>
      <p:sp>
        <p:nvSpPr>
          <p:cNvPr id="196" name="Shape 194"/>
          <p:cNvSpPr/>
          <p:nvPr/>
        </p:nvSpPr>
        <p:spPr>
          <a:xfrm rot="2700000">
            <a:off x="7420356" y="4846320"/>
            <a:ext cx="82296" cy="82296"/>
          </a:xfrm>
          <a:prstGeom prst="rect">
            <a:avLst/>
          </a:prstGeom>
          <a:solidFill>
            <a:srgbClr val="D4951A">
              <a:alpha val="15000"/>
            </a:srgbClr>
          </a:solidFill>
          <a:ln w="12700">
            <a:solidFill>
              <a:srgbClr val="D4951A"/>
            </a:solidFill>
            <a:prstDash val="solid"/>
          </a:ln>
        </p:spPr>
      </p:sp>
      <p:sp>
        <p:nvSpPr>
          <p:cNvPr id="197" name="Shape 195"/>
          <p:cNvSpPr/>
          <p:nvPr/>
        </p:nvSpPr>
        <p:spPr>
          <a:xfrm rot="2700000">
            <a:off x="7543800" y="4846320"/>
            <a:ext cx="82296" cy="82296"/>
          </a:xfrm>
          <a:prstGeom prst="rect">
            <a:avLst/>
          </a:prstGeom>
          <a:solidFill>
            <a:srgbClr val="D4951A">
              <a:alpha val="15000"/>
            </a:srgbClr>
          </a:solidFill>
          <a:ln w="12700">
            <a:solidFill>
              <a:srgbClr val="D4951A"/>
            </a:solidFill>
            <a:prstDash val="solid"/>
          </a:ln>
        </p:spPr>
      </p:sp>
      <p:sp>
        <p:nvSpPr>
          <p:cNvPr id="198" name="Shape 196"/>
          <p:cNvSpPr/>
          <p:nvPr/>
        </p:nvSpPr>
        <p:spPr>
          <a:xfrm rot="2700000">
            <a:off x="7667244" y="4846320"/>
            <a:ext cx="82296" cy="82296"/>
          </a:xfrm>
          <a:prstGeom prst="rect">
            <a:avLst/>
          </a:prstGeom>
          <a:solidFill>
            <a:srgbClr val="D4951A">
              <a:alpha val="15000"/>
            </a:srgbClr>
          </a:solidFill>
          <a:ln w="12700">
            <a:solidFill>
              <a:srgbClr val="D4951A"/>
            </a:solidFill>
            <a:prstDash val="solid"/>
          </a:ln>
        </p:spPr>
      </p:sp>
      <p:sp>
        <p:nvSpPr>
          <p:cNvPr id="199" name="Shape 197"/>
          <p:cNvSpPr/>
          <p:nvPr/>
        </p:nvSpPr>
        <p:spPr>
          <a:xfrm rot="2700000">
            <a:off x="7790688" y="4846320"/>
            <a:ext cx="82296" cy="82296"/>
          </a:xfrm>
          <a:prstGeom prst="rect">
            <a:avLst/>
          </a:prstGeom>
          <a:solidFill>
            <a:srgbClr val="D4951A">
              <a:alpha val="15000"/>
            </a:srgbClr>
          </a:solidFill>
          <a:ln w="12700">
            <a:solidFill>
              <a:srgbClr val="D4951A"/>
            </a:solidFill>
            <a:prstDash val="solid"/>
          </a:ln>
        </p:spPr>
      </p:sp>
      <p:sp>
        <p:nvSpPr>
          <p:cNvPr id="200" name="Shape 198"/>
          <p:cNvSpPr/>
          <p:nvPr/>
        </p:nvSpPr>
        <p:spPr>
          <a:xfrm rot="2700000">
            <a:off x="7914132" y="4846320"/>
            <a:ext cx="82296" cy="82296"/>
          </a:xfrm>
          <a:prstGeom prst="rect">
            <a:avLst/>
          </a:prstGeom>
          <a:solidFill>
            <a:srgbClr val="D4951A">
              <a:alpha val="15000"/>
            </a:srgbClr>
          </a:solidFill>
          <a:ln w="12700">
            <a:solidFill>
              <a:srgbClr val="D4951A"/>
            </a:solidFill>
            <a:prstDash val="solid"/>
          </a:ln>
        </p:spPr>
      </p:sp>
      <p:sp>
        <p:nvSpPr>
          <p:cNvPr id="201" name="Shape 199"/>
          <p:cNvSpPr/>
          <p:nvPr/>
        </p:nvSpPr>
        <p:spPr>
          <a:xfrm rot="2700000">
            <a:off x="8037576" y="4846320"/>
            <a:ext cx="82296" cy="82296"/>
          </a:xfrm>
          <a:prstGeom prst="rect">
            <a:avLst/>
          </a:prstGeom>
          <a:solidFill>
            <a:srgbClr val="D4951A">
              <a:alpha val="15000"/>
            </a:srgbClr>
          </a:solidFill>
          <a:ln w="12700">
            <a:solidFill>
              <a:srgbClr val="D4951A"/>
            </a:solidFill>
            <a:prstDash val="solid"/>
          </a:ln>
        </p:spPr>
      </p:sp>
      <p:sp>
        <p:nvSpPr>
          <p:cNvPr id="202" name="Shape 200"/>
          <p:cNvSpPr/>
          <p:nvPr/>
        </p:nvSpPr>
        <p:spPr>
          <a:xfrm rot="2700000">
            <a:off x="8161020" y="4846320"/>
            <a:ext cx="82296" cy="82296"/>
          </a:xfrm>
          <a:prstGeom prst="rect">
            <a:avLst/>
          </a:prstGeom>
          <a:solidFill>
            <a:srgbClr val="D4951A">
              <a:alpha val="15000"/>
            </a:srgbClr>
          </a:solidFill>
          <a:ln w="12700">
            <a:solidFill>
              <a:srgbClr val="D4951A"/>
            </a:solidFill>
            <a:prstDash val="solid"/>
          </a:ln>
        </p:spPr>
      </p:sp>
      <p:sp>
        <p:nvSpPr>
          <p:cNvPr id="203" name="Shape 201"/>
          <p:cNvSpPr/>
          <p:nvPr/>
        </p:nvSpPr>
        <p:spPr>
          <a:xfrm rot="2700000">
            <a:off x="8284464" y="4846320"/>
            <a:ext cx="82296" cy="82296"/>
          </a:xfrm>
          <a:prstGeom prst="rect">
            <a:avLst/>
          </a:prstGeom>
          <a:solidFill>
            <a:srgbClr val="D4951A">
              <a:alpha val="15000"/>
            </a:srgbClr>
          </a:solidFill>
          <a:ln w="12700">
            <a:solidFill>
              <a:srgbClr val="D4951A"/>
            </a:solidFill>
            <a:prstDash val="solid"/>
          </a:ln>
        </p:spPr>
      </p:sp>
      <p:sp>
        <p:nvSpPr>
          <p:cNvPr id="204" name="Shape 202"/>
          <p:cNvSpPr/>
          <p:nvPr/>
        </p:nvSpPr>
        <p:spPr>
          <a:xfrm rot="2700000">
            <a:off x="8407908" y="4846320"/>
            <a:ext cx="82296" cy="82296"/>
          </a:xfrm>
          <a:prstGeom prst="rect">
            <a:avLst/>
          </a:prstGeom>
          <a:solidFill>
            <a:srgbClr val="D4951A">
              <a:alpha val="15000"/>
            </a:srgbClr>
          </a:solidFill>
          <a:ln w="12700">
            <a:solidFill>
              <a:srgbClr val="D4951A"/>
            </a:solidFill>
            <a:prstDash val="solid"/>
          </a:ln>
        </p:spPr>
      </p:sp>
      <p:sp>
        <p:nvSpPr>
          <p:cNvPr id="205" name="Shape 203"/>
          <p:cNvSpPr/>
          <p:nvPr/>
        </p:nvSpPr>
        <p:spPr>
          <a:xfrm rot="2700000">
            <a:off x="8531352" y="4846320"/>
            <a:ext cx="82296" cy="82296"/>
          </a:xfrm>
          <a:prstGeom prst="rect">
            <a:avLst/>
          </a:prstGeom>
          <a:solidFill>
            <a:srgbClr val="D4951A">
              <a:alpha val="15000"/>
            </a:srgbClr>
          </a:solidFill>
          <a:ln w="12700">
            <a:solidFill>
              <a:srgbClr val="D4951A"/>
            </a:solidFill>
            <a:prstDash val="solid"/>
          </a:ln>
        </p:spPr>
      </p:sp>
      <p:sp>
        <p:nvSpPr>
          <p:cNvPr id="206" name="Shape 204"/>
          <p:cNvSpPr/>
          <p:nvPr/>
        </p:nvSpPr>
        <p:spPr>
          <a:xfrm rot="2700000">
            <a:off x="8654796" y="4846320"/>
            <a:ext cx="82296" cy="82296"/>
          </a:xfrm>
          <a:prstGeom prst="rect">
            <a:avLst/>
          </a:prstGeom>
          <a:solidFill>
            <a:srgbClr val="D4951A">
              <a:alpha val="15000"/>
            </a:srgbClr>
          </a:solidFill>
          <a:ln w="12700">
            <a:solidFill>
              <a:srgbClr val="D4951A"/>
            </a:solidFill>
            <a:prstDash val="solid"/>
          </a:ln>
        </p:spPr>
      </p:sp>
      <p:sp>
        <p:nvSpPr>
          <p:cNvPr id="207" name="Shape 205"/>
          <p:cNvSpPr/>
          <p:nvPr/>
        </p:nvSpPr>
        <p:spPr>
          <a:xfrm rot="2700000">
            <a:off x="8778240" y="4846320"/>
            <a:ext cx="82296" cy="82296"/>
          </a:xfrm>
          <a:prstGeom prst="rect">
            <a:avLst/>
          </a:prstGeom>
          <a:solidFill>
            <a:srgbClr val="D4951A">
              <a:alpha val="15000"/>
            </a:srgbClr>
          </a:solidFill>
          <a:ln w="12700">
            <a:solidFill>
              <a:srgbClr val="D4951A"/>
            </a:solidFill>
            <a:prstDash val="solid"/>
          </a:ln>
        </p:spPr>
      </p:sp>
      <p:sp>
        <p:nvSpPr>
          <p:cNvPr id="208" name="Shape 206"/>
          <p:cNvSpPr/>
          <p:nvPr/>
        </p:nvSpPr>
        <p:spPr>
          <a:xfrm rot="2700000">
            <a:off x="8901684" y="4846320"/>
            <a:ext cx="82296" cy="82296"/>
          </a:xfrm>
          <a:prstGeom prst="rect">
            <a:avLst/>
          </a:prstGeom>
          <a:solidFill>
            <a:srgbClr val="D4951A">
              <a:alpha val="15000"/>
            </a:srgbClr>
          </a:solidFill>
          <a:ln w="12700">
            <a:solidFill>
              <a:srgbClr val="D4951A"/>
            </a:solidFill>
            <a:prstDash val="solid"/>
          </a:ln>
        </p:spPr>
      </p:sp>
      <p:sp>
        <p:nvSpPr>
          <p:cNvPr id="209" name="Shape 207"/>
          <p:cNvSpPr/>
          <p:nvPr/>
        </p:nvSpPr>
        <p:spPr>
          <a:xfrm rot="2700000">
            <a:off x="9025128" y="4846320"/>
            <a:ext cx="82296" cy="82296"/>
          </a:xfrm>
          <a:prstGeom prst="rect">
            <a:avLst/>
          </a:prstGeom>
          <a:solidFill>
            <a:srgbClr val="D4951A">
              <a:alpha val="15000"/>
            </a:srgbClr>
          </a:solidFill>
          <a:ln w="12700">
            <a:solidFill>
              <a:srgbClr val="D4951A"/>
            </a:solidFill>
            <a:prstDash val="solid"/>
          </a:ln>
        </p:spPr>
      </p:sp>
      <p:sp>
        <p:nvSpPr>
          <p:cNvPr id="210" name="Text 208"/>
          <p:cNvSpPr/>
          <p:nvPr/>
        </p:nvSpPr>
        <p:spPr>
          <a:xfrm>
            <a:off x="365760" y="4901184"/>
            <a:ext cx="8412480" cy="228600"/>
          </a:xfrm>
          <a:prstGeom prst="rect">
            <a:avLst/>
          </a:prstGeom>
          <a:noFill/>
          <a:ln/>
        </p:spPr>
        <p:txBody>
          <a:bodyPr wrap="square" rtlCol="0" anchor="ctr"/>
          <a:lstStyle/>
          <a:p>
            <a:pPr algn="r" indent="0" marL="0">
              <a:buNone/>
            </a:pPr>
            <a:r>
              <a:rPr lang="en-US" sz="800" spc="150" kern="0" dirty="0">
                <a:solidFill>
                  <a:srgbClr val="5A6E82"/>
                </a:solidFill>
                <a:latin typeface="Calibri" pitchFamily="34" charset="0"/>
                <a:ea typeface="Calibri" pitchFamily="34" charset="-122"/>
                <a:cs typeface="Calibri" pitchFamily="34" charset="-120"/>
              </a:rPr>
              <a:t>PET FACTORY MAROC  ·  CHOIX DU COMPRESSEUR</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E18"/>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71520"/>
          </a:solidFill>
          <a:ln/>
        </p:spPr>
      </p:sp>
      <p:sp>
        <p:nvSpPr>
          <p:cNvPr id="3" name="Shape 1"/>
          <p:cNvSpPr/>
          <p:nvPr/>
        </p:nvSpPr>
        <p:spPr>
          <a:xfrm rot="2700000">
            <a:off x="13716" y="877824"/>
            <a:ext cx="82296" cy="82296"/>
          </a:xfrm>
          <a:prstGeom prst="rect">
            <a:avLst/>
          </a:prstGeom>
          <a:solidFill>
            <a:srgbClr val="D4951A">
              <a:alpha val="50000"/>
            </a:srgbClr>
          </a:solidFill>
          <a:ln w="12700">
            <a:solidFill>
              <a:srgbClr val="D4951A"/>
            </a:solidFill>
            <a:prstDash val="solid"/>
          </a:ln>
        </p:spPr>
      </p:sp>
      <p:sp>
        <p:nvSpPr>
          <p:cNvPr id="4" name="Shape 2"/>
          <p:cNvSpPr/>
          <p:nvPr/>
        </p:nvSpPr>
        <p:spPr>
          <a:xfrm rot="2700000">
            <a:off x="137160" y="877824"/>
            <a:ext cx="82296" cy="82296"/>
          </a:xfrm>
          <a:prstGeom prst="rect">
            <a:avLst/>
          </a:prstGeom>
          <a:solidFill>
            <a:srgbClr val="D4951A">
              <a:alpha val="50000"/>
            </a:srgbClr>
          </a:solidFill>
          <a:ln w="12700">
            <a:solidFill>
              <a:srgbClr val="D4951A"/>
            </a:solidFill>
            <a:prstDash val="solid"/>
          </a:ln>
        </p:spPr>
      </p:sp>
      <p:sp>
        <p:nvSpPr>
          <p:cNvPr id="5" name="Shape 3"/>
          <p:cNvSpPr/>
          <p:nvPr/>
        </p:nvSpPr>
        <p:spPr>
          <a:xfrm rot="2700000">
            <a:off x="260604" y="877824"/>
            <a:ext cx="82296" cy="82296"/>
          </a:xfrm>
          <a:prstGeom prst="rect">
            <a:avLst/>
          </a:prstGeom>
          <a:solidFill>
            <a:srgbClr val="D4951A">
              <a:alpha val="50000"/>
            </a:srgbClr>
          </a:solidFill>
          <a:ln w="12700">
            <a:solidFill>
              <a:srgbClr val="D4951A"/>
            </a:solidFill>
            <a:prstDash val="solid"/>
          </a:ln>
        </p:spPr>
      </p:sp>
      <p:sp>
        <p:nvSpPr>
          <p:cNvPr id="6" name="Shape 4"/>
          <p:cNvSpPr/>
          <p:nvPr/>
        </p:nvSpPr>
        <p:spPr>
          <a:xfrm rot="2700000">
            <a:off x="384048" y="877824"/>
            <a:ext cx="82296" cy="82296"/>
          </a:xfrm>
          <a:prstGeom prst="rect">
            <a:avLst/>
          </a:prstGeom>
          <a:solidFill>
            <a:srgbClr val="D4951A">
              <a:alpha val="50000"/>
            </a:srgbClr>
          </a:solidFill>
          <a:ln w="12700">
            <a:solidFill>
              <a:srgbClr val="D4951A"/>
            </a:solidFill>
            <a:prstDash val="solid"/>
          </a:ln>
        </p:spPr>
      </p:sp>
      <p:sp>
        <p:nvSpPr>
          <p:cNvPr id="7" name="Shape 5"/>
          <p:cNvSpPr/>
          <p:nvPr/>
        </p:nvSpPr>
        <p:spPr>
          <a:xfrm rot="2700000">
            <a:off x="507492" y="877824"/>
            <a:ext cx="82296" cy="82296"/>
          </a:xfrm>
          <a:prstGeom prst="rect">
            <a:avLst/>
          </a:prstGeom>
          <a:solidFill>
            <a:srgbClr val="D4951A">
              <a:alpha val="50000"/>
            </a:srgbClr>
          </a:solidFill>
          <a:ln w="12700">
            <a:solidFill>
              <a:srgbClr val="D4951A"/>
            </a:solidFill>
            <a:prstDash val="solid"/>
          </a:ln>
        </p:spPr>
      </p:sp>
      <p:sp>
        <p:nvSpPr>
          <p:cNvPr id="8" name="Shape 6"/>
          <p:cNvSpPr/>
          <p:nvPr/>
        </p:nvSpPr>
        <p:spPr>
          <a:xfrm rot="2700000">
            <a:off x="630936" y="877824"/>
            <a:ext cx="82296" cy="82296"/>
          </a:xfrm>
          <a:prstGeom prst="rect">
            <a:avLst/>
          </a:prstGeom>
          <a:solidFill>
            <a:srgbClr val="D4951A">
              <a:alpha val="50000"/>
            </a:srgbClr>
          </a:solidFill>
          <a:ln w="12700">
            <a:solidFill>
              <a:srgbClr val="D4951A"/>
            </a:solidFill>
            <a:prstDash val="solid"/>
          </a:ln>
        </p:spPr>
      </p:sp>
      <p:sp>
        <p:nvSpPr>
          <p:cNvPr id="9" name="Shape 7"/>
          <p:cNvSpPr/>
          <p:nvPr/>
        </p:nvSpPr>
        <p:spPr>
          <a:xfrm rot="2700000">
            <a:off x="754380" y="877824"/>
            <a:ext cx="82296" cy="82296"/>
          </a:xfrm>
          <a:prstGeom prst="rect">
            <a:avLst/>
          </a:prstGeom>
          <a:solidFill>
            <a:srgbClr val="D4951A">
              <a:alpha val="50000"/>
            </a:srgbClr>
          </a:solidFill>
          <a:ln w="12700">
            <a:solidFill>
              <a:srgbClr val="D4951A"/>
            </a:solidFill>
            <a:prstDash val="solid"/>
          </a:ln>
        </p:spPr>
      </p:sp>
      <p:sp>
        <p:nvSpPr>
          <p:cNvPr id="10" name="Shape 8"/>
          <p:cNvSpPr/>
          <p:nvPr/>
        </p:nvSpPr>
        <p:spPr>
          <a:xfrm rot="2700000">
            <a:off x="877824" y="877824"/>
            <a:ext cx="82296" cy="82296"/>
          </a:xfrm>
          <a:prstGeom prst="rect">
            <a:avLst/>
          </a:prstGeom>
          <a:solidFill>
            <a:srgbClr val="D4951A">
              <a:alpha val="50000"/>
            </a:srgbClr>
          </a:solidFill>
          <a:ln w="12700">
            <a:solidFill>
              <a:srgbClr val="D4951A"/>
            </a:solidFill>
            <a:prstDash val="solid"/>
          </a:ln>
        </p:spPr>
      </p:sp>
      <p:sp>
        <p:nvSpPr>
          <p:cNvPr id="11" name="Shape 9"/>
          <p:cNvSpPr/>
          <p:nvPr/>
        </p:nvSpPr>
        <p:spPr>
          <a:xfrm rot="2700000">
            <a:off x="1001268" y="877824"/>
            <a:ext cx="82296" cy="82296"/>
          </a:xfrm>
          <a:prstGeom prst="rect">
            <a:avLst/>
          </a:prstGeom>
          <a:solidFill>
            <a:srgbClr val="D4951A">
              <a:alpha val="50000"/>
            </a:srgbClr>
          </a:solidFill>
          <a:ln w="12700">
            <a:solidFill>
              <a:srgbClr val="D4951A"/>
            </a:solidFill>
            <a:prstDash val="solid"/>
          </a:ln>
        </p:spPr>
      </p:sp>
      <p:sp>
        <p:nvSpPr>
          <p:cNvPr id="12" name="Shape 10"/>
          <p:cNvSpPr/>
          <p:nvPr/>
        </p:nvSpPr>
        <p:spPr>
          <a:xfrm rot="2700000">
            <a:off x="1124712" y="877824"/>
            <a:ext cx="82296" cy="82296"/>
          </a:xfrm>
          <a:prstGeom prst="rect">
            <a:avLst/>
          </a:prstGeom>
          <a:solidFill>
            <a:srgbClr val="D4951A">
              <a:alpha val="50000"/>
            </a:srgbClr>
          </a:solidFill>
          <a:ln w="12700">
            <a:solidFill>
              <a:srgbClr val="D4951A"/>
            </a:solidFill>
            <a:prstDash val="solid"/>
          </a:ln>
        </p:spPr>
      </p:sp>
      <p:sp>
        <p:nvSpPr>
          <p:cNvPr id="13" name="Shape 11"/>
          <p:cNvSpPr/>
          <p:nvPr/>
        </p:nvSpPr>
        <p:spPr>
          <a:xfrm rot="2700000">
            <a:off x="1248156" y="877824"/>
            <a:ext cx="82296" cy="82296"/>
          </a:xfrm>
          <a:prstGeom prst="rect">
            <a:avLst/>
          </a:prstGeom>
          <a:solidFill>
            <a:srgbClr val="D4951A">
              <a:alpha val="50000"/>
            </a:srgbClr>
          </a:solidFill>
          <a:ln w="12700">
            <a:solidFill>
              <a:srgbClr val="D4951A"/>
            </a:solidFill>
            <a:prstDash val="solid"/>
          </a:ln>
        </p:spPr>
      </p:sp>
      <p:sp>
        <p:nvSpPr>
          <p:cNvPr id="14" name="Shape 12"/>
          <p:cNvSpPr/>
          <p:nvPr/>
        </p:nvSpPr>
        <p:spPr>
          <a:xfrm rot="2700000">
            <a:off x="1371600" y="877824"/>
            <a:ext cx="82296" cy="82296"/>
          </a:xfrm>
          <a:prstGeom prst="rect">
            <a:avLst/>
          </a:prstGeom>
          <a:solidFill>
            <a:srgbClr val="D4951A">
              <a:alpha val="50000"/>
            </a:srgbClr>
          </a:solidFill>
          <a:ln w="12700">
            <a:solidFill>
              <a:srgbClr val="D4951A"/>
            </a:solidFill>
            <a:prstDash val="solid"/>
          </a:ln>
        </p:spPr>
      </p:sp>
      <p:sp>
        <p:nvSpPr>
          <p:cNvPr id="15" name="Shape 13"/>
          <p:cNvSpPr/>
          <p:nvPr/>
        </p:nvSpPr>
        <p:spPr>
          <a:xfrm rot="2700000">
            <a:off x="1495044" y="877824"/>
            <a:ext cx="82296" cy="82296"/>
          </a:xfrm>
          <a:prstGeom prst="rect">
            <a:avLst/>
          </a:prstGeom>
          <a:solidFill>
            <a:srgbClr val="D4951A">
              <a:alpha val="50000"/>
            </a:srgbClr>
          </a:solidFill>
          <a:ln w="12700">
            <a:solidFill>
              <a:srgbClr val="D4951A"/>
            </a:solidFill>
            <a:prstDash val="solid"/>
          </a:ln>
        </p:spPr>
      </p:sp>
      <p:sp>
        <p:nvSpPr>
          <p:cNvPr id="16" name="Shape 14"/>
          <p:cNvSpPr/>
          <p:nvPr/>
        </p:nvSpPr>
        <p:spPr>
          <a:xfrm rot="2700000">
            <a:off x="1618488" y="877824"/>
            <a:ext cx="82296" cy="82296"/>
          </a:xfrm>
          <a:prstGeom prst="rect">
            <a:avLst/>
          </a:prstGeom>
          <a:solidFill>
            <a:srgbClr val="D4951A">
              <a:alpha val="50000"/>
            </a:srgbClr>
          </a:solidFill>
          <a:ln w="12700">
            <a:solidFill>
              <a:srgbClr val="D4951A"/>
            </a:solidFill>
            <a:prstDash val="solid"/>
          </a:ln>
        </p:spPr>
      </p:sp>
      <p:sp>
        <p:nvSpPr>
          <p:cNvPr id="17" name="Shape 15"/>
          <p:cNvSpPr/>
          <p:nvPr/>
        </p:nvSpPr>
        <p:spPr>
          <a:xfrm rot="2700000">
            <a:off x="1741932" y="877824"/>
            <a:ext cx="82296" cy="82296"/>
          </a:xfrm>
          <a:prstGeom prst="rect">
            <a:avLst/>
          </a:prstGeom>
          <a:solidFill>
            <a:srgbClr val="D4951A">
              <a:alpha val="50000"/>
            </a:srgbClr>
          </a:solidFill>
          <a:ln w="12700">
            <a:solidFill>
              <a:srgbClr val="D4951A"/>
            </a:solidFill>
            <a:prstDash val="solid"/>
          </a:ln>
        </p:spPr>
      </p:sp>
      <p:sp>
        <p:nvSpPr>
          <p:cNvPr id="18" name="Shape 16"/>
          <p:cNvSpPr/>
          <p:nvPr/>
        </p:nvSpPr>
        <p:spPr>
          <a:xfrm rot="2700000">
            <a:off x="1865376" y="877824"/>
            <a:ext cx="82296" cy="82296"/>
          </a:xfrm>
          <a:prstGeom prst="rect">
            <a:avLst/>
          </a:prstGeom>
          <a:solidFill>
            <a:srgbClr val="D4951A">
              <a:alpha val="50000"/>
            </a:srgbClr>
          </a:solidFill>
          <a:ln w="12700">
            <a:solidFill>
              <a:srgbClr val="D4951A"/>
            </a:solidFill>
            <a:prstDash val="solid"/>
          </a:ln>
        </p:spPr>
      </p:sp>
      <p:sp>
        <p:nvSpPr>
          <p:cNvPr id="19" name="Shape 17"/>
          <p:cNvSpPr/>
          <p:nvPr/>
        </p:nvSpPr>
        <p:spPr>
          <a:xfrm rot="2700000">
            <a:off x="1988820" y="877824"/>
            <a:ext cx="82296" cy="82296"/>
          </a:xfrm>
          <a:prstGeom prst="rect">
            <a:avLst/>
          </a:prstGeom>
          <a:solidFill>
            <a:srgbClr val="D4951A">
              <a:alpha val="50000"/>
            </a:srgbClr>
          </a:solidFill>
          <a:ln w="12700">
            <a:solidFill>
              <a:srgbClr val="D4951A"/>
            </a:solidFill>
            <a:prstDash val="solid"/>
          </a:ln>
        </p:spPr>
      </p:sp>
      <p:sp>
        <p:nvSpPr>
          <p:cNvPr id="20" name="Shape 18"/>
          <p:cNvSpPr/>
          <p:nvPr/>
        </p:nvSpPr>
        <p:spPr>
          <a:xfrm rot="2700000">
            <a:off x="2112264" y="877824"/>
            <a:ext cx="82296" cy="82296"/>
          </a:xfrm>
          <a:prstGeom prst="rect">
            <a:avLst/>
          </a:prstGeom>
          <a:solidFill>
            <a:srgbClr val="D4951A">
              <a:alpha val="50000"/>
            </a:srgbClr>
          </a:solidFill>
          <a:ln w="12700">
            <a:solidFill>
              <a:srgbClr val="D4951A"/>
            </a:solidFill>
            <a:prstDash val="solid"/>
          </a:ln>
        </p:spPr>
      </p:sp>
      <p:sp>
        <p:nvSpPr>
          <p:cNvPr id="21" name="Shape 19"/>
          <p:cNvSpPr/>
          <p:nvPr/>
        </p:nvSpPr>
        <p:spPr>
          <a:xfrm rot="2700000">
            <a:off x="2235708" y="877824"/>
            <a:ext cx="82296" cy="82296"/>
          </a:xfrm>
          <a:prstGeom prst="rect">
            <a:avLst/>
          </a:prstGeom>
          <a:solidFill>
            <a:srgbClr val="D4951A">
              <a:alpha val="50000"/>
            </a:srgbClr>
          </a:solidFill>
          <a:ln w="12700">
            <a:solidFill>
              <a:srgbClr val="D4951A"/>
            </a:solidFill>
            <a:prstDash val="solid"/>
          </a:ln>
        </p:spPr>
      </p:sp>
      <p:sp>
        <p:nvSpPr>
          <p:cNvPr id="22" name="Shape 20"/>
          <p:cNvSpPr/>
          <p:nvPr/>
        </p:nvSpPr>
        <p:spPr>
          <a:xfrm rot="2700000">
            <a:off x="2359152" y="877824"/>
            <a:ext cx="82296" cy="82296"/>
          </a:xfrm>
          <a:prstGeom prst="rect">
            <a:avLst/>
          </a:prstGeom>
          <a:solidFill>
            <a:srgbClr val="D4951A">
              <a:alpha val="50000"/>
            </a:srgbClr>
          </a:solidFill>
          <a:ln w="12700">
            <a:solidFill>
              <a:srgbClr val="D4951A"/>
            </a:solidFill>
            <a:prstDash val="solid"/>
          </a:ln>
        </p:spPr>
      </p:sp>
      <p:sp>
        <p:nvSpPr>
          <p:cNvPr id="23" name="Shape 21"/>
          <p:cNvSpPr/>
          <p:nvPr/>
        </p:nvSpPr>
        <p:spPr>
          <a:xfrm rot="2700000">
            <a:off x="2482596" y="877824"/>
            <a:ext cx="82296" cy="82296"/>
          </a:xfrm>
          <a:prstGeom prst="rect">
            <a:avLst/>
          </a:prstGeom>
          <a:solidFill>
            <a:srgbClr val="D4951A">
              <a:alpha val="50000"/>
            </a:srgbClr>
          </a:solidFill>
          <a:ln w="12700">
            <a:solidFill>
              <a:srgbClr val="D4951A"/>
            </a:solidFill>
            <a:prstDash val="solid"/>
          </a:ln>
        </p:spPr>
      </p:sp>
      <p:sp>
        <p:nvSpPr>
          <p:cNvPr id="24" name="Shape 22"/>
          <p:cNvSpPr/>
          <p:nvPr/>
        </p:nvSpPr>
        <p:spPr>
          <a:xfrm rot="2700000">
            <a:off x="2606040" y="877824"/>
            <a:ext cx="82296" cy="82296"/>
          </a:xfrm>
          <a:prstGeom prst="rect">
            <a:avLst/>
          </a:prstGeom>
          <a:solidFill>
            <a:srgbClr val="D4951A">
              <a:alpha val="50000"/>
            </a:srgbClr>
          </a:solidFill>
          <a:ln w="12700">
            <a:solidFill>
              <a:srgbClr val="D4951A"/>
            </a:solidFill>
            <a:prstDash val="solid"/>
          </a:ln>
        </p:spPr>
      </p:sp>
      <p:sp>
        <p:nvSpPr>
          <p:cNvPr id="25" name="Shape 23"/>
          <p:cNvSpPr/>
          <p:nvPr/>
        </p:nvSpPr>
        <p:spPr>
          <a:xfrm rot="2700000">
            <a:off x="2729484" y="877824"/>
            <a:ext cx="82296" cy="82296"/>
          </a:xfrm>
          <a:prstGeom prst="rect">
            <a:avLst/>
          </a:prstGeom>
          <a:solidFill>
            <a:srgbClr val="D4951A">
              <a:alpha val="50000"/>
            </a:srgbClr>
          </a:solidFill>
          <a:ln w="12700">
            <a:solidFill>
              <a:srgbClr val="D4951A"/>
            </a:solidFill>
            <a:prstDash val="solid"/>
          </a:ln>
        </p:spPr>
      </p:sp>
      <p:sp>
        <p:nvSpPr>
          <p:cNvPr id="26" name="Shape 24"/>
          <p:cNvSpPr/>
          <p:nvPr/>
        </p:nvSpPr>
        <p:spPr>
          <a:xfrm rot="2700000">
            <a:off x="2852928" y="877824"/>
            <a:ext cx="82296" cy="82296"/>
          </a:xfrm>
          <a:prstGeom prst="rect">
            <a:avLst/>
          </a:prstGeom>
          <a:solidFill>
            <a:srgbClr val="D4951A">
              <a:alpha val="50000"/>
            </a:srgbClr>
          </a:solidFill>
          <a:ln w="12700">
            <a:solidFill>
              <a:srgbClr val="D4951A"/>
            </a:solidFill>
            <a:prstDash val="solid"/>
          </a:ln>
        </p:spPr>
      </p:sp>
      <p:sp>
        <p:nvSpPr>
          <p:cNvPr id="27" name="Shape 25"/>
          <p:cNvSpPr/>
          <p:nvPr/>
        </p:nvSpPr>
        <p:spPr>
          <a:xfrm rot="2700000">
            <a:off x="2976372" y="877824"/>
            <a:ext cx="82296" cy="82296"/>
          </a:xfrm>
          <a:prstGeom prst="rect">
            <a:avLst/>
          </a:prstGeom>
          <a:solidFill>
            <a:srgbClr val="D4951A">
              <a:alpha val="50000"/>
            </a:srgbClr>
          </a:solidFill>
          <a:ln w="12700">
            <a:solidFill>
              <a:srgbClr val="D4951A"/>
            </a:solidFill>
            <a:prstDash val="solid"/>
          </a:ln>
        </p:spPr>
      </p:sp>
      <p:sp>
        <p:nvSpPr>
          <p:cNvPr id="28" name="Shape 26"/>
          <p:cNvSpPr/>
          <p:nvPr/>
        </p:nvSpPr>
        <p:spPr>
          <a:xfrm rot="2700000">
            <a:off x="3099816" y="877824"/>
            <a:ext cx="82296" cy="82296"/>
          </a:xfrm>
          <a:prstGeom prst="rect">
            <a:avLst/>
          </a:prstGeom>
          <a:solidFill>
            <a:srgbClr val="D4951A">
              <a:alpha val="50000"/>
            </a:srgbClr>
          </a:solidFill>
          <a:ln w="12700">
            <a:solidFill>
              <a:srgbClr val="D4951A"/>
            </a:solidFill>
            <a:prstDash val="solid"/>
          </a:ln>
        </p:spPr>
      </p:sp>
      <p:sp>
        <p:nvSpPr>
          <p:cNvPr id="29" name="Shape 27"/>
          <p:cNvSpPr/>
          <p:nvPr/>
        </p:nvSpPr>
        <p:spPr>
          <a:xfrm rot="2700000">
            <a:off x="3223260" y="877824"/>
            <a:ext cx="82296" cy="82296"/>
          </a:xfrm>
          <a:prstGeom prst="rect">
            <a:avLst/>
          </a:prstGeom>
          <a:solidFill>
            <a:srgbClr val="D4951A">
              <a:alpha val="50000"/>
            </a:srgbClr>
          </a:solidFill>
          <a:ln w="12700">
            <a:solidFill>
              <a:srgbClr val="D4951A"/>
            </a:solidFill>
            <a:prstDash val="solid"/>
          </a:ln>
        </p:spPr>
      </p:sp>
      <p:sp>
        <p:nvSpPr>
          <p:cNvPr id="30" name="Shape 28"/>
          <p:cNvSpPr/>
          <p:nvPr/>
        </p:nvSpPr>
        <p:spPr>
          <a:xfrm rot="2700000">
            <a:off x="3346704" y="877824"/>
            <a:ext cx="82296" cy="82296"/>
          </a:xfrm>
          <a:prstGeom prst="rect">
            <a:avLst/>
          </a:prstGeom>
          <a:solidFill>
            <a:srgbClr val="D4951A">
              <a:alpha val="50000"/>
            </a:srgbClr>
          </a:solidFill>
          <a:ln w="12700">
            <a:solidFill>
              <a:srgbClr val="D4951A"/>
            </a:solidFill>
            <a:prstDash val="solid"/>
          </a:ln>
        </p:spPr>
      </p:sp>
      <p:sp>
        <p:nvSpPr>
          <p:cNvPr id="31" name="Shape 29"/>
          <p:cNvSpPr/>
          <p:nvPr/>
        </p:nvSpPr>
        <p:spPr>
          <a:xfrm rot="2700000">
            <a:off x="3470148" y="877824"/>
            <a:ext cx="82296" cy="82296"/>
          </a:xfrm>
          <a:prstGeom prst="rect">
            <a:avLst/>
          </a:prstGeom>
          <a:solidFill>
            <a:srgbClr val="D4951A">
              <a:alpha val="50000"/>
            </a:srgbClr>
          </a:solidFill>
          <a:ln w="12700">
            <a:solidFill>
              <a:srgbClr val="D4951A"/>
            </a:solidFill>
            <a:prstDash val="solid"/>
          </a:ln>
        </p:spPr>
      </p:sp>
      <p:sp>
        <p:nvSpPr>
          <p:cNvPr id="32" name="Shape 30"/>
          <p:cNvSpPr/>
          <p:nvPr/>
        </p:nvSpPr>
        <p:spPr>
          <a:xfrm rot="2700000">
            <a:off x="3593592" y="877824"/>
            <a:ext cx="82296" cy="82296"/>
          </a:xfrm>
          <a:prstGeom prst="rect">
            <a:avLst/>
          </a:prstGeom>
          <a:solidFill>
            <a:srgbClr val="D4951A">
              <a:alpha val="50000"/>
            </a:srgbClr>
          </a:solidFill>
          <a:ln w="12700">
            <a:solidFill>
              <a:srgbClr val="D4951A"/>
            </a:solidFill>
            <a:prstDash val="solid"/>
          </a:ln>
        </p:spPr>
      </p:sp>
      <p:sp>
        <p:nvSpPr>
          <p:cNvPr id="33" name="Shape 31"/>
          <p:cNvSpPr/>
          <p:nvPr/>
        </p:nvSpPr>
        <p:spPr>
          <a:xfrm rot="2700000">
            <a:off x="3717036" y="877824"/>
            <a:ext cx="82296" cy="82296"/>
          </a:xfrm>
          <a:prstGeom prst="rect">
            <a:avLst/>
          </a:prstGeom>
          <a:solidFill>
            <a:srgbClr val="D4951A">
              <a:alpha val="50000"/>
            </a:srgbClr>
          </a:solidFill>
          <a:ln w="12700">
            <a:solidFill>
              <a:srgbClr val="D4951A"/>
            </a:solidFill>
            <a:prstDash val="solid"/>
          </a:ln>
        </p:spPr>
      </p:sp>
      <p:sp>
        <p:nvSpPr>
          <p:cNvPr id="34" name="Shape 32"/>
          <p:cNvSpPr/>
          <p:nvPr/>
        </p:nvSpPr>
        <p:spPr>
          <a:xfrm rot="2700000">
            <a:off x="3840480" y="877824"/>
            <a:ext cx="82296" cy="82296"/>
          </a:xfrm>
          <a:prstGeom prst="rect">
            <a:avLst/>
          </a:prstGeom>
          <a:solidFill>
            <a:srgbClr val="D4951A">
              <a:alpha val="50000"/>
            </a:srgbClr>
          </a:solidFill>
          <a:ln w="12700">
            <a:solidFill>
              <a:srgbClr val="D4951A"/>
            </a:solidFill>
            <a:prstDash val="solid"/>
          </a:ln>
        </p:spPr>
      </p:sp>
      <p:sp>
        <p:nvSpPr>
          <p:cNvPr id="35" name="Shape 33"/>
          <p:cNvSpPr/>
          <p:nvPr/>
        </p:nvSpPr>
        <p:spPr>
          <a:xfrm rot="2700000">
            <a:off x="3963924" y="877824"/>
            <a:ext cx="82296" cy="82296"/>
          </a:xfrm>
          <a:prstGeom prst="rect">
            <a:avLst/>
          </a:prstGeom>
          <a:solidFill>
            <a:srgbClr val="D4951A">
              <a:alpha val="50000"/>
            </a:srgbClr>
          </a:solidFill>
          <a:ln w="12700">
            <a:solidFill>
              <a:srgbClr val="D4951A"/>
            </a:solidFill>
            <a:prstDash val="solid"/>
          </a:ln>
        </p:spPr>
      </p:sp>
      <p:sp>
        <p:nvSpPr>
          <p:cNvPr id="36" name="Shape 34"/>
          <p:cNvSpPr/>
          <p:nvPr/>
        </p:nvSpPr>
        <p:spPr>
          <a:xfrm rot="2700000">
            <a:off x="4087368" y="877824"/>
            <a:ext cx="82296" cy="82296"/>
          </a:xfrm>
          <a:prstGeom prst="rect">
            <a:avLst/>
          </a:prstGeom>
          <a:solidFill>
            <a:srgbClr val="D4951A">
              <a:alpha val="50000"/>
            </a:srgbClr>
          </a:solidFill>
          <a:ln w="12700">
            <a:solidFill>
              <a:srgbClr val="D4951A"/>
            </a:solidFill>
            <a:prstDash val="solid"/>
          </a:ln>
        </p:spPr>
      </p:sp>
      <p:sp>
        <p:nvSpPr>
          <p:cNvPr id="37" name="Shape 35"/>
          <p:cNvSpPr/>
          <p:nvPr/>
        </p:nvSpPr>
        <p:spPr>
          <a:xfrm rot="2700000">
            <a:off x="4210812" y="877824"/>
            <a:ext cx="82296" cy="82296"/>
          </a:xfrm>
          <a:prstGeom prst="rect">
            <a:avLst/>
          </a:prstGeom>
          <a:solidFill>
            <a:srgbClr val="D4951A">
              <a:alpha val="50000"/>
            </a:srgbClr>
          </a:solidFill>
          <a:ln w="12700">
            <a:solidFill>
              <a:srgbClr val="D4951A"/>
            </a:solidFill>
            <a:prstDash val="solid"/>
          </a:ln>
        </p:spPr>
      </p:sp>
      <p:sp>
        <p:nvSpPr>
          <p:cNvPr id="38" name="Shape 36"/>
          <p:cNvSpPr/>
          <p:nvPr/>
        </p:nvSpPr>
        <p:spPr>
          <a:xfrm rot="2700000">
            <a:off x="4334256" y="877824"/>
            <a:ext cx="82296" cy="82296"/>
          </a:xfrm>
          <a:prstGeom prst="rect">
            <a:avLst/>
          </a:prstGeom>
          <a:solidFill>
            <a:srgbClr val="D4951A">
              <a:alpha val="50000"/>
            </a:srgbClr>
          </a:solidFill>
          <a:ln w="12700">
            <a:solidFill>
              <a:srgbClr val="D4951A"/>
            </a:solidFill>
            <a:prstDash val="solid"/>
          </a:ln>
        </p:spPr>
      </p:sp>
      <p:sp>
        <p:nvSpPr>
          <p:cNvPr id="39" name="Shape 37"/>
          <p:cNvSpPr/>
          <p:nvPr/>
        </p:nvSpPr>
        <p:spPr>
          <a:xfrm rot="2700000">
            <a:off x="4457700" y="877824"/>
            <a:ext cx="82296" cy="82296"/>
          </a:xfrm>
          <a:prstGeom prst="rect">
            <a:avLst/>
          </a:prstGeom>
          <a:solidFill>
            <a:srgbClr val="D4951A">
              <a:alpha val="50000"/>
            </a:srgbClr>
          </a:solidFill>
          <a:ln w="12700">
            <a:solidFill>
              <a:srgbClr val="D4951A"/>
            </a:solidFill>
            <a:prstDash val="solid"/>
          </a:ln>
        </p:spPr>
      </p:sp>
      <p:sp>
        <p:nvSpPr>
          <p:cNvPr id="40" name="Shape 38"/>
          <p:cNvSpPr/>
          <p:nvPr/>
        </p:nvSpPr>
        <p:spPr>
          <a:xfrm rot="2700000">
            <a:off x="4581144" y="877824"/>
            <a:ext cx="82296" cy="82296"/>
          </a:xfrm>
          <a:prstGeom prst="rect">
            <a:avLst/>
          </a:prstGeom>
          <a:solidFill>
            <a:srgbClr val="D4951A">
              <a:alpha val="50000"/>
            </a:srgbClr>
          </a:solidFill>
          <a:ln w="12700">
            <a:solidFill>
              <a:srgbClr val="D4951A"/>
            </a:solidFill>
            <a:prstDash val="solid"/>
          </a:ln>
        </p:spPr>
      </p:sp>
      <p:sp>
        <p:nvSpPr>
          <p:cNvPr id="41" name="Shape 39"/>
          <p:cNvSpPr/>
          <p:nvPr/>
        </p:nvSpPr>
        <p:spPr>
          <a:xfrm rot="2700000">
            <a:off x="4704588" y="877824"/>
            <a:ext cx="82296" cy="82296"/>
          </a:xfrm>
          <a:prstGeom prst="rect">
            <a:avLst/>
          </a:prstGeom>
          <a:solidFill>
            <a:srgbClr val="D4951A">
              <a:alpha val="50000"/>
            </a:srgbClr>
          </a:solidFill>
          <a:ln w="12700">
            <a:solidFill>
              <a:srgbClr val="D4951A"/>
            </a:solidFill>
            <a:prstDash val="solid"/>
          </a:ln>
        </p:spPr>
      </p:sp>
      <p:sp>
        <p:nvSpPr>
          <p:cNvPr id="42" name="Shape 40"/>
          <p:cNvSpPr/>
          <p:nvPr/>
        </p:nvSpPr>
        <p:spPr>
          <a:xfrm rot="2700000">
            <a:off x="4828032" y="877824"/>
            <a:ext cx="82296" cy="82296"/>
          </a:xfrm>
          <a:prstGeom prst="rect">
            <a:avLst/>
          </a:prstGeom>
          <a:solidFill>
            <a:srgbClr val="D4951A">
              <a:alpha val="50000"/>
            </a:srgbClr>
          </a:solidFill>
          <a:ln w="12700">
            <a:solidFill>
              <a:srgbClr val="D4951A"/>
            </a:solidFill>
            <a:prstDash val="solid"/>
          </a:ln>
        </p:spPr>
      </p:sp>
      <p:sp>
        <p:nvSpPr>
          <p:cNvPr id="43" name="Shape 41"/>
          <p:cNvSpPr/>
          <p:nvPr/>
        </p:nvSpPr>
        <p:spPr>
          <a:xfrm rot="2700000">
            <a:off x="4951476" y="877824"/>
            <a:ext cx="82296" cy="82296"/>
          </a:xfrm>
          <a:prstGeom prst="rect">
            <a:avLst/>
          </a:prstGeom>
          <a:solidFill>
            <a:srgbClr val="D4951A">
              <a:alpha val="50000"/>
            </a:srgbClr>
          </a:solidFill>
          <a:ln w="12700">
            <a:solidFill>
              <a:srgbClr val="D4951A"/>
            </a:solidFill>
            <a:prstDash val="solid"/>
          </a:ln>
        </p:spPr>
      </p:sp>
      <p:sp>
        <p:nvSpPr>
          <p:cNvPr id="44" name="Shape 42"/>
          <p:cNvSpPr/>
          <p:nvPr/>
        </p:nvSpPr>
        <p:spPr>
          <a:xfrm rot="2700000">
            <a:off x="5074920" y="877824"/>
            <a:ext cx="82296" cy="82296"/>
          </a:xfrm>
          <a:prstGeom prst="rect">
            <a:avLst/>
          </a:prstGeom>
          <a:solidFill>
            <a:srgbClr val="D4951A">
              <a:alpha val="50000"/>
            </a:srgbClr>
          </a:solidFill>
          <a:ln w="12700">
            <a:solidFill>
              <a:srgbClr val="D4951A"/>
            </a:solidFill>
            <a:prstDash val="solid"/>
          </a:ln>
        </p:spPr>
      </p:sp>
      <p:sp>
        <p:nvSpPr>
          <p:cNvPr id="45" name="Shape 43"/>
          <p:cNvSpPr/>
          <p:nvPr/>
        </p:nvSpPr>
        <p:spPr>
          <a:xfrm rot="2700000">
            <a:off x="5198364" y="877824"/>
            <a:ext cx="82296" cy="82296"/>
          </a:xfrm>
          <a:prstGeom prst="rect">
            <a:avLst/>
          </a:prstGeom>
          <a:solidFill>
            <a:srgbClr val="D4951A">
              <a:alpha val="50000"/>
            </a:srgbClr>
          </a:solidFill>
          <a:ln w="12700">
            <a:solidFill>
              <a:srgbClr val="D4951A"/>
            </a:solidFill>
            <a:prstDash val="solid"/>
          </a:ln>
        </p:spPr>
      </p:sp>
      <p:sp>
        <p:nvSpPr>
          <p:cNvPr id="46" name="Shape 44"/>
          <p:cNvSpPr/>
          <p:nvPr/>
        </p:nvSpPr>
        <p:spPr>
          <a:xfrm rot="2700000">
            <a:off x="5321808" y="877824"/>
            <a:ext cx="82296" cy="82296"/>
          </a:xfrm>
          <a:prstGeom prst="rect">
            <a:avLst/>
          </a:prstGeom>
          <a:solidFill>
            <a:srgbClr val="D4951A">
              <a:alpha val="50000"/>
            </a:srgbClr>
          </a:solidFill>
          <a:ln w="12700">
            <a:solidFill>
              <a:srgbClr val="D4951A"/>
            </a:solidFill>
            <a:prstDash val="solid"/>
          </a:ln>
        </p:spPr>
      </p:sp>
      <p:sp>
        <p:nvSpPr>
          <p:cNvPr id="47" name="Shape 45"/>
          <p:cNvSpPr/>
          <p:nvPr/>
        </p:nvSpPr>
        <p:spPr>
          <a:xfrm rot="2700000">
            <a:off x="5445252" y="877824"/>
            <a:ext cx="82296" cy="82296"/>
          </a:xfrm>
          <a:prstGeom prst="rect">
            <a:avLst/>
          </a:prstGeom>
          <a:solidFill>
            <a:srgbClr val="D4951A">
              <a:alpha val="50000"/>
            </a:srgbClr>
          </a:solidFill>
          <a:ln w="12700">
            <a:solidFill>
              <a:srgbClr val="D4951A"/>
            </a:solidFill>
            <a:prstDash val="solid"/>
          </a:ln>
        </p:spPr>
      </p:sp>
      <p:sp>
        <p:nvSpPr>
          <p:cNvPr id="48" name="Shape 46"/>
          <p:cNvSpPr/>
          <p:nvPr/>
        </p:nvSpPr>
        <p:spPr>
          <a:xfrm rot="2700000">
            <a:off x="5568696" y="877824"/>
            <a:ext cx="82296" cy="82296"/>
          </a:xfrm>
          <a:prstGeom prst="rect">
            <a:avLst/>
          </a:prstGeom>
          <a:solidFill>
            <a:srgbClr val="D4951A">
              <a:alpha val="50000"/>
            </a:srgbClr>
          </a:solidFill>
          <a:ln w="12700">
            <a:solidFill>
              <a:srgbClr val="D4951A"/>
            </a:solidFill>
            <a:prstDash val="solid"/>
          </a:ln>
        </p:spPr>
      </p:sp>
      <p:sp>
        <p:nvSpPr>
          <p:cNvPr id="49" name="Shape 47"/>
          <p:cNvSpPr/>
          <p:nvPr/>
        </p:nvSpPr>
        <p:spPr>
          <a:xfrm rot="2700000">
            <a:off x="5692140" y="877824"/>
            <a:ext cx="82296" cy="82296"/>
          </a:xfrm>
          <a:prstGeom prst="rect">
            <a:avLst/>
          </a:prstGeom>
          <a:solidFill>
            <a:srgbClr val="D4951A">
              <a:alpha val="50000"/>
            </a:srgbClr>
          </a:solidFill>
          <a:ln w="12700">
            <a:solidFill>
              <a:srgbClr val="D4951A"/>
            </a:solidFill>
            <a:prstDash val="solid"/>
          </a:ln>
        </p:spPr>
      </p:sp>
      <p:sp>
        <p:nvSpPr>
          <p:cNvPr id="50" name="Shape 48"/>
          <p:cNvSpPr/>
          <p:nvPr/>
        </p:nvSpPr>
        <p:spPr>
          <a:xfrm rot="2700000">
            <a:off x="5815584" y="877824"/>
            <a:ext cx="82296" cy="82296"/>
          </a:xfrm>
          <a:prstGeom prst="rect">
            <a:avLst/>
          </a:prstGeom>
          <a:solidFill>
            <a:srgbClr val="D4951A">
              <a:alpha val="50000"/>
            </a:srgbClr>
          </a:solidFill>
          <a:ln w="12700">
            <a:solidFill>
              <a:srgbClr val="D4951A"/>
            </a:solidFill>
            <a:prstDash val="solid"/>
          </a:ln>
        </p:spPr>
      </p:sp>
      <p:sp>
        <p:nvSpPr>
          <p:cNvPr id="51" name="Shape 49"/>
          <p:cNvSpPr/>
          <p:nvPr/>
        </p:nvSpPr>
        <p:spPr>
          <a:xfrm rot="2700000">
            <a:off x="5939028" y="877824"/>
            <a:ext cx="82296" cy="82296"/>
          </a:xfrm>
          <a:prstGeom prst="rect">
            <a:avLst/>
          </a:prstGeom>
          <a:solidFill>
            <a:srgbClr val="D4951A">
              <a:alpha val="50000"/>
            </a:srgbClr>
          </a:solidFill>
          <a:ln w="12700">
            <a:solidFill>
              <a:srgbClr val="D4951A"/>
            </a:solidFill>
            <a:prstDash val="solid"/>
          </a:ln>
        </p:spPr>
      </p:sp>
      <p:sp>
        <p:nvSpPr>
          <p:cNvPr id="52" name="Shape 50"/>
          <p:cNvSpPr/>
          <p:nvPr/>
        </p:nvSpPr>
        <p:spPr>
          <a:xfrm rot="2700000">
            <a:off x="6062472" y="877824"/>
            <a:ext cx="82296" cy="82296"/>
          </a:xfrm>
          <a:prstGeom prst="rect">
            <a:avLst/>
          </a:prstGeom>
          <a:solidFill>
            <a:srgbClr val="D4951A">
              <a:alpha val="50000"/>
            </a:srgbClr>
          </a:solidFill>
          <a:ln w="12700">
            <a:solidFill>
              <a:srgbClr val="D4951A"/>
            </a:solidFill>
            <a:prstDash val="solid"/>
          </a:ln>
        </p:spPr>
      </p:sp>
      <p:sp>
        <p:nvSpPr>
          <p:cNvPr id="53" name="Shape 51"/>
          <p:cNvSpPr/>
          <p:nvPr/>
        </p:nvSpPr>
        <p:spPr>
          <a:xfrm rot="2700000">
            <a:off x="6185916" y="877824"/>
            <a:ext cx="82296" cy="82296"/>
          </a:xfrm>
          <a:prstGeom prst="rect">
            <a:avLst/>
          </a:prstGeom>
          <a:solidFill>
            <a:srgbClr val="D4951A">
              <a:alpha val="50000"/>
            </a:srgbClr>
          </a:solidFill>
          <a:ln w="12700">
            <a:solidFill>
              <a:srgbClr val="D4951A"/>
            </a:solidFill>
            <a:prstDash val="solid"/>
          </a:ln>
        </p:spPr>
      </p:sp>
      <p:sp>
        <p:nvSpPr>
          <p:cNvPr id="54" name="Shape 52"/>
          <p:cNvSpPr/>
          <p:nvPr/>
        </p:nvSpPr>
        <p:spPr>
          <a:xfrm rot="2700000">
            <a:off x="6309360" y="877824"/>
            <a:ext cx="82296" cy="82296"/>
          </a:xfrm>
          <a:prstGeom prst="rect">
            <a:avLst/>
          </a:prstGeom>
          <a:solidFill>
            <a:srgbClr val="D4951A">
              <a:alpha val="50000"/>
            </a:srgbClr>
          </a:solidFill>
          <a:ln w="12700">
            <a:solidFill>
              <a:srgbClr val="D4951A"/>
            </a:solidFill>
            <a:prstDash val="solid"/>
          </a:ln>
        </p:spPr>
      </p:sp>
      <p:sp>
        <p:nvSpPr>
          <p:cNvPr id="55" name="Shape 53"/>
          <p:cNvSpPr/>
          <p:nvPr/>
        </p:nvSpPr>
        <p:spPr>
          <a:xfrm rot="2700000">
            <a:off x="6432804" y="877824"/>
            <a:ext cx="82296" cy="82296"/>
          </a:xfrm>
          <a:prstGeom prst="rect">
            <a:avLst/>
          </a:prstGeom>
          <a:solidFill>
            <a:srgbClr val="D4951A">
              <a:alpha val="50000"/>
            </a:srgbClr>
          </a:solidFill>
          <a:ln w="12700">
            <a:solidFill>
              <a:srgbClr val="D4951A"/>
            </a:solidFill>
            <a:prstDash val="solid"/>
          </a:ln>
        </p:spPr>
      </p:sp>
      <p:sp>
        <p:nvSpPr>
          <p:cNvPr id="56" name="Shape 54"/>
          <p:cNvSpPr/>
          <p:nvPr/>
        </p:nvSpPr>
        <p:spPr>
          <a:xfrm rot="2700000">
            <a:off x="6556248" y="877824"/>
            <a:ext cx="82296" cy="82296"/>
          </a:xfrm>
          <a:prstGeom prst="rect">
            <a:avLst/>
          </a:prstGeom>
          <a:solidFill>
            <a:srgbClr val="D4951A">
              <a:alpha val="50000"/>
            </a:srgbClr>
          </a:solidFill>
          <a:ln w="12700">
            <a:solidFill>
              <a:srgbClr val="D4951A"/>
            </a:solidFill>
            <a:prstDash val="solid"/>
          </a:ln>
        </p:spPr>
      </p:sp>
      <p:sp>
        <p:nvSpPr>
          <p:cNvPr id="57" name="Shape 55"/>
          <p:cNvSpPr/>
          <p:nvPr/>
        </p:nvSpPr>
        <p:spPr>
          <a:xfrm rot="2700000">
            <a:off x="6679692" y="877824"/>
            <a:ext cx="82296" cy="82296"/>
          </a:xfrm>
          <a:prstGeom prst="rect">
            <a:avLst/>
          </a:prstGeom>
          <a:solidFill>
            <a:srgbClr val="D4951A">
              <a:alpha val="50000"/>
            </a:srgbClr>
          </a:solidFill>
          <a:ln w="12700">
            <a:solidFill>
              <a:srgbClr val="D4951A"/>
            </a:solidFill>
            <a:prstDash val="solid"/>
          </a:ln>
        </p:spPr>
      </p:sp>
      <p:sp>
        <p:nvSpPr>
          <p:cNvPr id="58" name="Shape 56"/>
          <p:cNvSpPr/>
          <p:nvPr/>
        </p:nvSpPr>
        <p:spPr>
          <a:xfrm rot="2700000">
            <a:off x="6803136" y="877824"/>
            <a:ext cx="82296" cy="82296"/>
          </a:xfrm>
          <a:prstGeom prst="rect">
            <a:avLst/>
          </a:prstGeom>
          <a:solidFill>
            <a:srgbClr val="D4951A">
              <a:alpha val="50000"/>
            </a:srgbClr>
          </a:solidFill>
          <a:ln w="12700">
            <a:solidFill>
              <a:srgbClr val="D4951A"/>
            </a:solidFill>
            <a:prstDash val="solid"/>
          </a:ln>
        </p:spPr>
      </p:sp>
      <p:sp>
        <p:nvSpPr>
          <p:cNvPr id="59" name="Shape 57"/>
          <p:cNvSpPr/>
          <p:nvPr/>
        </p:nvSpPr>
        <p:spPr>
          <a:xfrm rot="2700000">
            <a:off x="6926580" y="877824"/>
            <a:ext cx="82296" cy="82296"/>
          </a:xfrm>
          <a:prstGeom prst="rect">
            <a:avLst/>
          </a:prstGeom>
          <a:solidFill>
            <a:srgbClr val="D4951A">
              <a:alpha val="50000"/>
            </a:srgbClr>
          </a:solidFill>
          <a:ln w="12700">
            <a:solidFill>
              <a:srgbClr val="D4951A"/>
            </a:solidFill>
            <a:prstDash val="solid"/>
          </a:ln>
        </p:spPr>
      </p:sp>
      <p:sp>
        <p:nvSpPr>
          <p:cNvPr id="60" name="Shape 58"/>
          <p:cNvSpPr/>
          <p:nvPr/>
        </p:nvSpPr>
        <p:spPr>
          <a:xfrm rot="2700000">
            <a:off x="7050024" y="877824"/>
            <a:ext cx="82296" cy="82296"/>
          </a:xfrm>
          <a:prstGeom prst="rect">
            <a:avLst/>
          </a:prstGeom>
          <a:solidFill>
            <a:srgbClr val="D4951A">
              <a:alpha val="50000"/>
            </a:srgbClr>
          </a:solidFill>
          <a:ln w="12700">
            <a:solidFill>
              <a:srgbClr val="D4951A"/>
            </a:solidFill>
            <a:prstDash val="solid"/>
          </a:ln>
        </p:spPr>
      </p:sp>
      <p:sp>
        <p:nvSpPr>
          <p:cNvPr id="61" name="Shape 59"/>
          <p:cNvSpPr/>
          <p:nvPr/>
        </p:nvSpPr>
        <p:spPr>
          <a:xfrm rot="2700000">
            <a:off x="7173468" y="877824"/>
            <a:ext cx="82296" cy="82296"/>
          </a:xfrm>
          <a:prstGeom prst="rect">
            <a:avLst/>
          </a:prstGeom>
          <a:solidFill>
            <a:srgbClr val="D4951A">
              <a:alpha val="50000"/>
            </a:srgbClr>
          </a:solidFill>
          <a:ln w="12700">
            <a:solidFill>
              <a:srgbClr val="D4951A"/>
            </a:solidFill>
            <a:prstDash val="solid"/>
          </a:ln>
        </p:spPr>
      </p:sp>
      <p:sp>
        <p:nvSpPr>
          <p:cNvPr id="62" name="Shape 60"/>
          <p:cNvSpPr/>
          <p:nvPr/>
        </p:nvSpPr>
        <p:spPr>
          <a:xfrm rot="2700000">
            <a:off x="7296912" y="877824"/>
            <a:ext cx="82296" cy="82296"/>
          </a:xfrm>
          <a:prstGeom prst="rect">
            <a:avLst/>
          </a:prstGeom>
          <a:solidFill>
            <a:srgbClr val="D4951A">
              <a:alpha val="50000"/>
            </a:srgbClr>
          </a:solidFill>
          <a:ln w="12700">
            <a:solidFill>
              <a:srgbClr val="D4951A"/>
            </a:solidFill>
            <a:prstDash val="solid"/>
          </a:ln>
        </p:spPr>
      </p:sp>
      <p:sp>
        <p:nvSpPr>
          <p:cNvPr id="63" name="Shape 61"/>
          <p:cNvSpPr/>
          <p:nvPr/>
        </p:nvSpPr>
        <p:spPr>
          <a:xfrm rot="2700000">
            <a:off x="7420356" y="877824"/>
            <a:ext cx="82296" cy="82296"/>
          </a:xfrm>
          <a:prstGeom prst="rect">
            <a:avLst/>
          </a:prstGeom>
          <a:solidFill>
            <a:srgbClr val="D4951A">
              <a:alpha val="50000"/>
            </a:srgbClr>
          </a:solidFill>
          <a:ln w="12700">
            <a:solidFill>
              <a:srgbClr val="D4951A"/>
            </a:solidFill>
            <a:prstDash val="solid"/>
          </a:ln>
        </p:spPr>
      </p:sp>
      <p:sp>
        <p:nvSpPr>
          <p:cNvPr id="64" name="Shape 62"/>
          <p:cNvSpPr/>
          <p:nvPr/>
        </p:nvSpPr>
        <p:spPr>
          <a:xfrm rot="2700000">
            <a:off x="7543800" y="877824"/>
            <a:ext cx="82296" cy="82296"/>
          </a:xfrm>
          <a:prstGeom prst="rect">
            <a:avLst/>
          </a:prstGeom>
          <a:solidFill>
            <a:srgbClr val="D4951A">
              <a:alpha val="50000"/>
            </a:srgbClr>
          </a:solidFill>
          <a:ln w="12700">
            <a:solidFill>
              <a:srgbClr val="D4951A"/>
            </a:solidFill>
            <a:prstDash val="solid"/>
          </a:ln>
        </p:spPr>
      </p:sp>
      <p:sp>
        <p:nvSpPr>
          <p:cNvPr id="65" name="Shape 63"/>
          <p:cNvSpPr/>
          <p:nvPr/>
        </p:nvSpPr>
        <p:spPr>
          <a:xfrm rot="2700000">
            <a:off x="7667244" y="877824"/>
            <a:ext cx="82296" cy="82296"/>
          </a:xfrm>
          <a:prstGeom prst="rect">
            <a:avLst/>
          </a:prstGeom>
          <a:solidFill>
            <a:srgbClr val="D4951A">
              <a:alpha val="50000"/>
            </a:srgbClr>
          </a:solidFill>
          <a:ln w="12700">
            <a:solidFill>
              <a:srgbClr val="D4951A"/>
            </a:solidFill>
            <a:prstDash val="solid"/>
          </a:ln>
        </p:spPr>
      </p:sp>
      <p:sp>
        <p:nvSpPr>
          <p:cNvPr id="66" name="Shape 64"/>
          <p:cNvSpPr/>
          <p:nvPr/>
        </p:nvSpPr>
        <p:spPr>
          <a:xfrm rot="2700000">
            <a:off x="7790688" y="877824"/>
            <a:ext cx="82296" cy="82296"/>
          </a:xfrm>
          <a:prstGeom prst="rect">
            <a:avLst/>
          </a:prstGeom>
          <a:solidFill>
            <a:srgbClr val="D4951A">
              <a:alpha val="50000"/>
            </a:srgbClr>
          </a:solidFill>
          <a:ln w="12700">
            <a:solidFill>
              <a:srgbClr val="D4951A"/>
            </a:solidFill>
            <a:prstDash val="solid"/>
          </a:ln>
        </p:spPr>
      </p:sp>
      <p:sp>
        <p:nvSpPr>
          <p:cNvPr id="67" name="Shape 65"/>
          <p:cNvSpPr/>
          <p:nvPr/>
        </p:nvSpPr>
        <p:spPr>
          <a:xfrm rot="2700000">
            <a:off x="7914132" y="877824"/>
            <a:ext cx="82296" cy="82296"/>
          </a:xfrm>
          <a:prstGeom prst="rect">
            <a:avLst/>
          </a:prstGeom>
          <a:solidFill>
            <a:srgbClr val="D4951A">
              <a:alpha val="50000"/>
            </a:srgbClr>
          </a:solidFill>
          <a:ln w="12700">
            <a:solidFill>
              <a:srgbClr val="D4951A"/>
            </a:solidFill>
            <a:prstDash val="solid"/>
          </a:ln>
        </p:spPr>
      </p:sp>
      <p:sp>
        <p:nvSpPr>
          <p:cNvPr id="68" name="Shape 66"/>
          <p:cNvSpPr/>
          <p:nvPr/>
        </p:nvSpPr>
        <p:spPr>
          <a:xfrm rot="2700000">
            <a:off x="8037576" y="877824"/>
            <a:ext cx="82296" cy="82296"/>
          </a:xfrm>
          <a:prstGeom prst="rect">
            <a:avLst/>
          </a:prstGeom>
          <a:solidFill>
            <a:srgbClr val="D4951A">
              <a:alpha val="50000"/>
            </a:srgbClr>
          </a:solidFill>
          <a:ln w="12700">
            <a:solidFill>
              <a:srgbClr val="D4951A"/>
            </a:solidFill>
            <a:prstDash val="solid"/>
          </a:ln>
        </p:spPr>
      </p:sp>
      <p:sp>
        <p:nvSpPr>
          <p:cNvPr id="69" name="Shape 67"/>
          <p:cNvSpPr/>
          <p:nvPr/>
        </p:nvSpPr>
        <p:spPr>
          <a:xfrm rot="2700000">
            <a:off x="8161020" y="877824"/>
            <a:ext cx="82296" cy="82296"/>
          </a:xfrm>
          <a:prstGeom prst="rect">
            <a:avLst/>
          </a:prstGeom>
          <a:solidFill>
            <a:srgbClr val="D4951A">
              <a:alpha val="50000"/>
            </a:srgbClr>
          </a:solidFill>
          <a:ln w="12700">
            <a:solidFill>
              <a:srgbClr val="D4951A"/>
            </a:solidFill>
            <a:prstDash val="solid"/>
          </a:ln>
        </p:spPr>
      </p:sp>
      <p:sp>
        <p:nvSpPr>
          <p:cNvPr id="70" name="Shape 68"/>
          <p:cNvSpPr/>
          <p:nvPr/>
        </p:nvSpPr>
        <p:spPr>
          <a:xfrm rot="2700000">
            <a:off x="8284464" y="877824"/>
            <a:ext cx="82296" cy="82296"/>
          </a:xfrm>
          <a:prstGeom prst="rect">
            <a:avLst/>
          </a:prstGeom>
          <a:solidFill>
            <a:srgbClr val="D4951A">
              <a:alpha val="50000"/>
            </a:srgbClr>
          </a:solidFill>
          <a:ln w="12700">
            <a:solidFill>
              <a:srgbClr val="D4951A"/>
            </a:solidFill>
            <a:prstDash val="solid"/>
          </a:ln>
        </p:spPr>
      </p:sp>
      <p:sp>
        <p:nvSpPr>
          <p:cNvPr id="71" name="Shape 69"/>
          <p:cNvSpPr/>
          <p:nvPr/>
        </p:nvSpPr>
        <p:spPr>
          <a:xfrm rot="2700000">
            <a:off x="8407908" y="877824"/>
            <a:ext cx="82296" cy="82296"/>
          </a:xfrm>
          <a:prstGeom prst="rect">
            <a:avLst/>
          </a:prstGeom>
          <a:solidFill>
            <a:srgbClr val="D4951A">
              <a:alpha val="50000"/>
            </a:srgbClr>
          </a:solidFill>
          <a:ln w="12700">
            <a:solidFill>
              <a:srgbClr val="D4951A"/>
            </a:solidFill>
            <a:prstDash val="solid"/>
          </a:ln>
        </p:spPr>
      </p:sp>
      <p:sp>
        <p:nvSpPr>
          <p:cNvPr id="72" name="Shape 70"/>
          <p:cNvSpPr/>
          <p:nvPr/>
        </p:nvSpPr>
        <p:spPr>
          <a:xfrm rot="2700000">
            <a:off x="8531352" y="877824"/>
            <a:ext cx="82296" cy="82296"/>
          </a:xfrm>
          <a:prstGeom prst="rect">
            <a:avLst/>
          </a:prstGeom>
          <a:solidFill>
            <a:srgbClr val="D4951A">
              <a:alpha val="50000"/>
            </a:srgbClr>
          </a:solidFill>
          <a:ln w="12700">
            <a:solidFill>
              <a:srgbClr val="D4951A"/>
            </a:solidFill>
            <a:prstDash val="solid"/>
          </a:ln>
        </p:spPr>
      </p:sp>
      <p:sp>
        <p:nvSpPr>
          <p:cNvPr id="73" name="Shape 71"/>
          <p:cNvSpPr/>
          <p:nvPr/>
        </p:nvSpPr>
        <p:spPr>
          <a:xfrm rot="2700000">
            <a:off x="8654796" y="877824"/>
            <a:ext cx="82296" cy="82296"/>
          </a:xfrm>
          <a:prstGeom prst="rect">
            <a:avLst/>
          </a:prstGeom>
          <a:solidFill>
            <a:srgbClr val="D4951A">
              <a:alpha val="50000"/>
            </a:srgbClr>
          </a:solidFill>
          <a:ln w="12700">
            <a:solidFill>
              <a:srgbClr val="D4951A"/>
            </a:solidFill>
            <a:prstDash val="solid"/>
          </a:ln>
        </p:spPr>
      </p:sp>
      <p:sp>
        <p:nvSpPr>
          <p:cNvPr id="74" name="Shape 72"/>
          <p:cNvSpPr/>
          <p:nvPr/>
        </p:nvSpPr>
        <p:spPr>
          <a:xfrm rot="2700000">
            <a:off x="8778240" y="877824"/>
            <a:ext cx="82296" cy="82296"/>
          </a:xfrm>
          <a:prstGeom prst="rect">
            <a:avLst/>
          </a:prstGeom>
          <a:solidFill>
            <a:srgbClr val="D4951A">
              <a:alpha val="50000"/>
            </a:srgbClr>
          </a:solidFill>
          <a:ln w="12700">
            <a:solidFill>
              <a:srgbClr val="D4951A"/>
            </a:solidFill>
            <a:prstDash val="solid"/>
          </a:ln>
        </p:spPr>
      </p:sp>
      <p:sp>
        <p:nvSpPr>
          <p:cNvPr id="75" name="Shape 73"/>
          <p:cNvSpPr/>
          <p:nvPr/>
        </p:nvSpPr>
        <p:spPr>
          <a:xfrm rot="2700000">
            <a:off x="8901684" y="877824"/>
            <a:ext cx="82296" cy="82296"/>
          </a:xfrm>
          <a:prstGeom prst="rect">
            <a:avLst/>
          </a:prstGeom>
          <a:solidFill>
            <a:srgbClr val="D4951A">
              <a:alpha val="50000"/>
            </a:srgbClr>
          </a:solidFill>
          <a:ln w="12700">
            <a:solidFill>
              <a:srgbClr val="D4951A"/>
            </a:solidFill>
            <a:prstDash val="solid"/>
          </a:ln>
        </p:spPr>
      </p:sp>
      <p:sp>
        <p:nvSpPr>
          <p:cNvPr id="76" name="Shape 74"/>
          <p:cNvSpPr/>
          <p:nvPr/>
        </p:nvSpPr>
        <p:spPr>
          <a:xfrm rot="2700000">
            <a:off x="9025128" y="877824"/>
            <a:ext cx="82296" cy="82296"/>
          </a:xfrm>
          <a:prstGeom prst="rect">
            <a:avLst/>
          </a:prstGeom>
          <a:solidFill>
            <a:srgbClr val="D4951A">
              <a:alpha val="50000"/>
            </a:srgbClr>
          </a:solidFill>
          <a:ln w="12700">
            <a:solidFill>
              <a:srgbClr val="D4951A"/>
            </a:solidFill>
            <a:prstDash val="solid"/>
          </a:ln>
        </p:spPr>
      </p:sp>
      <p:sp>
        <p:nvSpPr>
          <p:cNvPr id="77" name="Text 75"/>
          <p:cNvSpPr/>
          <p:nvPr/>
        </p:nvSpPr>
        <p:spPr>
          <a:xfrm>
            <a:off x="256032" y="0"/>
            <a:ext cx="8686800" cy="1005840"/>
          </a:xfrm>
          <a:prstGeom prst="rect">
            <a:avLst/>
          </a:prstGeom>
          <a:noFill/>
          <a:ln/>
        </p:spPr>
        <p:txBody>
          <a:bodyPr wrap="square" rtlCol="0" anchor="ctr"/>
          <a:lstStyle/>
          <a:p>
            <a:pPr indent="0" marL="0">
              <a:buNone/>
            </a:pPr>
            <a:r>
              <a:rPr lang="en-US" sz="2100" b="1" spc="100" kern="0" dirty="0">
                <a:solidFill>
                  <a:srgbClr val="D4951A"/>
                </a:solidFill>
                <a:latin typeface="Georgia" pitchFamily="34" charset="0"/>
                <a:ea typeface="Georgia" pitchFamily="34" charset="-122"/>
                <a:cs typeface="Georgia" pitchFamily="34" charset="-120"/>
              </a:rPr>
              <a:t>RECOMMANDATION — PET FACTORY MAROC</a:t>
            </a:r>
            <a:endParaRPr lang="en-US" sz="2100" dirty="0"/>
          </a:p>
        </p:txBody>
      </p:sp>
      <p:sp>
        <p:nvSpPr>
          <p:cNvPr id="78" name="Shape 76"/>
          <p:cNvSpPr/>
          <p:nvPr/>
        </p:nvSpPr>
        <p:spPr>
          <a:xfrm rot="2700000">
            <a:off x="8503920" y="228600"/>
            <a:ext cx="91440" cy="91440"/>
          </a:xfrm>
          <a:prstGeom prst="rect">
            <a:avLst/>
          </a:prstGeom>
          <a:solidFill>
            <a:srgbClr val="D4951A"/>
          </a:solidFill>
          <a:ln w="12700">
            <a:solidFill>
              <a:srgbClr val="071520"/>
            </a:solidFill>
            <a:prstDash val="solid"/>
          </a:ln>
        </p:spPr>
      </p:sp>
      <p:sp>
        <p:nvSpPr>
          <p:cNvPr id="79" name="Shape 77"/>
          <p:cNvSpPr/>
          <p:nvPr/>
        </p:nvSpPr>
        <p:spPr>
          <a:xfrm rot="2700000">
            <a:off x="8348472" y="228600"/>
            <a:ext cx="91440" cy="91440"/>
          </a:xfrm>
          <a:prstGeom prst="rect">
            <a:avLst/>
          </a:prstGeom>
          <a:solidFill>
            <a:srgbClr val="1B9A8A"/>
          </a:solidFill>
          <a:ln w="12700">
            <a:solidFill>
              <a:srgbClr val="071520"/>
            </a:solidFill>
            <a:prstDash val="solid"/>
          </a:ln>
        </p:spPr>
      </p:sp>
      <p:sp>
        <p:nvSpPr>
          <p:cNvPr id="80" name="Shape 78"/>
          <p:cNvSpPr/>
          <p:nvPr/>
        </p:nvSpPr>
        <p:spPr>
          <a:xfrm rot="2700000">
            <a:off x="8193024" y="228600"/>
            <a:ext cx="91440" cy="91440"/>
          </a:xfrm>
          <a:prstGeom prst="rect">
            <a:avLst/>
          </a:prstGeom>
          <a:solidFill>
            <a:srgbClr val="D4951A"/>
          </a:solidFill>
          <a:ln w="12700">
            <a:solidFill>
              <a:srgbClr val="071520"/>
            </a:solidFill>
            <a:prstDash val="solid"/>
          </a:ln>
        </p:spPr>
      </p:sp>
      <p:sp>
        <p:nvSpPr>
          <p:cNvPr id="81" name="Shape 79"/>
          <p:cNvSpPr/>
          <p:nvPr/>
        </p:nvSpPr>
        <p:spPr>
          <a:xfrm rot="2700000">
            <a:off x="8037576" y="228600"/>
            <a:ext cx="91440" cy="91440"/>
          </a:xfrm>
          <a:prstGeom prst="rect">
            <a:avLst/>
          </a:prstGeom>
          <a:solidFill>
            <a:srgbClr val="1B9A8A"/>
          </a:solidFill>
          <a:ln w="12700">
            <a:solidFill>
              <a:srgbClr val="071520"/>
            </a:solidFill>
            <a:prstDash val="solid"/>
          </a:ln>
        </p:spPr>
      </p:sp>
      <p:sp>
        <p:nvSpPr>
          <p:cNvPr id="82" name="Shape 80"/>
          <p:cNvSpPr/>
          <p:nvPr/>
        </p:nvSpPr>
        <p:spPr>
          <a:xfrm rot="2700000">
            <a:off x="7882128" y="228600"/>
            <a:ext cx="91440" cy="91440"/>
          </a:xfrm>
          <a:prstGeom prst="rect">
            <a:avLst/>
          </a:prstGeom>
          <a:solidFill>
            <a:srgbClr val="D4951A"/>
          </a:solidFill>
          <a:ln w="12700">
            <a:solidFill>
              <a:srgbClr val="071520"/>
            </a:solidFill>
            <a:prstDash val="solid"/>
          </a:ln>
        </p:spPr>
      </p:sp>
      <p:sp>
        <p:nvSpPr>
          <p:cNvPr id="83" name="Shape 81"/>
          <p:cNvSpPr/>
          <p:nvPr/>
        </p:nvSpPr>
        <p:spPr>
          <a:xfrm>
            <a:off x="256032" y="1078992"/>
            <a:ext cx="8631936" cy="1024128"/>
          </a:xfrm>
          <a:prstGeom prst="rect">
            <a:avLst/>
          </a:prstGeom>
          <a:solidFill>
            <a:srgbClr val="1A5FA8"/>
          </a:solidFill>
          <a:ln/>
          <a:effectLst>
            <a:outerShdw sx="100000" sy="100000" kx="0" ky="0" algn="bl" rotWithShape="0" blurRad="127000" dist="50800" dir="8100000">
              <a:srgbClr val="000000">
                <a:alpha val="40000"/>
              </a:srgbClr>
            </a:outerShdw>
          </a:effectLst>
        </p:spPr>
      </p:sp>
      <p:sp>
        <p:nvSpPr>
          <p:cNvPr id="84" name="Shape 82"/>
          <p:cNvSpPr/>
          <p:nvPr/>
        </p:nvSpPr>
        <p:spPr>
          <a:xfrm rot="2700000">
            <a:off x="13716" y="1078992"/>
            <a:ext cx="82296" cy="82296"/>
          </a:xfrm>
          <a:prstGeom prst="rect">
            <a:avLst/>
          </a:prstGeom>
          <a:solidFill>
            <a:srgbClr val="D4951A">
              <a:alpha val="35000"/>
            </a:srgbClr>
          </a:solidFill>
          <a:ln w="12700">
            <a:solidFill>
              <a:srgbClr val="D4951A"/>
            </a:solidFill>
            <a:prstDash val="solid"/>
          </a:ln>
        </p:spPr>
      </p:sp>
      <p:sp>
        <p:nvSpPr>
          <p:cNvPr id="85" name="Shape 83"/>
          <p:cNvSpPr/>
          <p:nvPr/>
        </p:nvSpPr>
        <p:spPr>
          <a:xfrm rot="2700000">
            <a:off x="137160" y="1078992"/>
            <a:ext cx="82296" cy="82296"/>
          </a:xfrm>
          <a:prstGeom prst="rect">
            <a:avLst/>
          </a:prstGeom>
          <a:solidFill>
            <a:srgbClr val="D4951A">
              <a:alpha val="35000"/>
            </a:srgbClr>
          </a:solidFill>
          <a:ln w="12700">
            <a:solidFill>
              <a:srgbClr val="D4951A"/>
            </a:solidFill>
            <a:prstDash val="solid"/>
          </a:ln>
        </p:spPr>
      </p:sp>
      <p:sp>
        <p:nvSpPr>
          <p:cNvPr id="86" name="Shape 84"/>
          <p:cNvSpPr/>
          <p:nvPr/>
        </p:nvSpPr>
        <p:spPr>
          <a:xfrm rot="2700000">
            <a:off x="260604" y="1078992"/>
            <a:ext cx="82296" cy="82296"/>
          </a:xfrm>
          <a:prstGeom prst="rect">
            <a:avLst/>
          </a:prstGeom>
          <a:solidFill>
            <a:srgbClr val="D4951A">
              <a:alpha val="35000"/>
            </a:srgbClr>
          </a:solidFill>
          <a:ln w="12700">
            <a:solidFill>
              <a:srgbClr val="D4951A"/>
            </a:solidFill>
            <a:prstDash val="solid"/>
          </a:ln>
        </p:spPr>
      </p:sp>
      <p:sp>
        <p:nvSpPr>
          <p:cNvPr id="87" name="Shape 85"/>
          <p:cNvSpPr/>
          <p:nvPr/>
        </p:nvSpPr>
        <p:spPr>
          <a:xfrm rot="2700000">
            <a:off x="384048" y="1078992"/>
            <a:ext cx="82296" cy="82296"/>
          </a:xfrm>
          <a:prstGeom prst="rect">
            <a:avLst/>
          </a:prstGeom>
          <a:solidFill>
            <a:srgbClr val="D4951A">
              <a:alpha val="35000"/>
            </a:srgbClr>
          </a:solidFill>
          <a:ln w="12700">
            <a:solidFill>
              <a:srgbClr val="D4951A"/>
            </a:solidFill>
            <a:prstDash val="solid"/>
          </a:ln>
        </p:spPr>
      </p:sp>
      <p:sp>
        <p:nvSpPr>
          <p:cNvPr id="88" name="Shape 86"/>
          <p:cNvSpPr/>
          <p:nvPr/>
        </p:nvSpPr>
        <p:spPr>
          <a:xfrm rot="2700000">
            <a:off x="507492" y="1078992"/>
            <a:ext cx="82296" cy="82296"/>
          </a:xfrm>
          <a:prstGeom prst="rect">
            <a:avLst/>
          </a:prstGeom>
          <a:solidFill>
            <a:srgbClr val="D4951A">
              <a:alpha val="35000"/>
            </a:srgbClr>
          </a:solidFill>
          <a:ln w="12700">
            <a:solidFill>
              <a:srgbClr val="D4951A"/>
            </a:solidFill>
            <a:prstDash val="solid"/>
          </a:ln>
        </p:spPr>
      </p:sp>
      <p:sp>
        <p:nvSpPr>
          <p:cNvPr id="89" name="Shape 87"/>
          <p:cNvSpPr/>
          <p:nvPr/>
        </p:nvSpPr>
        <p:spPr>
          <a:xfrm rot="2700000">
            <a:off x="630936" y="1078992"/>
            <a:ext cx="82296" cy="82296"/>
          </a:xfrm>
          <a:prstGeom prst="rect">
            <a:avLst/>
          </a:prstGeom>
          <a:solidFill>
            <a:srgbClr val="D4951A">
              <a:alpha val="35000"/>
            </a:srgbClr>
          </a:solidFill>
          <a:ln w="12700">
            <a:solidFill>
              <a:srgbClr val="D4951A"/>
            </a:solidFill>
            <a:prstDash val="solid"/>
          </a:ln>
        </p:spPr>
      </p:sp>
      <p:sp>
        <p:nvSpPr>
          <p:cNvPr id="90" name="Shape 88"/>
          <p:cNvSpPr/>
          <p:nvPr/>
        </p:nvSpPr>
        <p:spPr>
          <a:xfrm rot="2700000">
            <a:off x="754380" y="1078992"/>
            <a:ext cx="82296" cy="82296"/>
          </a:xfrm>
          <a:prstGeom prst="rect">
            <a:avLst/>
          </a:prstGeom>
          <a:solidFill>
            <a:srgbClr val="D4951A">
              <a:alpha val="35000"/>
            </a:srgbClr>
          </a:solidFill>
          <a:ln w="12700">
            <a:solidFill>
              <a:srgbClr val="D4951A"/>
            </a:solidFill>
            <a:prstDash val="solid"/>
          </a:ln>
        </p:spPr>
      </p:sp>
      <p:sp>
        <p:nvSpPr>
          <p:cNvPr id="91" name="Shape 89"/>
          <p:cNvSpPr/>
          <p:nvPr/>
        </p:nvSpPr>
        <p:spPr>
          <a:xfrm rot="2700000">
            <a:off x="877824" y="1078992"/>
            <a:ext cx="82296" cy="82296"/>
          </a:xfrm>
          <a:prstGeom prst="rect">
            <a:avLst/>
          </a:prstGeom>
          <a:solidFill>
            <a:srgbClr val="D4951A">
              <a:alpha val="35000"/>
            </a:srgbClr>
          </a:solidFill>
          <a:ln w="12700">
            <a:solidFill>
              <a:srgbClr val="D4951A"/>
            </a:solidFill>
            <a:prstDash val="solid"/>
          </a:ln>
        </p:spPr>
      </p:sp>
      <p:sp>
        <p:nvSpPr>
          <p:cNvPr id="92" name="Shape 90"/>
          <p:cNvSpPr/>
          <p:nvPr/>
        </p:nvSpPr>
        <p:spPr>
          <a:xfrm rot="2700000">
            <a:off x="1001268" y="1078992"/>
            <a:ext cx="82296" cy="82296"/>
          </a:xfrm>
          <a:prstGeom prst="rect">
            <a:avLst/>
          </a:prstGeom>
          <a:solidFill>
            <a:srgbClr val="D4951A">
              <a:alpha val="35000"/>
            </a:srgbClr>
          </a:solidFill>
          <a:ln w="12700">
            <a:solidFill>
              <a:srgbClr val="D4951A"/>
            </a:solidFill>
            <a:prstDash val="solid"/>
          </a:ln>
        </p:spPr>
      </p:sp>
      <p:sp>
        <p:nvSpPr>
          <p:cNvPr id="93" name="Shape 91"/>
          <p:cNvSpPr/>
          <p:nvPr/>
        </p:nvSpPr>
        <p:spPr>
          <a:xfrm rot="2700000">
            <a:off x="1124712" y="1078992"/>
            <a:ext cx="82296" cy="82296"/>
          </a:xfrm>
          <a:prstGeom prst="rect">
            <a:avLst/>
          </a:prstGeom>
          <a:solidFill>
            <a:srgbClr val="D4951A">
              <a:alpha val="35000"/>
            </a:srgbClr>
          </a:solidFill>
          <a:ln w="12700">
            <a:solidFill>
              <a:srgbClr val="D4951A"/>
            </a:solidFill>
            <a:prstDash val="solid"/>
          </a:ln>
        </p:spPr>
      </p:sp>
      <p:sp>
        <p:nvSpPr>
          <p:cNvPr id="94" name="Shape 92"/>
          <p:cNvSpPr/>
          <p:nvPr/>
        </p:nvSpPr>
        <p:spPr>
          <a:xfrm rot="2700000">
            <a:off x="1248156" y="1078992"/>
            <a:ext cx="82296" cy="82296"/>
          </a:xfrm>
          <a:prstGeom prst="rect">
            <a:avLst/>
          </a:prstGeom>
          <a:solidFill>
            <a:srgbClr val="D4951A">
              <a:alpha val="35000"/>
            </a:srgbClr>
          </a:solidFill>
          <a:ln w="12700">
            <a:solidFill>
              <a:srgbClr val="D4951A"/>
            </a:solidFill>
            <a:prstDash val="solid"/>
          </a:ln>
        </p:spPr>
      </p:sp>
      <p:sp>
        <p:nvSpPr>
          <p:cNvPr id="95" name="Shape 93"/>
          <p:cNvSpPr/>
          <p:nvPr/>
        </p:nvSpPr>
        <p:spPr>
          <a:xfrm rot="2700000">
            <a:off x="1371600" y="1078992"/>
            <a:ext cx="82296" cy="82296"/>
          </a:xfrm>
          <a:prstGeom prst="rect">
            <a:avLst/>
          </a:prstGeom>
          <a:solidFill>
            <a:srgbClr val="D4951A">
              <a:alpha val="35000"/>
            </a:srgbClr>
          </a:solidFill>
          <a:ln w="12700">
            <a:solidFill>
              <a:srgbClr val="D4951A"/>
            </a:solidFill>
            <a:prstDash val="solid"/>
          </a:ln>
        </p:spPr>
      </p:sp>
      <p:sp>
        <p:nvSpPr>
          <p:cNvPr id="96" name="Shape 94"/>
          <p:cNvSpPr/>
          <p:nvPr/>
        </p:nvSpPr>
        <p:spPr>
          <a:xfrm rot="2700000">
            <a:off x="1495044" y="1078992"/>
            <a:ext cx="82296" cy="82296"/>
          </a:xfrm>
          <a:prstGeom prst="rect">
            <a:avLst/>
          </a:prstGeom>
          <a:solidFill>
            <a:srgbClr val="D4951A">
              <a:alpha val="35000"/>
            </a:srgbClr>
          </a:solidFill>
          <a:ln w="12700">
            <a:solidFill>
              <a:srgbClr val="D4951A"/>
            </a:solidFill>
            <a:prstDash val="solid"/>
          </a:ln>
        </p:spPr>
      </p:sp>
      <p:sp>
        <p:nvSpPr>
          <p:cNvPr id="97" name="Shape 95"/>
          <p:cNvSpPr/>
          <p:nvPr/>
        </p:nvSpPr>
        <p:spPr>
          <a:xfrm rot="2700000">
            <a:off x="1618488" y="1078992"/>
            <a:ext cx="82296" cy="82296"/>
          </a:xfrm>
          <a:prstGeom prst="rect">
            <a:avLst/>
          </a:prstGeom>
          <a:solidFill>
            <a:srgbClr val="D4951A">
              <a:alpha val="35000"/>
            </a:srgbClr>
          </a:solidFill>
          <a:ln w="12700">
            <a:solidFill>
              <a:srgbClr val="D4951A"/>
            </a:solidFill>
            <a:prstDash val="solid"/>
          </a:ln>
        </p:spPr>
      </p:sp>
      <p:sp>
        <p:nvSpPr>
          <p:cNvPr id="98" name="Shape 96"/>
          <p:cNvSpPr/>
          <p:nvPr/>
        </p:nvSpPr>
        <p:spPr>
          <a:xfrm rot="2700000">
            <a:off x="1741932" y="1078992"/>
            <a:ext cx="82296" cy="82296"/>
          </a:xfrm>
          <a:prstGeom prst="rect">
            <a:avLst/>
          </a:prstGeom>
          <a:solidFill>
            <a:srgbClr val="D4951A">
              <a:alpha val="35000"/>
            </a:srgbClr>
          </a:solidFill>
          <a:ln w="12700">
            <a:solidFill>
              <a:srgbClr val="D4951A"/>
            </a:solidFill>
            <a:prstDash val="solid"/>
          </a:ln>
        </p:spPr>
      </p:sp>
      <p:sp>
        <p:nvSpPr>
          <p:cNvPr id="99" name="Shape 97"/>
          <p:cNvSpPr/>
          <p:nvPr/>
        </p:nvSpPr>
        <p:spPr>
          <a:xfrm rot="2700000">
            <a:off x="1865376" y="1078992"/>
            <a:ext cx="82296" cy="82296"/>
          </a:xfrm>
          <a:prstGeom prst="rect">
            <a:avLst/>
          </a:prstGeom>
          <a:solidFill>
            <a:srgbClr val="D4951A">
              <a:alpha val="35000"/>
            </a:srgbClr>
          </a:solidFill>
          <a:ln w="12700">
            <a:solidFill>
              <a:srgbClr val="D4951A"/>
            </a:solidFill>
            <a:prstDash val="solid"/>
          </a:ln>
        </p:spPr>
      </p:sp>
      <p:sp>
        <p:nvSpPr>
          <p:cNvPr id="100" name="Shape 98"/>
          <p:cNvSpPr/>
          <p:nvPr/>
        </p:nvSpPr>
        <p:spPr>
          <a:xfrm rot="2700000">
            <a:off x="1988820" y="1078992"/>
            <a:ext cx="82296" cy="82296"/>
          </a:xfrm>
          <a:prstGeom prst="rect">
            <a:avLst/>
          </a:prstGeom>
          <a:solidFill>
            <a:srgbClr val="D4951A">
              <a:alpha val="35000"/>
            </a:srgbClr>
          </a:solidFill>
          <a:ln w="12700">
            <a:solidFill>
              <a:srgbClr val="D4951A"/>
            </a:solidFill>
            <a:prstDash val="solid"/>
          </a:ln>
        </p:spPr>
      </p:sp>
      <p:sp>
        <p:nvSpPr>
          <p:cNvPr id="101" name="Shape 99"/>
          <p:cNvSpPr/>
          <p:nvPr/>
        </p:nvSpPr>
        <p:spPr>
          <a:xfrm rot="2700000">
            <a:off x="2112264" y="1078992"/>
            <a:ext cx="82296" cy="82296"/>
          </a:xfrm>
          <a:prstGeom prst="rect">
            <a:avLst/>
          </a:prstGeom>
          <a:solidFill>
            <a:srgbClr val="D4951A">
              <a:alpha val="35000"/>
            </a:srgbClr>
          </a:solidFill>
          <a:ln w="12700">
            <a:solidFill>
              <a:srgbClr val="D4951A"/>
            </a:solidFill>
            <a:prstDash val="solid"/>
          </a:ln>
        </p:spPr>
      </p:sp>
      <p:sp>
        <p:nvSpPr>
          <p:cNvPr id="102" name="Shape 100"/>
          <p:cNvSpPr/>
          <p:nvPr/>
        </p:nvSpPr>
        <p:spPr>
          <a:xfrm rot="2700000">
            <a:off x="2235708" y="1078992"/>
            <a:ext cx="82296" cy="82296"/>
          </a:xfrm>
          <a:prstGeom prst="rect">
            <a:avLst/>
          </a:prstGeom>
          <a:solidFill>
            <a:srgbClr val="D4951A">
              <a:alpha val="35000"/>
            </a:srgbClr>
          </a:solidFill>
          <a:ln w="12700">
            <a:solidFill>
              <a:srgbClr val="D4951A"/>
            </a:solidFill>
            <a:prstDash val="solid"/>
          </a:ln>
        </p:spPr>
      </p:sp>
      <p:sp>
        <p:nvSpPr>
          <p:cNvPr id="103" name="Shape 101"/>
          <p:cNvSpPr/>
          <p:nvPr/>
        </p:nvSpPr>
        <p:spPr>
          <a:xfrm rot="2700000">
            <a:off x="2359152" y="1078992"/>
            <a:ext cx="82296" cy="82296"/>
          </a:xfrm>
          <a:prstGeom prst="rect">
            <a:avLst/>
          </a:prstGeom>
          <a:solidFill>
            <a:srgbClr val="D4951A">
              <a:alpha val="35000"/>
            </a:srgbClr>
          </a:solidFill>
          <a:ln w="12700">
            <a:solidFill>
              <a:srgbClr val="D4951A"/>
            </a:solidFill>
            <a:prstDash val="solid"/>
          </a:ln>
        </p:spPr>
      </p:sp>
      <p:sp>
        <p:nvSpPr>
          <p:cNvPr id="104" name="Shape 102"/>
          <p:cNvSpPr/>
          <p:nvPr/>
        </p:nvSpPr>
        <p:spPr>
          <a:xfrm rot="2700000">
            <a:off x="2482596" y="1078992"/>
            <a:ext cx="82296" cy="82296"/>
          </a:xfrm>
          <a:prstGeom prst="rect">
            <a:avLst/>
          </a:prstGeom>
          <a:solidFill>
            <a:srgbClr val="D4951A">
              <a:alpha val="35000"/>
            </a:srgbClr>
          </a:solidFill>
          <a:ln w="12700">
            <a:solidFill>
              <a:srgbClr val="D4951A"/>
            </a:solidFill>
            <a:prstDash val="solid"/>
          </a:ln>
        </p:spPr>
      </p:sp>
      <p:sp>
        <p:nvSpPr>
          <p:cNvPr id="105" name="Shape 103"/>
          <p:cNvSpPr/>
          <p:nvPr/>
        </p:nvSpPr>
        <p:spPr>
          <a:xfrm rot="2700000">
            <a:off x="2606040" y="1078992"/>
            <a:ext cx="82296" cy="82296"/>
          </a:xfrm>
          <a:prstGeom prst="rect">
            <a:avLst/>
          </a:prstGeom>
          <a:solidFill>
            <a:srgbClr val="D4951A">
              <a:alpha val="35000"/>
            </a:srgbClr>
          </a:solidFill>
          <a:ln w="12700">
            <a:solidFill>
              <a:srgbClr val="D4951A"/>
            </a:solidFill>
            <a:prstDash val="solid"/>
          </a:ln>
        </p:spPr>
      </p:sp>
      <p:sp>
        <p:nvSpPr>
          <p:cNvPr id="106" name="Shape 104"/>
          <p:cNvSpPr/>
          <p:nvPr/>
        </p:nvSpPr>
        <p:spPr>
          <a:xfrm rot="2700000">
            <a:off x="2729484" y="1078992"/>
            <a:ext cx="82296" cy="82296"/>
          </a:xfrm>
          <a:prstGeom prst="rect">
            <a:avLst/>
          </a:prstGeom>
          <a:solidFill>
            <a:srgbClr val="D4951A">
              <a:alpha val="35000"/>
            </a:srgbClr>
          </a:solidFill>
          <a:ln w="12700">
            <a:solidFill>
              <a:srgbClr val="D4951A"/>
            </a:solidFill>
            <a:prstDash val="solid"/>
          </a:ln>
        </p:spPr>
      </p:sp>
      <p:sp>
        <p:nvSpPr>
          <p:cNvPr id="107" name="Shape 105"/>
          <p:cNvSpPr/>
          <p:nvPr/>
        </p:nvSpPr>
        <p:spPr>
          <a:xfrm rot="2700000">
            <a:off x="2852928" y="1078992"/>
            <a:ext cx="82296" cy="82296"/>
          </a:xfrm>
          <a:prstGeom prst="rect">
            <a:avLst/>
          </a:prstGeom>
          <a:solidFill>
            <a:srgbClr val="D4951A">
              <a:alpha val="35000"/>
            </a:srgbClr>
          </a:solidFill>
          <a:ln w="12700">
            <a:solidFill>
              <a:srgbClr val="D4951A"/>
            </a:solidFill>
            <a:prstDash val="solid"/>
          </a:ln>
        </p:spPr>
      </p:sp>
      <p:sp>
        <p:nvSpPr>
          <p:cNvPr id="108" name="Shape 106"/>
          <p:cNvSpPr/>
          <p:nvPr/>
        </p:nvSpPr>
        <p:spPr>
          <a:xfrm rot="2700000">
            <a:off x="2976372" y="1078992"/>
            <a:ext cx="82296" cy="82296"/>
          </a:xfrm>
          <a:prstGeom prst="rect">
            <a:avLst/>
          </a:prstGeom>
          <a:solidFill>
            <a:srgbClr val="D4951A">
              <a:alpha val="35000"/>
            </a:srgbClr>
          </a:solidFill>
          <a:ln w="12700">
            <a:solidFill>
              <a:srgbClr val="D4951A"/>
            </a:solidFill>
            <a:prstDash val="solid"/>
          </a:ln>
        </p:spPr>
      </p:sp>
      <p:sp>
        <p:nvSpPr>
          <p:cNvPr id="109" name="Shape 107"/>
          <p:cNvSpPr/>
          <p:nvPr/>
        </p:nvSpPr>
        <p:spPr>
          <a:xfrm rot="2700000">
            <a:off x="3099816" y="1078992"/>
            <a:ext cx="82296" cy="82296"/>
          </a:xfrm>
          <a:prstGeom prst="rect">
            <a:avLst/>
          </a:prstGeom>
          <a:solidFill>
            <a:srgbClr val="D4951A">
              <a:alpha val="35000"/>
            </a:srgbClr>
          </a:solidFill>
          <a:ln w="12700">
            <a:solidFill>
              <a:srgbClr val="D4951A"/>
            </a:solidFill>
            <a:prstDash val="solid"/>
          </a:ln>
        </p:spPr>
      </p:sp>
      <p:sp>
        <p:nvSpPr>
          <p:cNvPr id="110" name="Shape 108"/>
          <p:cNvSpPr/>
          <p:nvPr/>
        </p:nvSpPr>
        <p:spPr>
          <a:xfrm rot="2700000">
            <a:off x="3223260" y="1078992"/>
            <a:ext cx="82296" cy="82296"/>
          </a:xfrm>
          <a:prstGeom prst="rect">
            <a:avLst/>
          </a:prstGeom>
          <a:solidFill>
            <a:srgbClr val="D4951A">
              <a:alpha val="35000"/>
            </a:srgbClr>
          </a:solidFill>
          <a:ln w="12700">
            <a:solidFill>
              <a:srgbClr val="D4951A"/>
            </a:solidFill>
            <a:prstDash val="solid"/>
          </a:ln>
        </p:spPr>
      </p:sp>
      <p:sp>
        <p:nvSpPr>
          <p:cNvPr id="111" name="Shape 109"/>
          <p:cNvSpPr/>
          <p:nvPr/>
        </p:nvSpPr>
        <p:spPr>
          <a:xfrm rot="2700000">
            <a:off x="3346704" y="1078992"/>
            <a:ext cx="82296" cy="82296"/>
          </a:xfrm>
          <a:prstGeom prst="rect">
            <a:avLst/>
          </a:prstGeom>
          <a:solidFill>
            <a:srgbClr val="D4951A">
              <a:alpha val="35000"/>
            </a:srgbClr>
          </a:solidFill>
          <a:ln w="12700">
            <a:solidFill>
              <a:srgbClr val="D4951A"/>
            </a:solidFill>
            <a:prstDash val="solid"/>
          </a:ln>
        </p:spPr>
      </p:sp>
      <p:sp>
        <p:nvSpPr>
          <p:cNvPr id="112" name="Shape 110"/>
          <p:cNvSpPr/>
          <p:nvPr/>
        </p:nvSpPr>
        <p:spPr>
          <a:xfrm rot="2700000">
            <a:off x="3470148" y="1078992"/>
            <a:ext cx="82296" cy="82296"/>
          </a:xfrm>
          <a:prstGeom prst="rect">
            <a:avLst/>
          </a:prstGeom>
          <a:solidFill>
            <a:srgbClr val="D4951A">
              <a:alpha val="35000"/>
            </a:srgbClr>
          </a:solidFill>
          <a:ln w="12700">
            <a:solidFill>
              <a:srgbClr val="D4951A"/>
            </a:solidFill>
            <a:prstDash val="solid"/>
          </a:ln>
        </p:spPr>
      </p:sp>
      <p:sp>
        <p:nvSpPr>
          <p:cNvPr id="113" name="Shape 111"/>
          <p:cNvSpPr/>
          <p:nvPr/>
        </p:nvSpPr>
        <p:spPr>
          <a:xfrm rot="2700000">
            <a:off x="3593592" y="1078992"/>
            <a:ext cx="82296" cy="82296"/>
          </a:xfrm>
          <a:prstGeom prst="rect">
            <a:avLst/>
          </a:prstGeom>
          <a:solidFill>
            <a:srgbClr val="D4951A">
              <a:alpha val="35000"/>
            </a:srgbClr>
          </a:solidFill>
          <a:ln w="12700">
            <a:solidFill>
              <a:srgbClr val="D4951A"/>
            </a:solidFill>
            <a:prstDash val="solid"/>
          </a:ln>
        </p:spPr>
      </p:sp>
      <p:sp>
        <p:nvSpPr>
          <p:cNvPr id="114" name="Shape 112"/>
          <p:cNvSpPr/>
          <p:nvPr/>
        </p:nvSpPr>
        <p:spPr>
          <a:xfrm rot="2700000">
            <a:off x="3717036" y="1078992"/>
            <a:ext cx="82296" cy="82296"/>
          </a:xfrm>
          <a:prstGeom prst="rect">
            <a:avLst/>
          </a:prstGeom>
          <a:solidFill>
            <a:srgbClr val="D4951A">
              <a:alpha val="35000"/>
            </a:srgbClr>
          </a:solidFill>
          <a:ln w="12700">
            <a:solidFill>
              <a:srgbClr val="D4951A"/>
            </a:solidFill>
            <a:prstDash val="solid"/>
          </a:ln>
        </p:spPr>
      </p:sp>
      <p:sp>
        <p:nvSpPr>
          <p:cNvPr id="115" name="Shape 113"/>
          <p:cNvSpPr/>
          <p:nvPr/>
        </p:nvSpPr>
        <p:spPr>
          <a:xfrm rot="2700000">
            <a:off x="3840480" y="1078992"/>
            <a:ext cx="82296" cy="82296"/>
          </a:xfrm>
          <a:prstGeom prst="rect">
            <a:avLst/>
          </a:prstGeom>
          <a:solidFill>
            <a:srgbClr val="D4951A">
              <a:alpha val="35000"/>
            </a:srgbClr>
          </a:solidFill>
          <a:ln w="12700">
            <a:solidFill>
              <a:srgbClr val="D4951A"/>
            </a:solidFill>
            <a:prstDash val="solid"/>
          </a:ln>
        </p:spPr>
      </p:sp>
      <p:sp>
        <p:nvSpPr>
          <p:cNvPr id="116" name="Shape 114"/>
          <p:cNvSpPr/>
          <p:nvPr/>
        </p:nvSpPr>
        <p:spPr>
          <a:xfrm rot="2700000">
            <a:off x="3963924" y="1078992"/>
            <a:ext cx="82296" cy="82296"/>
          </a:xfrm>
          <a:prstGeom prst="rect">
            <a:avLst/>
          </a:prstGeom>
          <a:solidFill>
            <a:srgbClr val="D4951A">
              <a:alpha val="35000"/>
            </a:srgbClr>
          </a:solidFill>
          <a:ln w="12700">
            <a:solidFill>
              <a:srgbClr val="D4951A"/>
            </a:solidFill>
            <a:prstDash val="solid"/>
          </a:ln>
        </p:spPr>
      </p:sp>
      <p:sp>
        <p:nvSpPr>
          <p:cNvPr id="117" name="Shape 115"/>
          <p:cNvSpPr/>
          <p:nvPr/>
        </p:nvSpPr>
        <p:spPr>
          <a:xfrm rot="2700000">
            <a:off x="4087368" y="1078992"/>
            <a:ext cx="82296" cy="82296"/>
          </a:xfrm>
          <a:prstGeom prst="rect">
            <a:avLst/>
          </a:prstGeom>
          <a:solidFill>
            <a:srgbClr val="D4951A">
              <a:alpha val="35000"/>
            </a:srgbClr>
          </a:solidFill>
          <a:ln w="12700">
            <a:solidFill>
              <a:srgbClr val="D4951A"/>
            </a:solidFill>
            <a:prstDash val="solid"/>
          </a:ln>
        </p:spPr>
      </p:sp>
      <p:sp>
        <p:nvSpPr>
          <p:cNvPr id="118" name="Shape 116"/>
          <p:cNvSpPr/>
          <p:nvPr/>
        </p:nvSpPr>
        <p:spPr>
          <a:xfrm rot="2700000">
            <a:off x="4210812" y="1078992"/>
            <a:ext cx="82296" cy="82296"/>
          </a:xfrm>
          <a:prstGeom prst="rect">
            <a:avLst/>
          </a:prstGeom>
          <a:solidFill>
            <a:srgbClr val="D4951A">
              <a:alpha val="35000"/>
            </a:srgbClr>
          </a:solidFill>
          <a:ln w="12700">
            <a:solidFill>
              <a:srgbClr val="D4951A"/>
            </a:solidFill>
            <a:prstDash val="solid"/>
          </a:ln>
        </p:spPr>
      </p:sp>
      <p:sp>
        <p:nvSpPr>
          <p:cNvPr id="119" name="Shape 117"/>
          <p:cNvSpPr/>
          <p:nvPr/>
        </p:nvSpPr>
        <p:spPr>
          <a:xfrm rot="2700000">
            <a:off x="4334256" y="1078992"/>
            <a:ext cx="82296" cy="82296"/>
          </a:xfrm>
          <a:prstGeom prst="rect">
            <a:avLst/>
          </a:prstGeom>
          <a:solidFill>
            <a:srgbClr val="D4951A">
              <a:alpha val="35000"/>
            </a:srgbClr>
          </a:solidFill>
          <a:ln w="12700">
            <a:solidFill>
              <a:srgbClr val="D4951A"/>
            </a:solidFill>
            <a:prstDash val="solid"/>
          </a:ln>
        </p:spPr>
      </p:sp>
      <p:sp>
        <p:nvSpPr>
          <p:cNvPr id="120" name="Shape 118"/>
          <p:cNvSpPr/>
          <p:nvPr/>
        </p:nvSpPr>
        <p:spPr>
          <a:xfrm rot="2700000">
            <a:off x="4457700" y="1078992"/>
            <a:ext cx="82296" cy="82296"/>
          </a:xfrm>
          <a:prstGeom prst="rect">
            <a:avLst/>
          </a:prstGeom>
          <a:solidFill>
            <a:srgbClr val="D4951A">
              <a:alpha val="35000"/>
            </a:srgbClr>
          </a:solidFill>
          <a:ln w="12700">
            <a:solidFill>
              <a:srgbClr val="D4951A"/>
            </a:solidFill>
            <a:prstDash val="solid"/>
          </a:ln>
        </p:spPr>
      </p:sp>
      <p:sp>
        <p:nvSpPr>
          <p:cNvPr id="121" name="Shape 119"/>
          <p:cNvSpPr/>
          <p:nvPr/>
        </p:nvSpPr>
        <p:spPr>
          <a:xfrm rot="2700000">
            <a:off x="4581144" y="1078992"/>
            <a:ext cx="82296" cy="82296"/>
          </a:xfrm>
          <a:prstGeom prst="rect">
            <a:avLst/>
          </a:prstGeom>
          <a:solidFill>
            <a:srgbClr val="D4951A">
              <a:alpha val="35000"/>
            </a:srgbClr>
          </a:solidFill>
          <a:ln w="12700">
            <a:solidFill>
              <a:srgbClr val="D4951A"/>
            </a:solidFill>
            <a:prstDash val="solid"/>
          </a:ln>
        </p:spPr>
      </p:sp>
      <p:sp>
        <p:nvSpPr>
          <p:cNvPr id="122" name="Shape 120"/>
          <p:cNvSpPr/>
          <p:nvPr/>
        </p:nvSpPr>
        <p:spPr>
          <a:xfrm rot="2700000">
            <a:off x="4704588" y="1078992"/>
            <a:ext cx="82296" cy="82296"/>
          </a:xfrm>
          <a:prstGeom prst="rect">
            <a:avLst/>
          </a:prstGeom>
          <a:solidFill>
            <a:srgbClr val="D4951A">
              <a:alpha val="35000"/>
            </a:srgbClr>
          </a:solidFill>
          <a:ln w="12700">
            <a:solidFill>
              <a:srgbClr val="D4951A"/>
            </a:solidFill>
            <a:prstDash val="solid"/>
          </a:ln>
        </p:spPr>
      </p:sp>
      <p:sp>
        <p:nvSpPr>
          <p:cNvPr id="123" name="Shape 121"/>
          <p:cNvSpPr/>
          <p:nvPr/>
        </p:nvSpPr>
        <p:spPr>
          <a:xfrm rot="2700000">
            <a:off x="4828032" y="1078992"/>
            <a:ext cx="82296" cy="82296"/>
          </a:xfrm>
          <a:prstGeom prst="rect">
            <a:avLst/>
          </a:prstGeom>
          <a:solidFill>
            <a:srgbClr val="D4951A">
              <a:alpha val="35000"/>
            </a:srgbClr>
          </a:solidFill>
          <a:ln w="12700">
            <a:solidFill>
              <a:srgbClr val="D4951A"/>
            </a:solidFill>
            <a:prstDash val="solid"/>
          </a:ln>
        </p:spPr>
      </p:sp>
      <p:sp>
        <p:nvSpPr>
          <p:cNvPr id="124" name="Shape 122"/>
          <p:cNvSpPr/>
          <p:nvPr/>
        </p:nvSpPr>
        <p:spPr>
          <a:xfrm rot="2700000">
            <a:off x="4951476" y="1078992"/>
            <a:ext cx="82296" cy="82296"/>
          </a:xfrm>
          <a:prstGeom prst="rect">
            <a:avLst/>
          </a:prstGeom>
          <a:solidFill>
            <a:srgbClr val="D4951A">
              <a:alpha val="35000"/>
            </a:srgbClr>
          </a:solidFill>
          <a:ln w="12700">
            <a:solidFill>
              <a:srgbClr val="D4951A"/>
            </a:solidFill>
            <a:prstDash val="solid"/>
          </a:ln>
        </p:spPr>
      </p:sp>
      <p:sp>
        <p:nvSpPr>
          <p:cNvPr id="125" name="Shape 123"/>
          <p:cNvSpPr/>
          <p:nvPr/>
        </p:nvSpPr>
        <p:spPr>
          <a:xfrm rot="2700000">
            <a:off x="5074920" y="1078992"/>
            <a:ext cx="82296" cy="82296"/>
          </a:xfrm>
          <a:prstGeom prst="rect">
            <a:avLst/>
          </a:prstGeom>
          <a:solidFill>
            <a:srgbClr val="D4951A">
              <a:alpha val="35000"/>
            </a:srgbClr>
          </a:solidFill>
          <a:ln w="12700">
            <a:solidFill>
              <a:srgbClr val="D4951A"/>
            </a:solidFill>
            <a:prstDash val="solid"/>
          </a:ln>
        </p:spPr>
      </p:sp>
      <p:sp>
        <p:nvSpPr>
          <p:cNvPr id="126" name="Shape 124"/>
          <p:cNvSpPr/>
          <p:nvPr/>
        </p:nvSpPr>
        <p:spPr>
          <a:xfrm rot="2700000">
            <a:off x="5198364" y="1078992"/>
            <a:ext cx="82296" cy="82296"/>
          </a:xfrm>
          <a:prstGeom prst="rect">
            <a:avLst/>
          </a:prstGeom>
          <a:solidFill>
            <a:srgbClr val="D4951A">
              <a:alpha val="35000"/>
            </a:srgbClr>
          </a:solidFill>
          <a:ln w="12700">
            <a:solidFill>
              <a:srgbClr val="D4951A"/>
            </a:solidFill>
            <a:prstDash val="solid"/>
          </a:ln>
        </p:spPr>
      </p:sp>
      <p:sp>
        <p:nvSpPr>
          <p:cNvPr id="127" name="Shape 125"/>
          <p:cNvSpPr/>
          <p:nvPr/>
        </p:nvSpPr>
        <p:spPr>
          <a:xfrm rot="2700000">
            <a:off x="5321808" y="1078992"/>
            <a:ext cx="82296" cy="82296"/>
          </a:xfrm>
          <a:prstGeom prst="rect">
            <a:avLst/>
          </a:prstGeom>
          <a:solidFill>
            <a:srgbClr val="D4951A">
              <a:alpha val="35000"/>
            </a:srgbClr>
          </a:solidFill>
          <a:ln w="12700">
            <a:solidFill>
              <a:srgbClr val="D4951A"/>
            </a:solidFill>
            <a:prstDash val="solid"/>
          </a:ln>
        </p:spPr>
      </p:sp>
      <p:sp>
        <p:nvSpPr>
          <p:cNvPr id="128" name="Shape 126"/>
          <p:cNvSpPr/>
          <p:nvPr/>
        </p:nvSpPr>
        <p:spPr>
          <a:xfrm rot="2700000">
            <a:off x="5445252" y="1078992"/>
            <a:ext cx="82296" cy="82296"/>
          </a:xfrm>
          <a:prstGeom prst="rect">
            <a:avLst/>
          </a:prstGeom>
          <a:solidFill>
            <a:srgbClr val="D4951A">
              <a:alpha val="35000"/>
            </a:srgbClr>
          </a:solidFill>
          <a:ln w="12700">
            <a:solidFill>
              <a:srgbClr val="D4951A"/>
            </a:solidFill>
            <a:prstDash val="solid"/>
          </a:ln>
        </p:spPr>
      </p:sp>
      <p:sp>
        <p:nvSpPr>
          <p:cNvPr id="129" name="Shape 127"/>
          <p:cNvSpPr/>
          <p:nvPr/>
        </p:nvSpPr>
        <p:spPr>
          <a:xfrm rot="2700000">
            <a:off x="5568696" y="1078992"/>
            <a:ext cx="82296" cy="82296"/>
          </a:xfrm>
          <a:prstGeom prst="rect">
            <a:avLst/>
          </a:prstGeom>
          <a:solidFill>
            <a:srgbClr val="D4951A">
              <a:alpha val="35000"/>
            </a:srgbClr>
          </a:solidFill>
          <a:ln w="12700">
            <a:solidFill>
              <a:srgbClr val="D4951A"/>
            </a:solidFill>
            <a:prstDash val="solid"/>
          </a:ln>
        </p:spPr>
      </p:sp>
      <p:sp>
        <p:nvSpPr>
          <p:cNvPr id="130" name="Shape 128"/>
          <p:cNvSpPr/>
          <p:nvPr/>
        </p:nvSpPr>
        <p:spPr>
          <a:xfrm rot="2700000">
            <a:off x="5692140" y="1078992"/>
            <a:ext cx="82296" cy="82296"/>
          </a:xfrm>
          <a:prstGeom prst="rect">
            <a:avLst/>
          </a:prstGeom>
          <a:solidFill>
            <a:srgbClr val="D4951A">
              <a:alpha val="35000"/>
            </a:srgbClr>
          </a:solidFill>
          <a:ln w="12700">
            <a:solidFill>
              <a:srgbClr val="D4951A"/>
            </a:solidFill>
            <a:prstDash val="solid"/>
          </a:ln>
        </p:spPr>
      </p:sp>
      <p:sp>
        <p:nvSpPr>
          <p:cNvPr id="131" name="Shape 129"/>
          <p:cNvSpPr/>
          <p:nvPr/>
        </p:nvSpPr>
        <p:spPr>
          <a:xfrm rot="2700000">
            <a:off x="5815584" y="1078992"/>
            <a:ext cx="82296" cy="82296"/>
          </a:xfrm>
          <a:prstGeom prst="rect">
            <a:avLst/>
          </a:prstGeom>
          <a:solidFill>
            <a:srgbClr val="D4951A">
              <a:alpha val="35000"/>
            </a:srgbClr>
          </a:solidFill>
          <a:ln w="12700">
            <a:solidFill>
              <a:srgbClr val="D4951A"/>
            </a:solidFill>
            <a:prstDash val="solid"/>
          </a:ln>
        </p:spPr>
      </p:sp>
      <p:sp>
        <p:nvSpPr>
          <p:cNvPr id="132" name="Shape 130"/>
          <p:cNvSpPr/>
          <p:nvPr/>
        </p:nvSpPr>
        <p:spPr>
          <a:xfrm rot="2700000">
            <a:off x="5939028" y="1078992"/>
            <a:ext cx="82296" cy="82296"/>
          </a:xfrm>
          <a:prstGeom prst="rect">
            <a:avLst/>
          </a:prstGeom>
          <a:solidFill>
            <a:srgbClr val="D4951A">
              <a:alpha val="35000"/>
            </a:srgbClr>
          </a:solidFill>
          <a:ln w="12700">
            <a:solidFill>
              <a:srgbClr val="D4951A"/>
            </a:solidFill>
            <a:prstDash val="solid"/>
          </a:ln>
        </p:spPr>
      </p:sp>
      <p:sp>
        <p:nvSpPr>
          <p:cNvPr id="133" name="Shape 131"/>
          <p:cNvSpPr/>
          <p:nvPr/>
        </p:nvSpPr>
        <p:spPr>
          <a:xfrm rot="2700000">
            <a:off x="6062472" y="1078992"/>
            <a:ext cx="82296" cy="82296"/>
          </a:xfrm>
          <a:prstGeom prst="rect">
            <a:avLst/>
          </a:prstGeom>
          <a:solidFill>
            <a:srgbClr val="D4951A">
              <a:alpha val="35000"/>
            </a:srgbClr>
          </a:solidFill>
          <a:ln w="12700">
            <a:solidFill>
              <a:srgbClr val="D4951A"/>
            </a:solidFill>
            <a:prstDash val="solid"/>
          </a:ln>
        </p:spPr>
      </p:sp>
      <p:sp>
        <p:nvSpPr>
          <p:cNvPr id="134" name="Shape 132"/>
          <p:cNvSpPr/>
          <p:nvPr/>
        </p:nvSpPr>
        <p:spPr>
          <a:xfrm rot="2700000">
            <a:off x="6185916" y="1078992"/>
            <a:ext cx="82296" cy="82296"/>
          </a:xfrm>
          <a:prstGeom prst="rect">
            <a:avLst/>
          </a:prstGeom>
          <a:solidFill>
            <a:srgbClr val="D4951A">
              <a:alpha val="35000"/>
            </a:srgbClr>
          </a:solidFill>
          <a:ln w="12700">
            <a:solidFill>
              <a:srgbClr val="D4951A"/>
            </a:solidFill>
            <a:prstDash val="solid"/>
          </a:ln>
        </p:spPr>
      </p:sp>
      <p:sp>
        <p:nvSpPr>
          <p:cNvPr id="135" name="Shape 133"/>
          <p:cNvSpPr/>
          <p:nvPr/>
        </p:nvSpPr>
        <p:spPr>
          <a:xfrm rot="2700000">
            <a:off x="6309360" y="1078992"/>
            <a:ext cx="82296" cy="82296"/>
          </a:xfrm>
          <a:prstGeom prst="rect">
            <a:avLst/>
          </a:prstGeom>
          <a:solidFill>
            <a:srgbClr val="D4951A">
              <a:alpha val="35000"/>
            </a:srgbClr>
          </a:solidFill>
          <a:ln w="12700">
            <a:solidFill>
              <a:srgbClr val="D4951A"/>
            </a:solidFill>
            <a:prstDash val="solid"/>
          </a:ln>
        </p:spPr>
      </p:sp>
      <p:sp>
        <p:nvSpPr>
          <p:cNvPr id="136" name="Shape 134"/>
          <p:cNvSpPr/>
          <p:nvPr/>
        </p:nvSpPr>
        <p:spPr>
          <a:xfrm rot="2700000">
            <a:off x="6432804" y="1078992"/>
            <a:ext cx="82296" cy="82296"/>
          </a:xfrm>
          <a:prstGeom prst="rect">
            <a:avLst/>
          </a:prstGeom>
          <a:solidFill>
            <a:srgbClr val="D4951A">
              <a:alpha val="35000"/>
            </a:srgbClr>
          </a:solidFill>
          <a:ln w="12700">
            <a:solidFill>
              <a:srgbClr val="D4951A"/>
            </a:solidFill>
            <a:prstDash val="solid"/>
          </a:ln>
        </p:spPr>
      </p:sp>
      <p:sp>
        <p:nvSpPr>
          <p:cNvPr id="137" name="Shape 135"/>
          <p:cNvSpPr/>
          <p:nvPr/>
        </p:nvSpPr>
        <p:spPr>
          <a:xfrm rot="2700000">
            <a:off x="6556248" y="1078992"/>
            <a:ext cx="82296" cy="82296"/>
          </a:xfrm>
          <a:prstGeom prst="rect">
            <a:avLst/>
          </a:prstGeom>
          <a:solidFill>
            <a:srgbClr val="D4951A">
              <a:alpha val="35000"/>
            </a:srgbClr>
          </a:solidFill>
          <a:ln w="12700">
            <a:solidFill>
              <a:srgbClr val="D4951A"/>
            </a:solidFill>
            <a:prstDash val="solid"/>
          </a:ln>
        </p:spPr>
      </p:sp>
      <p:sp>
        <p:nvSpPr>
          <p:cNvPr id="138" name="Shape 136"/>
          <p:cNvSpPr/>
          <p:nvPr/>
        </p:nvSpPr>
        <p:spPr>
          <a:xfrm rot="2700000">
            <a:off x="6679692" y="1078992"/>
            <a:ext cx="82296" cy="82296"/>
          </a:xfrm>
          <a:prstGeom prst="rect">
            <a:avLst/>
          </a:prstGeom>
          <a:solidFill>
            <a:srgbClr val="D4951A">
              <a:alpha val="35000"/>
            </a:srgbClr>
          </a:solidFill>
          <a:ln w="12700">
            <a:solidFill>
              <a:srgbClr val="D4951A"/>
            </a:solidFill>
            <a:prstDash val="solid"/>
          </a:ln>
        </p:spPr>
      </p:sp>
      <p:sp>
        <p:nvSpPr>
          <p:cNvPr id="139" name="Shape 137"/>
          <p:cNvSpPr/>
          <p:nvPr/>
        </p:nvSpPr>
        <p:spPr>
          <a:xfrm rot="2700000">
            <a:off x="6803136" y="1078992"/>
            <a:ext cx="82296" cy="82296"/>
          </a:xfrm>
          <a:prstGeom prst="rect">
            <a:avLst/>
          </a:prstGeom>
          <a:solidFill>
            <a:srgbClr val="D4951A">
              <a:alpha val="35000"/>
            </a:srgbClr>
          </a:solidFill>
          <a:ln w="12700">
            <a:solidFill>
              <a:srgbClr val="D4951A"/>
            </a:solidFill>
            <a:prstDash val="solid"/>
          </a:ln>
        </p:spPr>
      </p:sp>
      <p:sp>
        <p:nvSpPr>
          <p:cNvPr id="140" name="Shape 138"/>
          <p:cNvSpPr/>
          <p:nvPr/>
        </p:nvSpPr>
        <p:spPr>
          <a:xfrm rot="2700000">
            <a:off x="6926580" y="1078992"/>
            <a:ext cx="82296" cy="82296"/>
          </a:xfrm>
          <a:prstGeom prst="rect">
            <a:avLst/>
          </a:prstGeom>
          <a:solidFill>
            <a:srgbClr val="D4951A">
              <a:alpha val="35000"/>
            </a:srgbClr>
          </a:solidFill>
          <a:ln w="12700">
            <a:solidFill>
              <a:srgbClr val="D4951A"/>
            </a:solidFill>
            <a:prstDash val="solid"/>
          </a:ln>
        </p:spPr>
      </p:sp>
      <p:sp>
        <p:nvSpPr>
          <p:cNvPr id="141" name="Shape 139"/>
          <p:cNvSpPr/>
          <p:nvPr/>
        </p:nvSpPr>
        <p:spPr>
          <a:xfrm rot="2700000">
            <a:off x="7050024" y="1078992"/>
            <a:ext cx="82296" cy="82296"/>
          </a:xfrm>
          <a:prstGeom prst="rect">
            <a:avLst/>
          </a:prstGeom>
          <a:solidFill>
            <a:srgbClr val="D4951A">
              <a:alpha val="35000"/>
            </a:srgbClr>
          </a:solidFill>
          <a:ln w="12700">
            <a:solidFill>
              <a:srgbClr val="D4951A"/>
            </a:solidFill>
            <a:prstDash val="solid"/>
          </a:ln>
        </p:spPr>
      </p:sp>
      <p:sp>
        <p:nvSpPr>
          <p:cNvPr id="142" name="Shape 140"/>
          <p:cNvSpPr/>
          <p:nvPr/>
        </p:nvSpPr>
        <p:spPr>
          <a:xfrm rot="2700000">
            <a:off x="7173468" y="1078992"/>
            <a:ext cx="82296" cy="82296"/>
          </a:xfrm>
          <a:prstGeom prst="rect">
            <a:avLst/>
          </a:prstGeom>
          <a:solidFill>
            <a:srgbClr val="D4951A">
              <a:alpha val="35000"/>
            </a:srgbClr>
          </a:solidFill>
          <a:ln w="12700">
            <a:solidFill>
              <a:srgbClr val="D4951A"/>
            </a:solidFill>
            <a:prstDash val="solid"/>
          </a:ln>
        </p:spPr>
      </p:sp>
      <p:sp>
        <p:nvSpPr>
          <p:cNvPr id="143" name="Shape 141"/>
          <p:cNvSpPr/>
          <p:nvPr/>
        </p:nvSpPr>
        <p:spPr>
          <a:xfrm rot="2700000">
            <a:off x="7296912" y="1078992"/>
            <a:ext cx="82296" cy="82296"/>
          </a:xfrm>
          <a:prstGeom prst="rect">
            <a:avLst/>
          </a:prstGeom>
          <a:solidFill>
            <a:srgbClr val="D4951A">
              <a:alpha val="35000"/>
            </a:srgbClr>
          </a:solidFill>
          <a:ln w="12700">
            <a:solidFill>
              <a:srgbClr val="D4951A"/>
            </a:solidFill>
            <a:prstDash val="solid"/>
          </a:ln>
        </p:spPr>
      </p:sp>
      <p:sp>
        <p:nvSpPr>
          <p:cNvPr id="144" name="Shape 142"/>
          <p:cNvSpPr/>
          <p:nvPr/>
        </p:nvSpPr>
        <p:spPr>
          <a:xfrm rot="2700000">
            <a:off x="7420356" y="1078992"/>
            <a:ext cx="82296" cy="82296"/>
          </a:xfrm>
          <a:prstGeom prst="rect">
            <a:avLst/>
          </a:prstGeom>
          <a:solidFill>
            <a:srgbClr val="D4951A">
              <a:alpha val="35000"/>
            </a:srgbClr>
          </a:solidFill>
          <a:ln w="12700">
            <a:solidFill>
              <a:srgbClr val="D4951A"/>
            </a:solidFill>
            <a:prstDash val="solid"/>
          </a:ln>
        </p:spPr>
      </p:sp>
      <p:sp>
        <p:nvSpPr>
          <p:cNvPr id="145" name="Shape 143"/>
          <p:cNvSpPr/>
          <p:nvPr/>
        </p:nvSpPr>
        <p:spPr>
          <a:xfrm rot="2700000">
            <a:off x="7543800" y="1078992"/>
            <a:ext cx="82296" cy="82296"/>
          </a:xfrm>
          <a:prstGeom prst="rect">
            <a:avLst/>
          </a:prstGeom>
          <a:solidFill>
            <a:srgbClr val="D4951A">
              <a:alpha val="35000"/>
            </a:srgbClr>
          </a:solidFill>
          <a:ln w="12700">
            <a:solidFill>
              <a:srgbClr val="D4951A"/>
            </a:solidFill>
            <a:prstDash val="solid"/>
          </a:ln>
        </p:spPr>
      </p:sp>
      <p:sp>
        <p:nvSpPr>
          <p:cNvPr id="146" name="Shape 144"/>
          <p:cNvSpPr/>
          <p:nvPr/>
        </p:nvSpPr>
        <p:spPr>
          <a:xfrm rot="2700000">
            <a:off x="7667244" y="1078992"/>
            <a:ext cx="82296" cy="82296"/>
          </a:xfrm>
          <a:prstGeom prst="rect">
            <a:avLst/>
          </a:prstGeom>
          <a:solidFill>
            <a:srgbClr val="D4951A">
              <a:alpha val="35000"/>
            </a:srgbClr>
          </a:solidFill>
          <a:ln w="12700">
            <a:solidFill>
              <a:srgbClr val="D4951A"/>
            </a:solidFill>
            <a:prstDash val="solid"/>
          </a:ln>
        </p:spPr>
      </p:sp>
      <p:sp>
        <p:nvSpPr>
          <p:cNvPr id="147" name="Shape 145"/>
          <p:cNvSpPr/>
          <p:nvPr/>
        </p:nvSpPr>
        <p:spPr>
          <a:xfrm rot="2700000">
            <a:off x="7790688" y="1078992"/>
            <a:ext cx="82296" cy="82296"/>
          </a:xfrm>
          <a:prstGeom prst="rect">
            <a:avLst/>
          </a:prstGeom>
          <a:solidFill>
            <a:srgbClr val="D4951A">
              <a:alpha val="35000"/>
            </a:srgbClr>
          </a:solidFill>
          <a:ln w="12700">
            <a:solidFill>
              <a:srgbClr val="D4951A"/>
            </a:solidFill>
            <a:prstDash val="solid"/>
          </a:ln>
        </p:spPr>
      </p:sp>
      <p:sp>
        <p:nvSpPr>
          <p:cNvPr id="148" name="Shape 146"/>
          <p:cNvSpPr/>
          <p:nvPr/>
        </p:nvSpPr>
        <p:spPr>
          <a:xfrm rot="2700000">
            <a:off x="7914132" y="1078992"/>
            <a:ext cx="82296" cy="82296"/>
          </a:xfrm>
          <a:prstGeom prst="rect">
            <a:avLst/>
          </a:prstGeom>
          <a:solidFill>
            <a:srgbClr val="D4951A">
              <a:alpha val="35000"/>
            </a:srgbClr>
          </a:solidFill>
          <a:ln w="12700">
            <a:solidFill>
              <a:srgbClr val="D4951A"/>
            </a:solidFill>
            <a:prstDash val="solid"/>
          </a:ln>
        </p:spPr>
      </p:sp>
      <p:sp>
        <p:nvSpPr>
          <p:cNvPr id="149" name="Shape 147"/>
          <p:cNvSpPr/>
          <p:nvPr/>
        </p:nvSpPr>
        <p:spPr>
          <a:xfrm rot="2700000">
            <a:off x="8037576" y="1078992"/>
            <a:ext cx="82296" cy="82296"/>
          </a:xfrm>
          <a:prstGeom prst="rect">
            <a:avLst/>
          </a:prstGeom>
          <a:solidFill>
            <a:srgbClr val="D4951A">
              <a:alpha val="35000"/>
            </a:srgbClr>
          </a:solidFill>
          <a:ln w="12700">
            <a:solidFill>
              <a:srgbClr val="D4951A"/>
            </a:solidFill>
            <a:prstDash val="solid"/>
          </a:ln>
        </p:spPr>
      </p:sp>
      <p:sp>
        <p:nvSpPr>
          <p:cNvPr id="150" name="Shape 148"/>
          <p:cNvSpPr/>
          <p:nvPr/>
        </p:nvSpPr>
        <p:spPr>
          <a:xfrm rot="2700000">
            <a:off x="8161020" y="1078992"/>
            <a:ext cx="82296" cy="82296"/>
          </a:xfrm>
          <a:prstGeom prst="rect">
            <a:avLst/>
          </a:prstGeom>
          <a:solidFill>
            <a:srgbClr val="D4951A">
              <a:alpha val="35000"/>
            </a:srgbClr>
          </a:solidFill>
          <a:ln w="12700">
            <a:solidFill>
              <a:srgbClr val="D4951A"/>
            </a:solidFill>
            <a:prstDash val="solid"/>
          </a:ln>
        </p:spPr>
      </p:sp>
      <p:sp>
        <p:nvSpPr>
          <p:cNvPr id="151" name="Shape 149"/>
          <p:cNvSpPr/>
          <p:nvPr/>
        </p:nvSpPr>
        <p:spPr>
          <a:xfrm rot="2700000">
            <a:off x="8284464" y="1078992"/>
            <a:ext cx="82296" cy="82296"/>
          </a:xfrm>
          <a:prstGeom prst="rect">
            <a:avLst/>
          </a:prstGeom>
          <a:solidFill>
            <a:srgbClr val="D4951A">
              <a:alpha val="35000"/>
            </a:srgbClr>
          </a:solidFill>
          <a:ln w="12700">
            <a:solidFill>
              <a:srgbClr val="D4951A"/>
            </a:solidFill>
            <a:prstDash val="solid"/>
          </a:ln>
        </p:spPr>
      </p:sp>
      <p:sp>
        <p:nvSpPr>
          <p:cNvPr id="152" name="Shape 150"/>
          <p:cNvSpPr/>
          <p:nvPr/>
        </p:nvSpPr>
        <p:spPr>
          <a:xfrm rot="2700000">
            <a:off x="8407908" y="1078992"/>
            <a:ext cx="82296" cy="82296"/>
          </a:xfrm>
          <a:prstGeom prst="rect">
            <a:avLst/>
          </a:prstGeom>
          <a:solidFill>
            <a:srgbClr val="D4951A">
              <a:alpha val="35000"/>
            </a:srgbClr>
          </a:solidFill>
          <a:ln w="12700">
            <a:solidFill>
              <a:srgbClr val="D4951A"/>
            </a:solidFill>
            <a:prstDash val="solid"/>
          </a:ln>
        </p:spPr>
      </p:sp>
      <p:sp>
        <p:nvSpPr>
          <p:cNvPr id="153" name="Shape 151"/>
          <p:cNvSpPr/>
          <p:nvPr/>
        </p:nvSpPr>
        <p:spPr>
          <a:xfrm rot="2700000">
            <a:off x="8531352" y="1078992"/>
            <a:ext cx="82296" cy="82296"/>
          </a:xfrm>
          <a:prstGeom prst="rect">
            <a:avLst/>
          </a:prstGeom>
          <a:solidFill>
            <a:srgbClr val="D4951A">
              <a:alpha val="35000"/>
            </a:srgbClr>
          </a:solidFill>
          <a:ln w="12700">
            <a:solidFill>
              <a:srgbClr val="D4951A"/>
            </a:solidFill>
            <a:prstDash val="solid"/>
          </a:ln>
        </p:spPr>
      </p:sp>
      <p:sp>
        <p:nvSpPr>
          <p:cNvPr id="154" name="Shape 152"/>
          <p:cNvSpPr/>
          <p:nvPr/>
        </p:nvSpPr>
        <p:spPr>
          <a:xfrm rot="2700000">
            <a:off x="8654796" y="1078992"/>
            <a:ext cx="82296" cy="82296"/>
          </a:xfrm>
          <a:prstGeom prst="rect">
            <a:avLst/>
          </a:prstGeom>
          <a:solidFill>
            <a:srgbClr val="D4951A">
              <a:alpha val="35000"/>
            </a:srgbClr>
          </a:solidFill>
          <a:ln w="12700">
            <a:solidFill>
              <a:srgbClr val="D4951A"/>
            </a:solidFill>
            <a:prstDash val="solid"/>
          </a:ln>
        </p:spPr>
      </p:sp>
      <p:sp>
        <p:nvSpPr>
          <p:cNvPr id="155" name="Shape 153"/>
          <p:cNvSpPr/>
          <p:nvPr/>
        </p:nvSpPr>
        <p:spPr>
          <a:xfrm rot="2700000">
            <a:off x="8778240" y="1078992"/>
            <a:ext cx="82296" cy="82296"/>
          </a:xfrm>
          <a:prstGeom prst="rect">
            <a:avLst/>
          </a:prstGeom>
          <a:solidFill>
            <a:srgbClr val="D4951A">
              <a:alpha val="35000"/>
            </a:srgbClr>
          </a:solidFill>
          <a:ln w="12700">
            <a:solidFill>
              <a:srgbClr val="D4951A"/>
            </a:solidFill>
            <a:prstDash val="solid"/>
          </a:ln>
        </p:spPr>
      </p:sp>
      <p:sp>
        <p:nvSpPr>
          <p:cNvPr id="156" name="Text 154"/>
          <p:cNvSpPr/>
          <p:nvPr/>
        </p:nvSpPr>
        <p:spPr>
          <a:xfrm>
            <a:off x="365760" y="1115568"/>
            <a:ext cx="8412480" cy="457200"/>
          </a:xfrm>
          <a:prstGeom prst="rect">
            <a:avLst/>
          </a:prstGeom>
          <a:noFill/>
          <a:ln/>
        </p:spPr>
        <p:txBody>
          <a:bodyPr wrap="square" rtlCol="0" anchor="b"/>
          <a:lstStyle/>
          <a:p>
            <a:pPr indent="0" marL="0">
              <a:buNone/>
            </a:pPr>
            <a:r>
              <a:rPr lang="en-US" sz="1500" b="1" dirty="0">
                <a:solidFill>
                  <a:srgbClr val="EDE0C8"/>
                </a:solidFill>
                <a:latin typeface="Georgia" pitchFamily="34" charset="0"/>
                <a:ea typeface="Georgia" pitchFamily="34" charset="-122"/>
                <a:cs typeface="Georgia" pitchFamily="34" charset="-120"/>
              </a:rPr>
              <a:t>✅  COMPRESSEUR SANS HUILE — RECOMMANDÉ EN PRIORITÉ</a:t>
            </a:r>
            <a:endParaRPr lang="en-US" sz="1500" dirty="0"/>
          </a:p>
        </p:txBody>
      </p:sp>
      <p:sp>
        <p:nvSpPr>
          <p:cNvPr id="157" name="Text 155"/>
          <p:cNvSpPr/>
          <p:nvPr/>
        </p:nvSpPr>
        <p:spPr>
          <a:xfrm>
            <a:off x="365760" y="1600200"/>
            <a:ext cx="8412480" cy="438912"/>
          </a:xfrm>
          <a:prstGeom prst="rect">
            <a:avLst/>
          </a:prstGeom>
          <a:noFill/>
          <a:ln/>
        </p:spPr>
        <p:txBody>
          <a:bodyPr wrap="square" rtlCol="0" anchor="ctr"/>
          <a:lstStyle/>
          <a:p>
            <a:pPr indent="0" marL="0">
              <a:buNone/>
            </a:pPr>
            <a:r>
              <a:rPr lang="en-US" sz="1100" i="1" dirty="0">
                <a:solidFill>
                  <a:srgbClr val="C8B89A"/>
                </a:solidFill>
                <a:latin typeface="Calibri" pitchFamily="34" charset="0"/>
                <a:ea typeface="Calibri" pitchFamily="34" charset="-122"/>
                <a:cs typeface="Calibri" pitchFamily="34" charset="-120"/>
              </a:rPr>
              <a:t>Technologie : vis rotative sans huile, certifié ISO 8573-1 Classe 0 · Débit cible : 5,5 à 6,0 m³/H (supérieur au nominal 4,3 m³/H)</a:t>
            </a:r>
            <a:endParaRPr lang="en-US" sz="1100" dirty="0"/>
          </a:p>
        </p:txBody>
      </p:sp>
      <p:sp>
        <p:nvSpPr>
          <p:cNvPr id="158" name="Shape 156"/>
          <p:cNvSpPr/>
          <p:nvPr/>
        </p:nvSpPr>
        <p:spPr>
          <a:xfrm>
            <a:off x="256032" y="2212848"/>
            <a:ext cx="2834640" cy="1234440"/>
          </a:xfrm>
          <a:prstGeom prst="rect">
            <a:avLst/>
          </a:prstGeom>
          <a:solidFill>
            <a:srgbClr val="111828"/>
          </a:solidFill>
          <a:ln w="12700">
            <a:solidFill>
              <a:srgbClr val="1B9A8A"/>
            </a:solidFill>
            <a:prstDash val="solid"/>
          </a:ln>
          <a:effectLst>
            <a:outerShdw sx="100000" sy="100000" kx="0" ky="0" algn="bl" rotWithShape="0" blurRad="63500" dist="25400" dir="8100000">
              <a:srgbClr val="000000">
                <a:alpha val="30000"/>
              </a:srgbClr>
            </a:outerShdw>
          </a:effectLst>
        </p:spPr>
      </p:sp>
      <p:sp>
        <p:nvSpPr>
          <p:cNvPr id="159" name="Shape 157"/>
          <p:cNvSpPr/>
          <p:nvPr/>
        </p:nvSpPr>
        <p:spPr>
          <a:xfrm>
            <a:off x="256032" y="2212848"/>
            <a:ext cx="438912" cy="1234440"/>
          </a:xfrm>
          <a:prstGeom prst="rect">
            <a:avLst/>
          </a:prstGeom>
          <a:solidFill>
            <a:srgbClr val="1B9A8A"/>
          </a:solidFill>
          <a:ln/>
        </p:spPr>
      </p:sp>
      <p:sp>
        <p:nvSpPr>
          <p:cNvPr id="160" name="Text 158"/>
          <p:cNvSpPr/>
          <p:nvPr/>
        </p:nvSpPr>
        <p:spPr>
          <a:xfrm>
            <a:off x="256032" y="2212848"/>
            <a:ext cx="438912" cy="1234440"/>
          </a:xfrm>
          <a:prstGeom prst="rect">
            <a:avLst/>
          </a:prstGeom>
          <a:noFill/>
          <a:ln/>
        </p:spPr>
        <p:txBody>
          <a:bodyPr wrap="square" rtlCol="0" anchor="ctr"/>
          <a:lstStyle/>
          <a:p>
            <a:pPr algn="ctr" indent="0" marL="0">
              <a:buNone/>
            </a:pPr>
            <a:r>
              <a:rPr lang="en-US" sz="1800" b="1" dirty="0">
                <a:solidFill>
                  <a:srgbClr val="0B0E18"/>
                </a:solidFill>
                <a:latin typeface="Georgia" pitchFamily="34" charset="0"/>
                <a:ea typeface="Georgia" pitchFamily="34" charset="-122"/>
                <a:cs typeface="Georgia" pitchFamily="34" charset="-120"/>
              </a:rPr>
              <a:t>01</a:t>
            </a:r>
            <a:endParaRPr lang="en-US" sz="1800" dirty="0"/>
          </a:p>
        </p:txBody>
      </p:sp>
      <p:sp>
        <p:nvSpPr>
          <p:cNvPr id="161" name="Text 159"/>
          <p:cNvSpPr/>
          <p:nvPr/>
        </p:nvSpPr>
        <p:spPr>
          <a:xfrm>
            <a:off x="768096" y="2267712"/>
            <a:ext cx="2267712" cy="329184"/>
          </a:xfrm>
          <a:prstGeom prst="rect">
            <a:avLst/>
          </a:prstGeom>
          <a:noFill/>
          <a:ln/>
        </p:spPr>
        <p:txBody>
          <a:bodyPr wrap="square" rtlCol="0" anchor="ctr"/>
          <a:lstStyle/>
          <a:p>
            <a:pPr indent="0" marL="0">
              <a:buNone/>
            </a:pPr>
            <a:r>
              <a:rPr lang="en-US" sz="1000" b="1" dirty="0">
                <a:solidFill>
                  <a:srgbClr val="1B9A8A"/>
                </a:solidFill>
                <a:latin typeface="Georgia" pitchFamily="34" charset="0"/>
                <a:ea typeface="Georgia" pitchFamily="34" charset="-122"/>
                <a:cs typeface="Georgia" pitchFamily="34" charset="-120"/>
              </a:rPr>
              <a:t>Sécurité alimentaire garantie</a:t>
            </a:r>
            <a:endParaRPr lang="en-US" sz="1000" dirty="0"/>
          </a:p>
        </p:txBody>
      </p:sp>
      <p:sp>
        <p:nvSpPr>
          <p:cNvPr id="162" name="Text 160"/>
          <p:cNvSpPr/>
          <p:nvPr/>
        </p:nvSpPr>
        <p:spPr>
          <a:xfrm>
            <a:off x="768096" y="2615184"/>
            <a:ext cx="2267712" cy="786384"/>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Air Classe 0 natif — aucun risque de contamination huile sur le kibble à l'enrobeur. Conformité HACCP et ONSSA directe.</a:t>
            </a:r>
            <a:endParaRPr lang="en-US" sz="880" dirty="0"/>
          </a:p>
        </p:txBody>
      </p:sp>
      <p:sp>
        <p:nvSpPr>
          <p:cNvPr id="163" name="Shape 161"/>
          <p:cNvSpPr/>
          <p:nvPr/>
        </p:nvSpPr>
        <p:spPr>
          <a:xfrm>
            <a:off x="3218688" y="2212848"/>
            <a:ext cx="2834640" cy="1234440"/>
          </a:xfrm>
          <a:prstGeom prst="rect">
            <a:avLst/>
          </a:prstGeom>
          <a:solidFill>
            <a:srgbClr val="111828"/>
          </a:solidFill>
          <a:ln w="12700">
            <a:solidFill>
              <a:srgbClr val="3DAF7A"/>
            </a:solidFill>
            <a:prstDash val="solid"/>
          </a:ln>
          <a:effectLst>
            <a:outerShdw sx="100000" sy="100000" kx="0" ky="0" algn="bl" rotWithShape="0" blurRad="63500" dist="25400" dir="8100000">
              <a:srgbClr val="000000">
                <a:alpha val="30000"/>
              </a:srgbClr>
            </a:outerShdw>
          </a:effectLst>
        </p:spPr>
      </p:sp>
      <p:sp>
        <p:nvSpPr>
          <p:cNvPr id="164" name="Shape 162"/>
          <p:cNvSpPr/>
          <p:nvPr/>
        </p:nvSpPr>
        <p:spPr>
          <a:xfrm>
            <a:off x="3218688" y="2212848"/>
            <a:ext cx="438912" cy="1234440"/>
          </a:xfrm>
          <a:prstGeom prst="rect">
            <a:avLst/>
          </a:prstGeom>
          <a:solidFill>
            <a:srgbClr val="3DAF7A"/>
          </a:solidFill>
          <a:ln/>
        </p:spPr>
      </p:sp>
      <p:sp>
        <p:nvSpPr>
          <p:cNvPr id="165" name="Text 163"/>
          <p:cNvSpPr/>
          <p:nvPr/>
        </p:nvSpPr>
        <p:spPr>
          <a:xfrm>
            <a:off x="3218688" y="2212848"/>
            <a:ext cx="438912" cy="1234440"/>
          </a:xfrm>
          <a:prstGeom prst="rect">
            <a:avLst/>
          </a:prstGeom>
          <a:noFill/>
          <a:ln/>
        </p:spPr>
        <p:txBody>
          <a:bodyPr wrap="square" rtlCol="0" anchor="ctr"/>
          <a:lstStyle/>
          <a:p>
            <a:pPr algn="ctr" indent="0" marL="0">
              <a:buNone/>
            </a:pPr>
            <a:r>
              <a:rPr lang="en-US" sz="1800" b="1" dirty="0">
                <a:solidFill>
                  <a:srgbClr val="0B0E18"/>
                </a:solidFill>
                <a:latin typeface="Georgia" pitchFamily="34" charset="0"/>
                <a:ea typeface="Georgia" pitchFamily="34" charset="-122"/>
                <a:cs typeface="Georgia" pitchFamily="34" charset="-120"/>
              </a:rPr>
              <a:t>02</a:t>
            </a:r>
            <a:endParaRPr lang="en-US" sz="1800" dirty="0"/>
          </a:p>
        </p:txBody>
      </p:sp>
      <p:sp>
        <p:nvSpPr>
          <p:cNvPr id="166" name="Text 164"/>
          <p:cNvSpPr/>
          <p:nvPr/>
        </p:nvSpPr>
        <p:spPr>
          <a:xfrm>
            <a:off x="3730752" y="2267712"/>
            <a:ext cx="2267712" cy="329184"/>
          </a:xfrm>
          <a:prstGeom prst="rect">
            <a:avLst/>
          </a:prstGeom>
          <a:noFill/>
          <a:ln/>
        </p:spPr>
        <p:txBody>
          <a:bodyPr wrap="square" rtlCol="0" anchor="ctr"/>
          <a:lstStyle/>
          <a:p>
            <a:pPr indent="0" marL="0">
              <a:buNone/>
            </a:pPr>
            <a:r>
              <a:rPr lang="en-US" sz="1000" b="1" dirty="0">
                <a:solidFill>
                  <a:srgbClr val="3DAF7A"/>
                </a:solidFill>
                <a:latin typeface="Georgia" pitchFamily="34" charset="0"/>
                <a:ea typeface="Georgia" pitchFamily="34" charset="-122"/>
                <a:cs typeface="Georgia" pitchFamily="34" charset="-120"/>
              </a:rPr>
              <a:t>Plan HACCP simplifié</a:t>
            </a:r>
            <a:endParaRPr lang="en-US" sz="1000" dirty="0"/>
          </a:p>
        </p:txBody>
      </p:sp>
      <p:sp>
        <p:nvSpPr>
          <p:cNvPr id="167" name="Text 165"/>
          <p:cNvSpPr/>
          <p:nvPr/>
        </p:nvSpPr>
        <p:spPr>
          <a:xfrm>
            <a:off x="3730752" y="2615184"/>
            <a:ext cx="2267712" cy="786384"/>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Le CCP air comprimé est géré à la source. Pas de coalesceur à surveiller quotidiennement. Auditabilité renforcée.</a:t>
            </a:r>
            <a:endParaRPr lang="en-US" sz="880" dirty="0"/>
          </a:p>
        </p:txBody>
      </p:sp>
      <p:sp>
        <p:nvSpPr>
          <p:cNvPr id="168" name="Shape 166"/>
          <p:cNvSpPr/>
          <p:nvPr/>
        </p:nvSpPr>
        <p:spPr>
          <a:xfrm>
            <a:off x="6181344" y="2212848"/>
            <a:ext cx="2834640" cy="1234440"/>
          </a:xfrm>
          <a:prstGeom prst="rect">
            <a:avLst/>
          </a:prstGeom>
          <a:solidFill>
            <a:srgbClr val="111828"/>
          </a:solidFill>
          <a:ln w="12700">
            <a:solidFill>
              <a:srgbClr val="D4951A"/>
            </a:solidFill>
            <a:prstDash val="solid"/>
          </a:ln>
          <a:effectLst>
            <a:outerShdw sx="100000" sy="100000" kx="0" ky="0" algn="bl" rotWithShape="0" blurRad="63500" dist="25400" dir="8100000">
              <a:srgbClr val="000000">
                <a:alpha val="30000"/>
              </a:srgbClr>
            </a:outerShdw>
          </a:effectLst>
        </p:spPr>
      </p:sp>
      <p:sp>
        <p:nvSpPr>
          <p:cNvPr id="169" name="Shape 167"/>
          <p:cNvSpPr/>
          <p:nvPr/>
        </p:nvSpPr>
        <p:spPr>
          <a:xfrm>
            <a:off x="6181344" y="2212848"/>
            <a:ext cx="438912" cy="1234440"/>
          </a:xfrm>
          <a:prstGeom prst="rect">
            <a:avLst/>
          </a:prstGeom>
          <a:solidFill>
            <a:srgbClr val="D4951A"/>
          </a:solidFill>
          <a:ln/>
        </p:spPr>
      </p:sp>
      <p:sp>
        <p:nvSpPr>
          <p:cNvPr id="170" name="Text 168"/>
          <p:cNvSpPr/>
          <p:nvPr/>
        </p:nvSpPr>
        <p:spPr>
          <a:xfrm>
            <a:off x="6181344" y="2212848"/>
            <a:ext cx="438912" cy="1234440"/>
          </a:xfrm>
          <a:prstGeom prst="rect">
            <a:avLst/>
          </a:prstGeom>
          <a:noFill/>
          <a:ln/>
        </p:spPr>
        <p:txBody>
          <a:bodyPr wrap="square" rtlCol="0" anchor="ctr"/>
          <a:lstStyle/>
          <a:p>
            <a:pPr algn="ctr" indent="0" marL="0">
              <a:buNone/>
            </a:pPr>
            <a:r>
              <a:rPr lang="en-US" sz="1800" b="1" dirty="0">
                <a:solidFill>
                  <a:srgbClr val="0B0E18"/>
                </a:solidFill>
                <a:latin typeface="Georgia" pitchFamily="34" charset="0"/>
                <a:ea typeface="Georgia" pitchFamily="34" charset="-122"/>
                <a:cs typeface="Georgia" pitchFamily="34" charset="-120"/>
              </a:rPr>
              <a:t>03</a:t>
            </a:r>
            <a:endParaRPr lang="en-US" sz="1800" dirty="0"/>
          </a:p>
        </p:txBody>
      </p:sp>
      <p:sp>
        <p:nvSpPr>
          <p:cNvPr id="171" name="Text 169"/>
          <p:cNvSpPr/>
          <p:nvPr/>
        </p:nvSpPr>
        <p:spPr>
          <a:xfrm>
            <a:off x="6693408" y="2267712"/>
            <a:ext cx="2267712" cy="329184"/>
          </a:xfrm>
          <a:prstGeom prst="rect">
            <a:avLst/>
          </a:prstGeom>
          <a:noFill/>
          <a:ln/>
        </p:spPr>
        <p:txBody>
          <a:bodyPr wrap="square" rtlCol="0" anchor="ctr"/>
          <a:lstStyle/>
          <a:p>
            <a:pPr indent="0" marL="0">
              <a:buNone/>
            </a:pPr>
            <a:r>
              <a:rPr lang="en-US" sz="1000" b="1" dirty="0">
                <a:solidFill>
                  <a:srgbClr val="D4951A"/>
                </a:solidFill>
                <a:latin typeface="Georgia" pitchFamily="34" charset="0"/>
                <a:ea typeface="Georgia" pitchFamily="34" charset="-122"/>
                <a:cs typeface="Georgia" pitchFamily="34" charset="-120"/>
              </a:rPr>
              <a:t>Coût total comparable sur 5 ans</a:t>
            </a:r>
            <a:endParaRPr lang="en-US" sz="1000" dirty="0"/>
          </a:p>
        </p:txBody>
      </p:sp>
      <p:sp>
        <p:nvSpPr>
          <p:cNvPr id="172" name="Text 170"/>
          <p:cNvSpPr/>
          <p:nvPr/>
        </p:nvSpPr>
        <p:spPr>
          <a:xfrm>
            <a:off x="6693408" y="2615184"/>
            <a:ext cx="2267712" cy="786384"/>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L'écart d'achat (+30%) est compensé par l'élimination des filtres coalesceurs, du séparateur huile/eau et des huiles de remplacement.</a:t>
            </a:r>
            <a:endParaRPr lang="en-US" sz="880" dirty="0"/>
          </a:p>
        </p:txBody>
      </p:sp>
      <p:sp>
        <p:nvSpPr>
          <p:cNvPr id="173" name="Shape 171"/>
          <p:cNvSpPr/>
          <p:nvPr/>
        </p:nvSpPr>
        <p:spPr>
          <a:xfrm>
            <a:off x="256032" y="3538728"/>
            <a:ext cx="2834640" cy="1234440"/>
          </a:xfrm>
          <a:prstGeom prst="rect">
            <a:avLst/>
          </a:prstGeom>
          <a:solidFill>
            <a:srgbClr val="111828"/>
          </a:solidFill>
          <a:ln w="12700">
            <a:solidFill>
              <a:srgbClr val="E8A020"/>
            </a:solidFill>
            <a:prstDash val="solid"/>
          </a:ln>
          <a:effectLst>
            <a:outerShdw sx="100000" sy="100000" kx="0" ky="0" algn="bl" rotWithShape="0" blurRad="63500" dist="25400" dir="8100000">
              <a:srgbClr val="000000">
                <a:alpha val="30000"/>
              </a:srgbClr>
            </a:outerShdw>
          </a:effectLst>
        </p:spPr>
      </p:sp>
      <p:sp>
        <p:nvSpPr>
          <p:cNvPr id="174" name="Shape 172"/>
          <p:cNvSpPr/>
          <p:nvPr/>
        </p:nvSpPr>
        <p:spPr>
          <a:xfrm>
            <a:off x="256032" y="3538728"/>
            <a:ext cx="438912" cy="1234440"/>
          </a:xfrm>
          <a:prstGeom prst="rect">
            <a:avLst/>
          </a:prstGeom>
          <a:solidFill>
            <a:srgbClr val="E8A020"/>
          </a:solidFill>
          <a:ln/>
        </p:spPr>
      </p:sp>
      <p:sp>
        <p:nvSpPr>
          <p:cNvPr id="175" name="Text 173"/>
          <p:cNvSpPr/>
          <p:nvPr/>
        </p:nvSpPr>
        <p:spPr>
          <a:xfrm>
            <a:off x="256032" y="3538728"/>
            <a:ext cx="438912" cy="1234440"/>
          </a:xfrm>
          <a:prstGeom prst="rect">
            <a:avLst/>
          </a:prstGeom>
          <a:noFill/>
          <a:ln/>
        </p:spPr>
        <p:txBody>
          <a:bodyPr wrap="square" rtlCol="0" anchor="ctr"/>
          <a:lstStyle/>
          <a:p>
            <a:pPr algn="ctr" indent="0" marL="0">
              <a:buNone/>
            </a:pPr>
            <a:r>
              <a:rPr lang="en-US" sz="1800" b="1" dirty="0">
                <a:solidFill>
                  <a:srgbClr val="0B0E18"/>
                </a:solidFill>
                <a:latin typeface="Georgia" pitchFamily="34" charset="0"/>
                <a:ea typeface="Georgia" pitchFamily="34" charset="-122"/>
                <a:cs typeface="Georgia" pitchFamily="34" charset="-120"/>
              </a:rPr>
              <a:t>04</a:t>
            </a:r>
            <a:endParaRPr lang="en-US" sz="1800" dirty="0"/>
          </a:p>
        </p:txBody>
      </p:sp>
      <p:sp>
        <p:nvSpPr>
          <p:cNvPr id="176" name="Text 174"/>
          <p:cNvSpPr/>
          <p:nvPr/>
        </p:nvSpPr>
        <p:spPr>
          <a:xfrm>
            <a:off x="768096" y="3593592"/>
            <a:ext cx="2267712" cy="329184"/>
          </a:xfrm>
          <a:prstGeom prst="rect">
            <a:avLst/>
          </a:prstGeom>
          <a:noFill/>
          <a:ln/>
        </p:spPr>
        <p:txBody>
          <a:bodyPr wrap="square" rtlCol="0" anchor="ctr"/>
          <a:lstStyle/>
          <a:p>
            <a:pPr indent="0" marL="0">
              <a:buNone/>
            </a:pPr>
            <a:r>
              <a:rPr lang="en-US" sz="1000" b="1" dirty="0">
                <a:solidFill>
                  <a:srgbClr val="E8A020"/>
                </a:solidFill>
                <a:latin typeface="Georgia" pitchFamily="34" charset="0"/>
                <a:ea typeface="Georgia" pitchFamily="34" charset="-122"/>
                <a:cs typeface="Georgia" pitchFamily="34" charset="-120"/>
              </a:rPr>
              <a:t>Robustesse au contexte marocain</a:t>
            </a:r>
            <a:endParaRPr lang="en-US" sz="1000" dirty="0"/>
          </a:p>
        </p:txBody>
      </p:sp>
      <p:sp>
        <p:nvSpPr>
          <p:cNvPr id="177" name="Text 175"/>
          <p:cNvSpPr/>
          <p:nvPr/>
        </p:nvSpPr>
        <p:spPr>
          <a:xfrm>
            <a:off x="768096" y="3941064"/>
            <a:ext cx="2267712" cy="786384"/>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Surdimensionner de 15% le débit (5,5 m³/H) pour compenser la démarche thermique estivale. Prévoir une salle ventilée &lt;40°C.</a:t>
            </a:r>
            <a:endParaRPr lang="en-US" sz="880" dirty="0"/>
          </a:p>
        </p:txBody>
      </p:sp>
      <p:sp>
        <p:nvSpPr>
          <p:cNvPr id="178" name="Shape 176"/>
          <p:cNvSpPr/>
          <p:nvPr/>
        </p:nvSpPr>
        <p:spPr>
          <a:xfrm>
            <a:off x="3218688" y="3538728"/>
            <a:ext cx="2834640" cy="1234440"/>
          </a:xfrm>
          <a:prstGeom prst="rect">
            <a:avLst/>
          </a:prstGeom>
          <a:solidFill>
            <a:srgbClr val="111828"/>
          </a:solidFill>
          <a:ln w="12700">
            <a:solidFill>
              <a:srgbClr val="C0622B"/>
            </a:solidFill>
            <a:prstDash val="solid"/>
          </a:ln>
          <a:effectLst>
            <a:outerShdw sx="100000" sy="100000" kx="0" ky="0" algn="bl" rotWithShape="0" blurRad="63500" dist="25400" dir="8100000">
              <a:srgbClr val="000000">
                <a:alpha val="30000"/>
              </a:srgbClr>
            </a:outerShdw>
          </a:effectLst>
        </p:spPr>
      </p:sp>
      <p:sp>
        <p:nvSpPr>
          <p:cNvPr id="179" name="Shape 177"/>
          <p:cNvSpPr/>
          <p:nvPr/>
        </p:nvSpPr>
        <p:spPr>
          <a:xfrm>
            <a:off x="3218688" y="3538728"/>
            <a:ext cx="438912" cy="1234440"/>
          </a:xfrm>
          <a:prstGeom prst="rect">
            <a:avLst/>
          </a:prstGeom>
          <a:solidFill>
            <a:srgbClr val="C0622B"/>
          </a:solidFill>
          <a:ln/>
        </p:spPr>
      </p:sp>
      <p:sp>
        <p:nvSpPr>
          <p:cNvPr id="180" name="Text 178"/>
          <p:cNvSpPr/>
          <p:nvPr/>
        </p:nvSpPr>
        <p:spPr>
          <a:xfrm>
            <a:off x="3218688" y="3538728"/>
            <a:ext cx="438912" cy="1234440"/>
          </a:xfrm>
          <a:prstGeom prst="rect">
            <a:avLst/>
          </a:prstGeom>
          <a:noFill/>
          <a:ln/>
        </p:spPr>
        <p:txBody>
          <a:bodyPr wrap="square" rtlCol="0" anchor="ctr"/>
          <a:lstStyle/>
          <a:p>
            <a:pPr algn="ctr" indent="0" marL="0">
              <a:buNone/>
            </a:pPr>
            <a:r>
              <a:rPr lang="en-US" sz="1800" b="1" dirty="0">
                <a:solidFill>
                  <a:srgbClr val="0B0E18"/>
                </a:solidFill>
                <a:latin typeface="Georgia" pitchFamily="34" charset="0"/>
                <a:ea typeface="Georgia" pitchFamily="34" charset="-122"/>
                <a:cs typeface="Georgia" pitchFamily="34" charset="-120"/>
              </a:rPr>
              <a:t>05</a:t>
            </a:r>
            <a:endParaRPr lang="en-US" sz="1800" dirty="0"/>
          </a:p>
        </p:txBody>
      </p:sp>
      <p:sp>
        <p:nvSpPr>
          <p:cNvPr id="181" name="Text 179"/>
          <p:cNvSpPr/>
          <p:nvPr/>
        </p:nvSpPr>
        <p:spPr>
          <a:xfrm>
            <a:off x="3730752" y="3593592"/>
            <a:ext cx="2267712" cy="329184"/>
          </a:xfrm>
          <a:prstGeom prst="rect">
            <a:avLst/>
          </a:prstGeom>
          <a:noFill/>
          <a:ln/>
        </p:spPr>
        <p:txBody>
          <a:bodyPr wrap="square" rtlCol="0" anchor="ctr"/>
          <a:lstStyle/>
          <a:p>
            <a:pPr indent="0" marL="0">
              <a:buNone/>
            </a:pPr>
            <a:r>
              <a:rPr lang="en-US" sz="1000" b="1" dirty="0">
                <a:solidFill>
                  <a:srgbClr val="C0622B"/>
                </a:solidFill>
                <a:latin typeface="Georgia" pitchFamily="34" charset="0"/>
                <a:ea typeface="Georgia" pitchFamily="34" charset="-122"/>
                <a:cs typeface="Georgia" pitchFamily="34" charset="-120"/>
              </a:rPr>
              <a:t>Alternative acceptable — À HUILE</a:t>
            </a:r>
            <a:endParaRPr lang="en-US" sz="1000" dirty="0"/>
          </a:p>
        </p:txBody>
      </p:sp>
      <p:sp>
        <p:nvSpPr>
          <p:cNvPr id="182" name="Text 180"/>
          <p:cNvSpPr/>
          <p:nvPr/>
        </p:nvSpPr>
        <p:spPr>
          <a:xfrm>
            <a:off x="3730752" y="3941064"/>
            <a:ext cx="2267712" cy="786384"/>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Si budget contraint : compresseur à huile AVEC train complet (coalesceur + charbon actif + filtre stérile 0,2 µm) + alarme huile résiduelle en ligne. Point d'usage enrobeur : filtre stérile obligatoire.</a:t>
            </a:r>
            <a:endParaRPr lang="en-US" sz="880" dirty="0"/>
          </a:p>
        </p:txBody>
      </p:sp>
      <p:sp>
        <p:nvSpPr>
          <p:cNvPr id="183" name="Shape 181"/>
          <p:cNvSpPr/>
          <p:nvPr/>
        </p:nvSpPr>
        <p:spPr>
          <a:xfrm>
            <a:off x="6181344" y="3538728"/>
            <a:ext cx="2834640" cy="1234440"/>
          </a:xfrm>
          <a:prstGeom prst="rect">
            <a:avLst/>
          </a:prstGeom>
          <a:solidFill>
            <a:srgbClr val="111828"/>
          </a:solidFill>
          <a:ln w="12700">
            <a:solidFill>
              <a:srgbClr val="1A5FA8"/>
            </a:solidFill>
            <a:prstDash val="solid"/>
          </a:ln>
          <a:effectLst>
            <a:outerShdw sx="100000" sy="100000" kx="0" ky="0" algn="bl" rotWithShape="0" blurRad="63500" dist="25400" dir="8100000">
              <a:srgbClr val="000000">
                <a:alpha val="30000"/>
              </a:srgbClr>
            </a:outerShdw>
          </a:effectLst>
        </p:spPr>
      </p:sp>
      <p:sp>
        <p:nvSpPr>
          <p:cNvPr id="184" name="Shape 182"/>
          <p:cNvSpPr/>
          <p:nvPr/>
        </p:nvSpPr>
        <p:spPr>
          <a:xfrm>
            <a:off x="6181344" y="3538728"/>
            <a:ext cx="438912" cy="1234440"/>
          </a:xfrm>
          <a:prstGeom prst="rect">
            <a:avLst/>
          </a:prstGeom>
          <a:solidFill>
            <a:srgbClr val="1A5FA8"/>
          </a:solidFill>
          <a:ln/>
        </p:spPr>
      </p:sp>
      <p:sp>
        <p:nvSpPr>
          <p:cNvPr id="185" name="Text 183"/>
          <p:cNvSpPr/>
          <p:nvPr/>
        </p:nvSpPr>
        <p:spPr>
          <a:xfrm>
            <a:off x="6181344" y="3538728"/>
            <a:ext cx="438912" cy="1234440"/>
          </a:xfrm>
          <a:prstGeom prst="rect">
            <a:avLst/>
          </a:prstGeom>
          <a:noFill/>
          <a:ln/>
        </p:spPr>
        <p:txBody>
          <a:bodyPr wrap="square" rtlCol="0" anchor="ctr"/>
          <a:lstStyle/>
          <a:p>
            <a:pPr algn="ctr" indent="0" marL="0">
              <a:buNone/>
            </a:pPr>
            <a:r>
              <a:rPr lang="en-US" sz="1800" b="1" dirty="0">
                <a:solidFill>
                  <a:srgbClr val="0B0E18"/>
                </a:solidFill>
                <a:latin typeface="Georgia" pitchFamily="34" charset="0"/>
                <a:ea typeface="Georgia" pitchFamily="34" charset="-122"/>
                <a:cs typeface="Georgia" pitchFamily="34" charset="-120"/>
              </a:rPr>
              <a:t>06</a:t>
            </a:r>
            <a:endParaRPr lang="en-US" sz="1800" dirty="0"/>
          </a:p>
        </p:txBody>
      </p:sp>
      <p:sp>
        <p:nvSpPr>
          <p:cNvPr id="186" name="Text 184"/>
          <p:cNvSpPr/>
          <p:nvPr/>
        </p:nvSpPr>
        <p:spPr>
          <a:xfrm>
            <a:off x="6693408" y="3593592"/>
            <a:ext cx="2267712" cy="329184"/>
          </a:xfrm>
          <a:prstGeom prst="rect">
            <a:avLst/>
          </a:prstGeom>
          <a:noFill/>
          <a:ln/>
        </p:spPr>
        <p:txBody>
          <a:bodyPr wrap="square" rtlCol="0" anchor="ctr"/>
          <a:lstStyle/>
          <a:p>
            <a:pPr indent="0" marL="0">
              <a:buNone/>
            </a:pPr>
            <a:r>
              <a:rPr lang="en-US" sz="1000" b="1" dirty="0">
                <a:solidFill>
                  <a:srgbClr val="1A5FA8"/>
                </a:solidFill>
                <a:latin typeface="Georgia" pitchFamily="34" charset="0"/>
                <a:ea typeface="Georgia" pitchFamily="34" charset="-122"/>
                <a:cs typeface="Georgia" pitchFamily="34" charset="-120"/>
              </a:rPr>
              <a:t>Configuration N+1 recommandée</a:t>
            </a:r>
            <a:endParaRPr lang="en-US" sz="1000" dirty="0"/>
          </a:p>
        </p:txBody>
      </p:sp>
      <p:sp>
        <p:nvSpPr>
          <p:cNvPr id="187" name="Text 185"/>
          <p:cNvSpPr/>
          <p:nvPr/>
        </p:nvSpPr>
        <p:spPr>
          <a:xfrm>
            <a:off x="6693408" y="3941064"/>
            <a:ext cx="2267712" cy="786384"/>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Deux compresseurs plus petits plutôt qu'un seul : si l'un tombe en panne, la ligne ne s'arrête pas. La ligne 5 T/H ne peut tolérer zéro air comprimé.</a:t>
            </a:r>
            <a:endParaRPr lang="en-US" sz="880" dirty="0"/>
          </a:p>
        </p:txBody>
      </p:sp>
      <p:sp>
        <p:nvSpPr>
          <p:cNvPr id="188" name="Shape 186"/>
          <p:cNvSpPr/>
          <p:nvPr/>
        </p:nvSpPr>
        <p:spPr>
          <a:xfrm rot="2700000">
            <a:off x="13716" y="4846320"/>
            <a:ext cx="82296" cy="82296"/>
          </a:xfrm>
          <a:prstGeom prst="rect">
            <a:avLst/>
          </a:prstGeom>
          <a:solidFill>
            <a:srgbClr val="D4951A">
              <a:alpha val="15000"/>
            </a:srgbClr>
          </a:solidFill>
          <a:ln w="12700">
            <a:solidFill>
              <a:srgbClr val="D4951A"/>
            </a:solidFill>
            <a:prstDash val="solid"/>
          </a:ln>
        </p:spPr>
      </p:sp>
      <p:sp>
        <p:nvSpPr>
          <p:cNvPr id="189" name="Shape 187"/>
          <p:cNvSpPr/>
          <p:nvPr/>
        </p:nvSpPr>
        <p:spPr>
          <a:xfrm rot="2700000">
            <a:off x="137160" y="4846320"/>
            <a:ext cx="82296" cy="82296"/>
          </a:xfrm>
          <a:prstGeom prst="rect">
            <a:avLst/>
          </a:prstGeom>
          <a:solidFill>
            <a:srgbClr val="D4951A">
              <a:alpha val="15000"/>
            </a:srgbClr>
          </a:solidFill>
          <a:ln w="12700">
            <a:solidFill>
              <a:srgbClr val="D4951A"/>
            </a:solidFill>
            <a:prstDash val="solid"/>
          </a:ln>
        </p:spPr>
      </p:sp>
      <p:sp>
        <p:nvSpPr>
          <p:cNvPr id="190" name="Shape 188"/>
          <p:cNvSpPr/>
          <p:nvPr/>
        </p:nvSpPr>
        <p:spPr>
          <a:xfrm rot="2700000">
            <a:off x="260604" y="4846320"/>
            <a:ext cx="82296" cy="82296"/>
          </a:xfrm>
          <a:prstGeom prst="rect">
            <a:avLst/>
          </a:prstGeom>
          <a:solidFill>
            <a:srgbClr val="D4951A">
              <a:alpha val="15000"/>
            </a:srgbClr>
          </a:solidFill>
          <a:ln w="12700">
            <a:solidFill>
              <a:srgbClr val="D4951A"/>
            </a:solidFill>
            <a:prstDash val="solid"/>
          </a:ln>
        </p:spPr>
      </p:sp>
      <p:sp>
        <p:nvSpPr>
          <p:cNvPr id="191" name="Shape 189"/>
          <p:cNvSpPr/>
          <p:nvPr/>
        </p:nvSpPr>
        <p:spPr>
          <a:xfrm rot="2700000">
            <a:off x="384048" y="4846320"/>
            <a:ext cx="82296" cy="82296"/>
          </a:xfrm>
          <a:prstGeom prst="rect">
            <a:avLst/>
          </a:prstGeom>
          <a:solidFill>
            <a:srgbClr val="D4951A">
              <a:alpha val="15000"/>
            </a:srgbClr>
          </a:solidFill>
          <a:ln w="12700">
            <a:solidFill>
              <a:srgbClr val="D4951A"/>
            </a:solidFill>
            <a:prstDash val="solid"/>
          </a:ln>
        </p:spPr>
      </p:sp>
      <p:sp>
        <p:nvSpPr>
          <p:cNvPr id="192" name="Shape 190"/>
          <p:cNvSpPr/>
          <p:nvPr/>
        </p:nvSpPr>
        <p:spPr>
          <a:xfrm rot="2700000">
            <a:off x="507492" y="4846320"/>
            <a:ext cx="82296" cy="82296"/>
          </a:xfrm>
          <a:prstGeom prst="rect">
            <a:avLst/>
          </a:prstGeom>
          <a:solidFill>
            <a:srgbClr val="D4951A">
              <a:alpha val="15000"/>
            </a:srgbClr>
          </a:solidFill>
          <a:ln w="12700">
            <a:solidFill>
              <a:srgbClr val="D4951A"/>
            </a:solidFill>
            <a:prstDash val="solid"/>
          </a:ln>
        </p:spPr>
      </p:sp>
      <p:sp>
        <p:nvSpPr>
          <p:cNvPr id="193" name="Shape 191"/>
          <p:cNvSpPr/>
          <p:nvPr/>
        </p:nvSpPr>
        <p:spPr>
          <a:xfrm rot="2700000">
            <a:off x="630936" y="4846320"/>
            <a:ext cx="82296" cy="82296"/>
          </a:xfrm>
          <a:prstGeom prst="rect">
            <a:avLst/>
          </a:prstGeom>
          <a:solidFill>
            <a:srgbClr val="D4951A">
              <a:alpha val="15000"/>
            </a:srgbClr>
          </a:solidFill>
          <a:ln w="12700">
            <a:solidFill>
              <a:srgbClr val="D4951A"/>
            </a:solidFill>
            <a:prstDash val="solid"/>
          </a:ln>
        </p:spPr>
      </p:sp>
      <p:sp>
        <p:nvSpPr>
          <p:cNvPr id="194" name="Shape 192"/>
          <p:cNvSpPr/>
          <p:nvPr/>
        </p:nvSpPr>
        <p:spPr>
          <a:xfrm rot="2700000">
            <a:off x="754380" y="4846320"/>
            <a:ext cx="82296" cy="82296"/>
          </a:xfrm>
          <a:prstGeom prst="rect">
            <a:avLst/>
          </a:prstGeom>
          <a:solidFill>
            <a:srgbClr val="D4951A">
              <a:alpha val="15000"/>
            </a:srgbClr>
          </a:solidFill>
          <a:ln w="12700">
            <a:solidFill>
              <a:srgbClr val="D4951A"/>
            </a:solidFill>
            <a:prstDash val="solid"/>
          </a:ln>
        </p:spPr>
      </p:sp>
      <p:sp>
        <p:nvSpPr>
          <p:cNvPr id="195" name="Shape 193"/>
          <p:cNvSpPr/>
          <p:nvPr/>
        </p:nvSpPr>
        <p:spPr>
          <a:xfrm rot="2700000">
            <a:off x="877824" y="4846320"/>
            <a:ext cx="82296" cy="82296"/>
          </a:xfrm>
          <a:prstGeom prst="rect">
            <a:avLst/>
          </a:prstGeom>
          <a:solidFill>
            <a:srgbClr val="D4951A">
              <a:alpha val="15000"/>
            </a:srgbClr>
          </a:solidFill>
          <a:ln w="12700">
            <a:solidFill>
              <a:srgbClr val="D4951A"/>
            </a:solidFill>
            <a:prstDash val="solid"/>
          </a:ln>
        </p:spPr>
      </p:sp>
      <p:sp>
        <p:nvSpPr>
          <p:cNvPr id="196" name="Shape 194"/>
          <p:cNvSpPr/>
          <p:nvPr/>
        </p:nvSpPr>
        <p:spPr>
          <a:xfrm rot="2700000">
            <a:off x="1001268" y="4846320"/>
            <a:ext cx="82296" cy="82296"/>
          </a:xfrm>
          <a:prstGeom prst="rect">
            <a:avLst/>
          </a:prstGeom>
          <a:solidFill>
            <a:srgbClr val="D4951A">
              <a:alpha val="15000"/>
            </a:srgbClr>
          </a:solidFill>
          <a:ln w="12700">
            <a:solidFill>
              <a:srgbClr val="D4951A"/>
            </a:solidFill>
            <a:prstDash val="solid"/>
          </a:ln>
        </p:spPr>
      </p:sp>
      <p:sp>
        <p:nvSpPr>
          <p:cNvPr id="197" name="Shape 195"/>
          <p:cNvSpPr/>
          <p:nvPr/>
        </p:nvSpPr>
        <p:spPr>
          <a:xfrm rot="2700000">
            <a:off x="1124712" y="4846320"/>
            <a:ext cx="82296" cy="82296"/>
          </a:xfrm>
          <a:prstGeom prst="rect">
            <a:avLst/>
          </a:prstGeom>
          <a:solidFill>
            <a:srgbClr val="D4951A">
              <a:alpha val="15000"/>
            </a:srgbClr>
          </a:solidFill>
          <a:ln w="12700">
            <a:solidFill>
              <a:srgbClr val="D4951A"/>
            </a:solidFill>
            <a:prstDash val="solid"/>
          </a:ln>
        </p:spPr>
      </p:sp>
      <p:sp>
        <p:nvSpPr>
          <p:cNvPr id="198" name="Shape 196"/>
          <p:cNvSpPr/>
          <p:nvPr/>
        </p:nvSpPr>
        <p:spPr>
          <a:xfrm rot="2700000">
            <a:off x="1248156" y="4846320"/>
            <a:ext cx="82296" cy="82296"/>
          </a:xfrm>
          <a:prstGeom prst="rect">
            <a:avLst/>
          </a:prstGeom>
          <a:solidFill>
            <a:srgbClr val="D4951A">
              <a:alpha val="15000"/>
            </a:srgbClr>
          </a:solidFill>
          <a:ln w="12700">
            <a:solidFill>
              <a:srgbClr val="D4951A"/>
            </a:solidFill>
            <a:prstDash val="solid"/>
          </a:ln>
        </p:spPr>
      </p:sp>
      <p:sp>
        <p:nvSpPr>
          <p:cNvPr id="199" name="Shape 197"/>
          <p:cNvSpPr/>
          <p:nvPr/>
        </p:nvSpPr>
        <p:spPr>
          <a:xfrm rot="2700000">
            <a:off x="1371600" y="4846320"/>
            <a:ext cx="82296" cy="82296"/>
          </a:xfrm>
          <a:prstGeom prst="rect">
            <a:avLst/>
          </a:prstGeom>
          <a:solidFill>
            <a:srgbClr val="D4951A">
              <a:alpha val="15000"/>
            </a:srgbClr>
          </a:solidFill>
          <a:ln w="12700">
            <a:solidFill>
              <a:srgbClr val="D4951A"/>
            </a:solidFill>
            <a:prstDash val="solid"/>
          </a:ln>
        </p:spPr>
      </p:sp>
      <p:sp>
        <p:nvSpPr>
          <p:cNvPr id="200" name="Shape 198"/>
          <p:cNvSpPr/>
          <p:nvPr/>
        </p:nvSpPr>
        <p:spPr>
          <a:xfrm rot="2700000">
            <a:off x="1495044" y="4846320"/>
            <a:ext cx="82296" cy="82296"/>
          </a:xfrm>
          <a:prstGeom prst="rect">
            <a:avLst/>
          </a:prstGeom>
          <a:solidFill>
            <a:srgbClr val="D4951A">
              <a:alpha val="15000"/>
            </a:srgbClr>
          </a:solidFill>
          <a:ln w="12700">
            <a:solidFill>
              <a:srgbClr val="D4951A"/>
            </a:solidFill>
            <a:prstDash val="solid"/>
          </a:ln>
        </p:spPr>
      </p:sp>
      <p:sp>
        <p:nvSpPr>
          <p:cNvPr id="201" name="Shape 199"/>
          <p:cNvSpPr/>
          <p:nvPr/>
        </p:nvSpPr>
        <p:spPr>
          <a:xfrm rot="2700000">
            <a:off x="1618488" y="4846320"/>
            <a:ext cx="82296" cy="82296"/>
          </a:xfrm>
          <a:prstGeom prst="rect">
            <a:avLst/>
          </a:prstGeom>
          <a:solidFill>
            <a:srgbClr val="D4951A">
              <a:alpha val="15000"/>
            </a:srgbClr>
          </a:solidFill>
          <a:ln w="12700">
            <a:solidFill>
              <a:srgbClr val="D4951A"/>
            </a:solidFill>
            <a:prstDash val="solid"/>
          </a:ln>
        </p:spPr>
      </p:sp>
      <p:sp>
        <p:nvSpPr>
          <p:cNvPr id="202" name="Shape 200"/>
          <p:cNvSpPr/>
          <p:nvPr/>
        </p:nvSpPr>
        <p:spPr>
          <a:xfrm rot="2700000">
            <a:off x="1741932" y="4846320"/>
            <a:ext cx="82296" cy="82296"/>
          </a:xfrm>
          <a:prstGeom prst="rect">
            <a:avLst/>
          </a:prstGeom>
          <a:solidFill>
            <a:srgbClr val="D4951A">
              <a:alpha val="15000"/>
            </a:srgbClr>
          </a:solidFill>
          <a:ln w="12700">
            <a:solidFill>
              <a:srgbClr val="D4951A"/>
            </a:solidFill>
            <a:prstDash val="solid"/>
          </a:ln>
        </p:spPr>
      </p:sp>
      <p:sp>
        <p:nvSpPr>
          <p:cNvPr id="203" name="Shape 201"/>
          <p:cNvSpPr/>
          <p:nvPr/>
        </p:nvSpPr>
        <p:spPr>
          <a:xfrm rot="2700000">
            <a:off x="1865376" y="4846320"/>
            <a:ext cx="82296" cy="82296"/>
          </a:xfrm>
          <a:prstGeom prst="rect">
            <a:avLst/>
          </a:prstGeom>
          <a:solidFill>
            <a:srgbClr val="D4951A">
              <a:alpha val="15000"/>
            </a:srgbClr>
          </a:solidFill>
          <a:ln w="12700">
            <a:solidFill>
              <a:srgbClr val="D4951A"/>
            </a:solidFill>
            <a:prstDash val="solid"/>
          </a:ln>
        </p:spPr>
      </p:sp>
      <p:sp>
        <p:nvSpPr>
          <p:cNvPr id="204" name="Shape 202"/>
          <p:cNvSpPr/>
          <p:nvPr/>
        </p:nvSpPr>
        <p:spPr>
          <a:xfrm rot="2700000">
            <a:off x="1988820" y="4846320"/>
            <a:ext cx="82296" cy="82296"/>
          </a:xfrm>
          <a:prstGeom prst="rect">
            <a:avLst/>
          </a:prstGeom>
          <a:solidFill>
            <a:srgbClr val="D4951A">
              <a:alpha val="15000"/>
            </a:srgbClr>
          </a:solidFill>
          <a:ln w="12700">
            <a:solidFill>
              <a:srgbClr val="D4951A"/>
            </a:solidFill>
            <a:prstDash val="solid"/>
          </a:ln>
        </p:spPr>
      </p:sp>
      <p:sp>
        <p:nvSpPr>
          <p:cNvPr id="205" name="Shape 203"/>
          <p:cNvSpPr/>
          <p:nvPr/>
        </p:nvSpPr>
        <p:spPr>
          <a:xfrm rot="2700000">
            <a:off x="2112264" y="4846320"/>
            <a:ext cx="82296" cy="82296"/>
          </a:xfrm>
          <a:prstGeom prst="rect">
            <a:avLst/>
          </a:prstGeom>
          <a:solidFill>
            <a:srgbClr val="D4951A">
              <a:alpha val="15000"/>
            </a:srgbClr>
          </a:solidFill>
          <a:ln w="12700">
            <a:solidFill>
              <a:srgbClr val="D4951A"/>
            </a:solidFill>
            <a:prstDash val="solid"/>
          </a:ln>
        </p:spPr>
      </p:sp>
      <p:sp>
        <p:nvSpPr>
          <p:cNvPr id="206" name="Shape 204"/>
          <p:cNvSpPr/>
          <p:nvPr/>
        </p:nvSpPr>
        <p:spPr>
          <a:xfrm rot="2700000">
            <a:off x="2235708" y="4846320"/>
            <a:ext cx="82296" cy="82296"/>
          </a:xfrm>
          <a:prstGeom prst="rect">
            <a:avLst/>
          </a:prstGeom>
          <a:solidFill>
            <a:srgbClr val="D4951A">
              <a:alpha val="15000"/>
            </a:srgbClr>
          </a:solidFill>
          <a:ln w="12700">
            <a:solidFill>
              <a:srgbClr val="D4951A"/>
            </a:solidFill>
            <a:prstDash val="solid"/>
          </a:ln>
        </p:spPr>
      </p:sp>
      <p:sp>
        <p:nvSpPr>
          <p:cNvPr id="207" name="Shape 205"/>
          <p:cNvSpPr/>
          <p:nvPr/>
        </p:nvSpPr>
        <p:spPr>
          <a:xfrm rot="2700000">
            <a:off x="2359152" y="4846320"/>
            <a:ext cx="82296" cy="82296"/>
          </a:xfrm>
          <a:prstGeom prst="rect">
            <a:avLst/>
          </a:prstGeom>
          <a:solidFill>
            <a:srgbClr val="D4951A">
              <a:alpha val="15000"/>
            </a:srgbClr>
          </a:solidFill>
          <a:ln w="12700">
            <a:solidFill>
              <a:srgbClr val="D4951A"/>
            </a:solidFill>
            <a:prstDash val="solid"/>
          </a:ln>
        </p:spPr>
      </p:sp>
      <p:sp>
        <p:nvSpPr>
          <p:cNvPr id="208" name="Shape 206"/>
          <p:cNvSpPr/>
          <p:nvPr/>
        </p:nvSpPr>
        <p:spPr>
          <a:xfrm rot="2700000">
            <a:off x="2482596" y="4846320"/>
            <a:ext cx="82296" cy="82296"/>
          </a:xfrm>
          <a:prstGeom prst="rect">
            <a:avLst/>
          </a:prstGeom>
          <a:solidFill>
            <a:srgbClr val="D4951A">
              <a:alpha val="15000"/>
            </a:srgbClr>
          </a:solidFill>
          <a:ln w="12700">
            <a:solidFill>
              <a:srgbClr val="D4951A"/>
            </a:solidFill>
            <a:prstDash val="solid"/>
          </a:ln>
        </p:spPr>
      </p:sp>
      <p:sp>
        <p:nvSpPr>
          <p:cNvPr id="209" name="Shape 207"/>
          <p:cNvSpPr/>
          <p:nvPr/>
        </p:nvSpPr>
        <p:spPr>
          <a:xfrm rot="2700000">
            <a:off x="2606040" y="4846320"/>
            <a:ext cx="82296" cy="82296"/>
          </a:xfrm>
          <a:prstGeom prst="rect">
            <a:avLst/>
          </a:prstGeom>
          <a:solidFill>
            <a:srgbClr val="D4951A">
              <a:alpha val="15000"/>
            </a:srgbClr>
          </a:solidFill>
          <a:ln w="12700">
            <a:solidFill>
              <a:srgbClr val="D4951A"/>
            </a:solidFill>
            <a:prstDash val="solid"/>
          </a:ln>
        </p:spPr>
      </p:sp>
      <p:sp>
        <p:nvSpPr>
          <p:cNvPr id="210" name="Shape 208"/>
          <p:cNvSpPr/>
          <p:nvPr/>
        </p:nvSpPr>
        <p:spPr>
          <a:xfrm rot="2700000">
            <a:off x="2729484" y="4846320"/>
            <a:ext cx="82296" cy="82296"/>
          </a:xfrm>
          <a:prstGeom prst="rect">
            <a:avLst/>
          </a:prstGeom>
          <a:solidFill>
            <a:srgbClr val="D4951A">
              <a:alpha val="15000"/>
            </a:srgbClr>
          </a:solidFill>
          <a:ln w="12700">
            <a:solidFill>
              <a:srgbClr val="D4951A"/>
            </a:solidFill>
            <a:prstDash val="solid"/>
          </a:ln>
        </p:spPr>
      </p:sp>
      <p:sp>
        <p:nvSpPr>
          <p:cNvPr id="211" name="Shape 209"/>
          <p:cNvSpPr/>
          <p:nvPr/>
        </p:nvSpPr>
        <p:spPr>
          <a:xfrm rot="2700000">
            <a:off x="2852928" y="4846320"/>
            <a:ext cx="82296" cy="82296"/>
          </a:xfrm>
          <a:prstGeom prst="rect">
            <a:avLst/>
          </a:prstGeom>
          <a:solidFill>
            <a:srgbClr val="D4951A">
              <a:alpha val="15000"/>
            </a:srgbClr>
          </a:solidFill>
          <a:ln w="12700">
            <a:solidFill>
              <a:srgbClr val="D4951A"/>
            </a:solidFill>
            <a:prstDash val="solid"/>
          </a:ln>
        </p:spPr>
      </p:sp>
      <p:sp>
        <p:nvSpPr>
          <p:cNvPr id="212" name="Shape 210"/>
          <p:cNvSpPr/>
          <p:nvPr/>
        </p:nvSpPr>
        <p:spPr>
          <a:xfrm rot="2700000">
            <a:off x="2976372" y="4846320"/>
            <a:ext cx="82296" cy="82296"/>
          </a:xfrm>
          <a:prstGeom prst="rect">
            <a:avLst/>
          </a:prstGeom>
          <a:solidFill>
            <a:srgbClr val="D4951A">
              <a:alpha val="15000"/>
            </a:srgbClr>
          </a:solidFill>
          <a:ln w="12700">
            <a:solidFill>
              <a:srgbClr val="D4951A"/>
            </a:solidFill>
            <a:prstDash val="solid"/>
          </a:ln>
        </p:spPr>
      </p:sp>
      <p:sp>
        <p:nvSpPr>
          <p:cNvPr id="213" name="Shape 211"/>
          <p:cNvSpPr/>
          <p:nvPr/>
        </p:nvSpPr>
        <p:spPr>
          <a:xfrm rot="2700000">
            <a:off x="3099816" y="4846320"/>
            <a:ext cx="82296" cy="82296"/>
          </a:xfrm>
          <a:prstGeom prst="rect">
            <a:avLst/>
          </a:prstGeom>
          <a:solidFill>
            <a:srgbClr val="D4951A">
              <a:alpha val="15000"/>
            </a:srgbClr>
          </a:solidFill>
          <a:ln w="12700">
            <a:solidFill>
              <a:srgbClr val="D4951A"/>
            </a:solidFill>
            <a:prstDash val="solid"/>
          </a:ln>
        </p:spPr>
      </p:sp>
      <p:sp>
        <p:nvSpPr>
          <p:cNvPr id="214" name="Shape 212"/>
          <p:cNvSpPr/>
          <p:nvPr/>
        </p:nvSpPr>
        <p:spPr>
          <a:xfrm rot="2700000">
            <a:off x="3223260" y="4846320"/>
            <a:ext cx="82296" cy="82296"/>
          </a:xfrm>
          <a:prstGeom prst="rect">
            <a:avLst/>
          </a:prstGeom>
          <a:solidFill>
            <a:srgbClr val="D4951A">
              <a:alpha val="15000"/>
            </a:srgbClr>
          </a:solidFill>
          <a:ln w="12700">
            <a:solidFill>
              <a:srgbClr val="D4951A"/>
            </a:solidFill>
            <a:prstDash val="solid"/>
          </a:ln>
        </p:spPr>
      </p:sp>
      <p:sp>
        <p:nvSpPr>
          <p:cNvPr id="215" name="Shape 213"/>
          <p:cNvSpPr/>
          <p:nvPr/>
        </p:nvSpPr>
        <p:spPr>
          <a:xfrm rot="2700000">
            <a:off x="3346704" y="4846320"/>
            <a:ext cx="82296" cy="82296"/>
          </a:xfrm>
          <a:prstGeom prst="rect">
            <a:avLst/>
          </a:prstGeom>
          <a:solidFill>
            <a:srgbClr val="D4951A">
              <a:alpha val="15000"/>
            </a:srgbClr>
          </a:solidFill>
          <a:ln w="12700">
            <a:solidFill>
              <a:srgbClr val="D4951A"/>
            </a:solidFill>
            <a:prstDash val="solid"/>
          </a:ln>
        </p:spPr>
      </p:sp>
      <p:sp>
        <p:nvSpPr>
          <p:cNvPr id="216" name="Shape 214"/>
          <p:cNvSpPr/>
          <p:nvPr/>
        </p:nvSpPr>
        <p:spPr>
          <a:xfrm rot="2700000">
            <a:off x="3470148" y="4846320"/>
            <a:ext cx="82296" cy="82296"/>
          </a:xfrm>
          <a:prstGeom prst="rect">
            <a:avLst/>
          </a:prstGeom>
          <a:solidFill>
            <a:srgbClr val="D4951A">
              <a:alpha val="15000"/>
            </a:srgbClr>
          </a:solidFill>
          <a:ln w="12700">
            <a:solidFill>
              <a:srgbClr val="D4951A"/>
            </a:solidFill>
            <a:prstDash val="solid"/>
          </a:ln>
        </p:spPr>
      </p:sp>
      <p:sp>
        <p:nvSpPr>
          <p:cNvPr id="217" name="Shape 215"/>
          <p:cNvSpPr/>
          <p:nvPr/>
        </p:nvSpPr>
        <p:spPr>
          <a:xfrm rot="2700000">
            <a:off x="3593592" y="4846320"/>
            <a:ext cx="82296" cy="82296"/>
          </a:xfrm>
          <a:prstGeom prst="rect">
            <a:avLst/>
          </a:prstGeom>
          <a:solidFill>
            <a:srgbClr val="D4951A">
              <a:alpha val="15000"/>
            </a:srgbClr>
          </a:solidFill>
          <a:ln w="12700">
            <a:solidFill>
              <a:srgbClr val="D4951A"/>
            </a:solidFill>
            <a:prstDash val="solid"/>
          </a:ln>
        </p:spPr>
      </p:sp>
      <p:sp>
        <p:nvSpPr>
          <p:cNvPr id="218" name="Shape 216"/>
          <p:cNvSpPr/>
          <p:nvPr/>
        </p:nvSpPr>
        <p:spPr>
          <a:xfrm rot="2700000">
            <a:off x="3717036" y="4846320"/>
            <a:ext cx="82296" cy="82296"/>
          </a:xfrm>
          <a:prstGeom prst="rect">
            <a:avLst/>
          </a:prstGeom>
          <a:solidFill>
            <a:srgbClr val="D4951A">
              <a:alpha val="15000"/>
            </a:srgbClr>
          </a:solidFill>
          <a:ln w="12700">
            <a:solidFill>
              <a:srgbClr val="D4951A"/>
            </a:solidFill>
            <a:prstDash val="solid"/>
          </a:ln>
        </p:spPr>
      </p:sp>
      <p:sp>
        <p:nvSpPr>
          <p:cNvPr id="219" name="Shape 217"/>
          <p:cNvSpPr/>
          <p:nvPr/>
        </p:nvSpPr>
        <p:spPr>
          <a:xfrm rot="2700000">
            <a:off x="3840480" y="4846320"/>
            <a:ext cx="82296" cy="82296"/>
          </a:xfrm>
          <a:prstGeom prst="rect">
            <a:avLst/>
          </a:prstGeom>
          <a:solidFill>
            <a:srgbClr val="D4951A">
              <a:alpha val="15000"/>
            </a:srgbClr>
          </a:solidFill>
          <a:ln w="12700">
            <a:solidFill>
              <a:srgbClr val="D4951A"/>
            </a:solidFill>
            <a:prstDash val="solid"/>
          </a:ln>
        </p:spPr>
      </p:sp>
      <p:sp>
        <p:nvSpPr>
          <p:cNvPr id="220" name="Shape 218"/>
          <p:cNvSpPr/>
          <p:nvPr/>
        </p:nvSpPr>
        <p:spPr>
          <a:xfrm rot="2700000">
            <a:off x="3963924" y="4846320"/>
            <a:ext cx="82296" cy="82296"/>
          </a:xfrm>
          <a:prstGeom prst="rect">
            <a:avLst/>
          </a:prstGeom>
          <a:solidFill>
            <a:srgbClr val="D4951A">
              <a:alpha val="15000"/>
            </a:srgbClr>
          </a:solidFill>
          <a:ln w="12700">
            <a:solidFill>
              <a:srgbClr val="D4951A"/>
            </a:solidFill>
            <a:prstDash val="solid"/>
          </a:ln>
        </p:spPr>
      </p:sp>
      <p:sp>
        <p:nvSpPr>
          <p:cNvPr id="221" name="Shape 219"/>
          <p:cNvSpPr/>
          <p:nvPr/>
        </p:nvSpPr>
        <p:spPr>
          <a:xfrm rot="2700000">
            <a:off x="4087368" y="4846320"/>
            <a:ext cx="82296" cy="82296"/>
          </a:xfrm>
          <a:prstGeom prst="rect">
            <a:avLst/>
          </a:prstGeom>
          <a:solidFill>
            <a:srgbClr val="D4951A">
              <a:alpha val="15000"/>
            </a:srgbClr>
          </a:solidFill>
          <a:ln w="12700">
            <a:solidFill>
              <a:srgbClr val="D4951A"/>
            </a:solidFill>
            <a:prstDash val="solid"/>
          </a:ln>
        </p:spPr>
      </p:sp>
      <p:sp>
        <p:nvSpPr>
          <p:cNvPr id="222" name="Shape 220"/>
          <p:cNvSpPr/>
          <p:nvPr/>
        </p:nvSpPr>
        <p:spPr>
          <a:xfrm rot="2700000">
            <a:off x="4210812" y="4846320"/>
            <a:ext cx="82296" cy="82296"/>
          </a:xfrm>
          <a:prstGeom prst="rect">
            <a:avLst/>
          </a:prstGeom>
          <a:solidFill>
            <a:srgbClr val="D4951A">
              <a:alpha val="15000"/>
            </a:srgbClr>
          </a:solidFill>
          <a:ln w="12700">
            <a:solidFill>
              <a:srgbClr val="D4951A"/>
            </a:solidFill>
            <a:prstDash val="solid"/>
          </a:ln>
        </p:spPr>
      </p:sp>
      <p:sp>
        <p:nvSpPr>
          <p:cNvPr id="223" name="Shape 221"/>
          <p:cNvSpPr/>
          <p:nvPr/>
        </p:nvSpPr>
        <p:spPr>
          <a:xfrm rot="2700000">
            <a:off x="4334256" y="4846320"/>
            <a:ext cx="82296" cy="82296"/>
          </a:xfrm>
          <a:prstGeom prst="rect">
            <a:avLst/>
          </a:prstGeom>
          <a:solidFill>
            <a:srgbClr val="D4951A">
              <a:alpha val="15000"/>
            </a:srgbClr>
          </a:solidFill>
          <a:ln w="12700">
            <a:solidFill>
              <a:srgbClr val="D4951A"/>
            </a:solidFill>
            <a:prstDash val="solid"/>
          </a:ln>
        </p:spPr>
      </p:sp>
      <p:sp>
        <p:nvSpPr>
          <p:cNvPr id="224" name="Shape 222"/>
          <p:cNvSpPr/>
          <p:nvPr/>
        </p:nvSpPr>
        <p:spPr>
          <a:xfrm rot="2700000">
            <a:off x="4457700" y="4846320"/>
            <a:ext cx="82296" cy="82296"/>
          </a:xfrm>
          <a:prstGeom prst="rect">
            <a:avLst/>
          </a:prstGeom>
          <a:solidFill>
            <a:srgbClr val="D4951A">
              <a:alpha val="15000"/>
            </a:srgbClr>
          </a:solidFill>
          <a:ln w="12700">
            <a:solidFill>
              <a:srgbClr val="D4951A"/>
            </a:solidFill>
            <a:prstDash val="solid"/>
          </a:ln>
        </p:spPr>
      </p:sp>
      <p:sp>
        <p:nvSpPr>
          <p:cNvPr id="225" name="Shape 223"/>
          <p:cNvSpPr/>
          <p:nvPr/>
        </p:nvSpPr>
        <p:spPr>
          <a:xfrm rot="2700000">
            <a:off x="4581144" y="4846320"/>
            <a:ext cx="82296" cy="82296"/>
          </a:xfrm>
          <a:prstGeom prst="rect">
            <a:avLst/>
          </a:prstGeom>
          <a:solidFill>
            <a:srgbClr val="D4951A">
              <a:alpha val="15000"/>
            </a:srgbClr>
          </a:solidFill>
          <a:ln w="12700">
            <a:solidFill>
              <a:srgbClr val="D4951A"/>
            </a:solidFill>
            <a:prstDash val="solid"/>
          </a:ln>
        </p:spPr>
      </p:sp>
      <p:sp>
        <p:nvSpPr>
          <p:cNvPr id="226" name="Shape 224"/>
          <p:cNvSpPr/>
          <p:nvPr/>
        </p:nvSpPr>
        <p:spPr>
          <a:xfrm rot="2700000">
            <a:off x="4704588" y="4846320"/>
            <a:ext cx="82296" cy="82296"/>
          </a:xfrm>
          <a:prstGeom prst="rect">
            <a:avLst/>
          </a:prstGeom>
          <a:solidFill>
            <a:srgbClr val="D4951A">
              <a:alpha val="15000"/>
            </a:srgbClr>
          </a:solidFill>
          <a:ln w="12700">
            <a:solidFill>
              <a:srgbClr val="D4951A"/>
            </a:solidFill>
            <a:prstDash val="solid"/>
          </a:ln>
        </p:spPr>
      </p:sp>
      <p:sp>
        <p:nvSpPr>
          <p:cNvPr id="227" name="Shape 225"/>
          <p:cNvSpPr/>
          <p:nvPr/>
        </p:nvSpPr>
        <p:spPr>
          <a:xfrm rot="2700000">
            <a:off x="4828032" y="4846320"/>
            <a:ext cx="82296" cy="82296"/>
          </a:xfrm>
          <a:prstGeom prst="rect">
            <a:avLst/>
          </a:prstGeom>
          <a:solidFill>
            <a:srgbClr val="D4951A">
              <a:alpha val="15000"/>
            </a:srgbClr>
          </a:solidFill>
          <a:ln w="12700">
            <a:solidFill>
              <a:srgbClr val="D4951A"/>
            </a:solidFill>
            <a:prstDash val="solid"/>
          </a:ln>
        </p:spPr>
      </p:sp>
      <p:sp>
        <p:nvSpPr>
          <p:cNvPr id="228" name="Shape 226"/>
          <p:cNvSpPr/>
          <p:nvPr/>
        </p:nvSpPr>
        <p:spPr>
          <a:xfrm rot="2700000">
            <a:off x="4951476" y="4846320"/>
            <a:ext cx="82296" cy="82296"/>
          </a:xfrm>
          <a:prstGeom prst="rect">
            <a:avLst/>
          </a:prstGeom>
          <a:solidFill>
            <a:srgbClr val="D4951A">
              <a:alpha val="15000"/>
            </a:srgbClr>
          </a:solidFill>
          <a:ln w="12700">
            <a:solidFill>
              <a:srgbClr val="D4951A"/>
            </a:solidFill>
            <a:prstDash val="solid"/>
          </a:ln>
        </p:spPr>
      </p:sp>
      <p:sp>
        <p:nvSpPr>
          <p:cNvPr id="229" name="Shape 227"/>
          <p:cNvSpPr/>
          <p:nvPr/>
        </p:nvSpPr>
        <p:spPr>
          <a:xfrm rot="2700000">
            <a:off x="5074920" y="4846320"/>
            <a:ext cx="82296" cy="82296"/>
          </a:xfrm>
          <a:prstGeom prst="rect">
            <a:avLst/>
          </a:prstGeom>
          <a:solidFill>
            <a:srgbClr val="D4951A">
              <a:alpha val="15000"/>
            </a:srgbClr>
          </a:solidFill>
          <a:ln w="12700">
            <a:solidFill>
              <a:srgbClr val="D4951A"/>
            </a:solidFill>
            <a:prstDash val="solid"/>
          </a:ln>
        </p:spPr>
      </p:sp>
      <p:sp>
        <p:nvSpPr>
          <p:cNvPr id="230" name="Shape 228"/>
          <p:cNvSpPr/>
          <p:nvPr/>
        </p:nvSpPr>
        <p:spPr>
          <a:xfrm rot="2700000">
            <a:off x="5198364" y="4846320"/>
            <a:ext cx="82296" cy="82296"/>
          </a:xfrm>
          <a:prstGeom prst="rect">
            <a:avLst/>
          </a:prstGeom>
          <a:solidFill>
            <a:srgbClr val="D4951A">
              <a:alpha val="15000"/>
            </a:srgbClr>
          </a:solidFill>
          <a:ln w="12700">
            <a:solidFill>
              <a:srgbClr val="D4951A"/>
            </a:solidFill>
            <a:prstDash val="solid"/>
          </a:ln>
        </p:spPr>
      </p:sp>
      <p:sp>
        <p:nvSpPr>
          <p:cNvPr id="231" name="Shape 229"/>
          <p:cNvSpPr/>
          <p:nvPr/>
        </p:nvSpPr>
        <p:spPr>
          <a:xfrm rot="2700000">
            <a:off x="5321808" y="4846320"/>
            <a:ext cx="82296" cy="82296"/>
          </a:xfrm>
          <a:prstGeom prst="rect">
            <a:avLst/>
          </a:prstGeom>
          <a:solidFill>
            <a:srgbClr val="D4951A">
              <a:alpha val="15000"/>
            </a:srgbClr>
          </a:solidFill>
          <a:ln w="12700">
            <a:solidFill>
              <a:srgbClr val="D4951A"/>
            </a:solidFill>
            <a:prstDash val="solid"/>
          </a:ln>
        </p:spPr>
      </p:sp>
      <p:sp>
        <p:nvSpPr>
          <p:cNvPr id="232" name="Shape 230"/>
          <p:cNvSpPr/>
          <p:nvPr/>
        </p:nvSpPr>
        <p:spPr>
          <a:xfrm rot="2700000">
            <a:off x="5445252" y="4846320"/>
            <a:ext cx="82296" cy="82296"/>
          </a:xfrm>
          <a:prstGeom prst="rect">
            <a:avLst/>
          </a:prstGeom>
          <a:solidFill>
            <a:srgbClr val="D4951A">
              <a:alpha val="15000"/>
            </a:srgbClr>
          </a:solidFill>
          <a:ln w="12700">
            <a:solidFill>
              <a:srgbClr val="D4951A"/>
            </a:solidFill>
            <a:prstDash val="solid"/>
          </a:ln>
        </p:spPr>
      </p:sp>
      <p:sp>
        <p:nvSpPr>
          <p:cNvPr id="233" name="Shape 231"/>
          <p:cNvSpPr/>
          <p:nvPr/>
        </p:nvSpPr>
        <p:spPr>
          <a:xfrm rot="2700000">
            <a:off x="5568696" y="4846320"/>
            <a:ext cx="82296" cy="82296"/>
          </a:xfrm>
          <a:prstGeom prst="rect">
            <a:avLst/>
          </a:prstGeom>
          <a:solidFill>
            <a:srgbClr val="D4951A">
              <a:alpha val="15000"/>
            </a:srgbClr>
          </a:solidFill>
          <a:ln w="12700">
            <a:solidFill>
              <a:srgbClr val="D4951A"/>
            </a:solidFill>
            <a:prstDash val="solid"/>
          </a:ln>
        </p:spPr>
      </p:sp>
      <p:sp>
        <p:nvSpPr>
          <p:cNvPr id="234" name="Shape 232"/>
          <p:cNvSpPr/>
          <p:nvPr/>
        </p:nvSpPr>
        <p:spPr>
          <a:xfrm rot="2700000">
            <a:off x="5692140" y="4846320"/>
            <a:ext cx="82296" cy="82296"/>
          </a:xfrm>
          <a:prstGeom prst="rect">
            <a:avLst/>
          </a:prstGeom>
          <a:solidFill>
            <a:srgbClr val="D4951A">
              <a:alpha val="15000"/>
            </a:srgbClr>
          </a:solidFill>
          <a:ln w="12700">
            <a:solidFill>
              <a:srgbClr val="D4951A"/>
            </a:solidFill>
            <a:prstDash val="solid"/>
          </a:ln>
        </p:spPr>
      </p:sp>
      <p:sp>
        <p:nvSpPr>
          <p:cNvPr id="235" name="Shape 233"/>
          <p:cNvSpPr/>
          <p:nvPr/>
        </p:nvSpPr>
        <p:spPr>
          <a:xfrm rot="2700000">
            <a:off x="5815584" y="4846320"/>
            <a:ext cx="82296" cy="82296"/>
          </a:xfrm>
          <a:prstGeom prst="rect">
            <a:avLst/>
          </a:prstGeom>
          <a:solidFill>
            <a:srgbClr val="D4951A">
              <a:alpha val="15000"/>
            </a:srgbClr>
          </a:solidFill>
          <a:ln w="12700">
            <a:solidFill>
              <a:srgbClr val="D4951A"/>
            </a:solidFill>
            <a:prstDash val="solid"/>
          </a:ln>
        </p:spPr>
      </p:sp>
      <p:sp>
        <p:nvSpPr>
          <p:cNvPr id="236" name="Shape 234"/>
          <p:cNvSpPr/>
          <p:nvPr/>
        </p:nvSpPr>
        <p:spPr>
          <a:xfrm rot="2700000">
            <a:off x="5939028" y="4846320"/>
            <a:ext cx="82296" cy="82296"/>
          </a:xfrm>
          <a:prstGeom prst="rect">
            <a:avLst/>
          </a:prstGeom>
          <a:solidFill>
            <a:srgbClr val="D4951A">
              <a:alpha val="15000"/>
            </a:srgbClr>
          </a:solidFill>
          <a:ln w="12700">
            <a:solidFill>
              <a:srgbClr val="D4951A"/>
            </a:solidFill>
            <a:prstDash val="solid"/>
          </a:ln>
        </p:spPr>
      </p:sp>
      <p:sp>
        <p:nvSpPr>
          <p:cNvPr id="237" name="Shape 235"/>
          <p:cNvSpPr/>
          <p:nvPr/>
        </p:nvSpPr>
        <p:spPr>
          <a:xfrm rot="2700000">
            <a:off x="6062472" y="4846320"/>
            <a:ext cx="82296" cy="82296"/>
          </a:xfrm>
          <a:prstGeom prst="rect">
            <a:avLst/>
          </a:prstGeom>
          <a:solidFill>
            <a:srgbClr val="D4951A">
              <a:alpha val="15000"/>
            </a:srgbClr>
          </a:solidFill>
          <a:ln w="12700">
            <a:solidFill>
              <a:srgbClr val="D4951A"/>
            </a:solidFill>
            <a:prstDash val="solid"/>
          </a:ln>
        </p:spPr>
      </p:sp>
      <p:sp>
        <p:nvSpPr>
          <p:cNvPr id="238" name="Shape 236"/>
          <p:cNvSpPr/>
          <p:nvPr/>
        </p:nvSpPr>
        <p:spPr>
          <a:xfrm rot="2700000">
            <a:off x="6185916" y="4846320"/>
            <a:ext cx="82296" cy="82296"/>
          </a:xfrm>
          <a:prstGeom prst="rect">
            <a:avLst/>
          </a:prstGeom>
          <a:solidFill>
            <a:srgbClr val="D4951A">
              <a:alpha val="15000"/>
            </a:srgbClr>
          </a:solidFill>
          <a:ln w="12700">
            <a:solidFill>
              <a:srgbClr val="D4951A"/>
            </a:solidFill>
            <a:prstDash val="solid"/>
          </a:ln>
        </p:spPr>
      </p:sp>
      <p:sp>
        <p:nvSpPr>
          <p:cNvPr id="239" name="Shape 237"/>
          <p:cNvSpPr/>
          <p:nvPr/>
        </p:nvSpPr>
        <p:spPr>
          <a:xfrm rot="2700000">
            <a:off x="6309360" y="4846320"/>
            <a:ext cx="82296" cy="82296"/>
          </a:xfrm>
          <a:prstGeom prst="rect">
            <a:avLst/>
          </a:prstGeom>
          <a:solidFill>
            <a:srgbClr val="D4951A">
              <a:alpha val="15000"/>
            </a:srgbClr>
          </a:solidFill>
          <a:ln w="12700">
            <a:solidFill>
              <a:srgbClr val="D4951A"/>
            </a:solidFill>
            <a:prstDash val="solid"/>
          </a:ln>
        </p:spPr>
      </p:sp>
      <p:sp>
        <p:nvSpPr>
          <p:cNvPr id="240" name="Shape 238"/>
          <p:cNvSpPr/>
          <p:nvPr/>
        </p:nvSpPr>
        <p:spPr>
          <a:xfrm rot="2700000">
            <a:off x="6432804" y="4846320"/>
            <a:ext cx="82296" cy="82296"/>
          </a:xfrm>
          <a:prstGeom prst="rect">
            <a:avLst/>
          </a:prstGeom>
          <a:solidFill>
            <a:srgbClr val="D4951A">
              <a:alpha val="15000"/>
            </a:srgbClr>
          </a:solidFill>
          <a:ln w="12700">
            <a:solidFill>
              <a:srgbClr val="D4951A"/>
            </a:solidFill>
            <a:prstDash val="solid"/>
          </a:ln>
        </p:spPr>
      </p:sp>
      <p:sp>
        <p:nvSpPr>
          <p:cNvPr id="241" name="Shape 239"/>
          <p:cNvSpPr/>
          <p:nvPr/>
        </p:nvSpPr>
        <p:spPr>
          <a:xfrm rot="2700000">
            <a:off x="6556248" y="4846320"/>
            <a:ext cx="82296" cy="82296"/>
          </a:xfrm>
          <a:prstGeom prst="rect">
            <a:avLst/>
          </a:prstGeom>
          <a:solidFill>
            <a:srgbClr val="D4951A">
              <a:alpha val="15000"/>
            </a:srgbClr>
          </a:solidFill>
          <a:ln w="12700">
            <a:solidFill>
              <a:srgbClr val="D4951A"/>
            </a:solidFill>
            <a:prstDash val="solid"/>
          </a:ln>
        </p:spPr>
      </p:sp>
      <p:sp>
        <p:nvSpPr>
          <p:cNvPr id="242" name="Shape 240"/>
          <p:cNvSpPr/>
          <p:nvPr/>
        </p:nvSpPr>
        <p:spPr>
          <a:xfrm rot="2700000">
            <a:off x="6679692" y="4846320"/>
            <a:ext cx="82296" cy="82296"/>
          </a:xfrm>
          <a:prstGeom prst="rect">
            <a:avLst/>
          </a:prstGeom>
          <a:solidFill>
            <a:srgbClr val="D4951A">
              <a:alpha val="15000"/>
            </a:srgbClr>
          </a:solidFill>
          <a:ln w="12700">
            <a:solidFill>
              <a:srgbClr val="D4951A"/>
            </a:solidFill>
            <a:prstDash val="solid"/>
          </a:ln>
        </p:spPr>
      </p:sp>
      <p:sp>
        <p:nvSpPr>
          <p:cNvPr id="243" name="Shape 241"/>
          <p:cNvSpPr/>
          <p:nvPr/>
        </p:nvSpPr>
        <p:spPr>
          <a:xfrm rot="2700000">
            <a:off x="6803136" y="4846320"/>
            <a:ext cx="82296" cy="82296"/>
          </a:xfrm>
          <a:prstGeom prst="rect">
            <a:avLst/>
          </a:prstGeom>
          <a:solidFill>
            <a:srgbClr val="D4951A">
              <a:alpha val="15000"/>
            </a:srgbClr>
          </a:solidFill>
          <a:ln w="12700">
            <a:solidFill>
              <a:srgbClr val="D4951A"/>
            </a:solidFill>
            <a:prstDash val="solid"/>
          </a:ln>
        </p:spPr>
      </p:sp>
      <p:sp>
        <p:nvSpPr>
          <p:cNvPr id="244" name="Shape 242"/>
          <p:cNvSpPr/>
          <p:nvPr/>
        </p:nvSpPr>
        <p:spPr>
          <a:xfrm rot="2700000">
            <a:off x="6926580" y="4846320"/>
            <a:ext cx="82296" cy="82296"/>
          </a:xfrm>
          <a:prstGeom prst="rect">
            <a:avLst/>
          </a:prstGeom>
          <a:solidFill>
            <a:srgbClr val="D4951A">
              <a:alpha val="15000"/>
            </a:srgbClr>
          </a:solidFill>
          <a:ln w="12700">
            <a:solidFill>
              <a:srgbClr val="D4951A"/>
            </a:solidFill>
            <a:prstDash val="solid"/>
          </a:ln>
        </p:spPr>
      </p:sp>
      <p:sp>
        <p:nvSpPr>
          <p:cNvPr id="245" name="Shape 243"/>
          <p:cNvSpPr/>
          <p:nvPr/>
        </p:nvSpPr>
        <p:spPr>
          <a:xfrm rot="2700000">
            <a:off x="7050024" y="4846320"/>
            <a:ext cx="82296" cy="82296"/>
          </a:xfrm>
          <a:prstGeom prst="rect">
            <a:avLst/>
          </a:prstGeom>
          <a:solidFill>
            <a:srgbClr val="D4951A">
              <a:alpha val="15000"/>
            </a:srgbClr>
          </a:solidFill>
          <a:ln w="12700">
            <a:solidFill>
              <a:srgbClr val="D4951A"/>
            </a:solidFill>
            <a:prstDash val="solid"/>
          </a:ln>
        </p:spPr>
      </p:sp>
      <p:sp>
        <p:nvSpPr>
          <p:cNvPr id="246" name="Shape 244"/>
          <p:cNvSpPr/>
          <p:nvPr/>
        </p:nvSpPr>
        <p:spPr>
          <a:xfrm rot="2700000">
            <a:off x="7173468" y="4846320"/>
            <a:ext cx="82296" cy="82296"/>
          </a:xfrm>
          <a:prstGeom prst="rect">
            <a:avLst/>
          </a:prstGeom>
          <a:solidFill>
            <a:srgbClr val="D4951A">
              <a:alpha val="15000"/>
            </a:srgbClr>
          </a:solidFill>
          <a:ln w="12700">
            <a:solidFill>
              <a:srgbClr val="D4951A"/>
            </a:solidFill>
            <a:prstDash val="solid"/>
          </a:ln>
        </p:spPr>
      </p:sp>
      <p:sp>
        <p:nvSpPr>
          <p:cNvPr id="247" name="Shape 245"/>
          <p:cNvSpPr/>
          <p:nvPr/>
        </p:nvSpPr>
        <p:spPr>
          <a:xfrm rot="2700000">
            <a:off x="7296912" y="4846320"/>
            <a:ext cx="82296" cy="82296"/>
          </a:xfrm>
          <a:prstGeom prst="rect">
            <a:avLst/>
          </a:prstGeom>
          <a:solidFill>
            <a:srgbClr val="D4951A">
              <a:alpha val="15000"/>
            </a:srgbClr>
          </a:solidFill>
          <a:ln w="12700">
            <a:solidFill>
              <a:srgbClr val="D4951A"/>
            </a:solidFill>
            <a:prstDash val="solid"/>
          </a:ln>
        </p:spPr>
      </p:sp>
      <p:sp>
        <p:nvSpPr>
          <p:cNvPr id="248" name="Shape 246"/>
          <p:cNvSpPr/>
          <p:nvPr/>
        </p:nvSpPr>
        <p:spPr>
          <a:xfrm rot="2700000">
            <a:off x="7420356" y="4846320"/>
            <a:ext cx="82296" cy="82296"/>
          </a:xfrm>
          <a:prstGeom prst="rect">
            <a:avLst/>
          </a:prstGeom>
          <a:solidFill>
            <a:srgbClr val="D4951A">
              <a:alpha val="15000"/>
            </a:srgbClr>
          </a:solidFill>
          <a:ln w="12700">
            <a:solidFill>
              <a:srgbClr val="D4951A"/>
            </a:solidFill>
            <a:prstDash val="solid"/>
          </a:ln>
        </p:spPr>
      </p:sp>
      <p:sp>
        <p:nvSpPr>
          <p:cNvPr id="249" name="Shape 247"/>
          <p:cNvSpPr/>
          <p:nvPr/>
        </p:nvSpPr>
        <p:spPr>
          <a:xfrm rot="2700000">
            <a:off x="7543800" y="4846320"/>
            <a:ext cx="82296" cy="82296"/>
          </a:xfrm>
          <a:prstGeom prst="rect">
            <a:avLst/>
          </a:prstGeom>
          <a:solidFill>
            <a:srgbClr val="D4951A">
              <a:alpha val="15000"/>
            </a:srgbClr>
          </a:solidFill>
          <a:ln w="12700">
            <a:solidFill>
              <a:srgbClr val="D4951A"/>
            </a:solidFill>
            <a:prstDash val="solid"/>
          </a:ln>
        </p:spPr>
      </p:sp>
      <p:sp>
        <p:nvSpPr>
          <p:cNvPr id="250" name="Shape 248"/>
          <p:cNvSpPr/>
          <p:nvPr/>
        </p:nvSpPr>
        <p:spPr>
          <a:xfrm rot="2700000">
            <a:off x="7667244" y="4846320"/>
            <a:ext cx="82296" cy="82296"/>
          </a:xfrm>
          <a:prstGeom prst="rect">
            <a:avLst/>
          </a:prstGeom>
          <a:solidFill>
            <a:srgbClr val="D4951A">
              <a:alpha val="15000"/>
            </a:srgbClr>
          </a:solidFill>
          <a:ln w="12700">
            <a:solidFill>
              <a:srgbClr val="D4951A"/>
            </a:solidFill>
            <a:prstDash val="solid"/>
          </a:ln>
        </p:spPr>
      </p:sp>
      <p:sp>
        <p:nvSpPr>
          <p:cNvPr id="251" name="Shape 249"/>
          <p:cNvSpPr/>
          <p:nvPr/>
        </p:nvSpPr>
        <p:spPr>
          <a:xfrm rot="2700000">
            <a:off x="7790688" y="4846320"/>
            <a:ext cx="82296" cy="82296"/>
          </a:xfrm>
          <a:prstGeom prst="rect">
            <a:avLst/>
          </a:prstGeom>
          <a:solidFill>
            <a:srgbClr val="D4951A">
              <a:alpha val="15000"/>
            </a:srgbClr>
          </a:solidFill>
          <a:ln w="12700">
            <a:solidFill>
              <a:srgbClr val="D4951A"/>
            </a:solidFill>
            <a:prstDash val="solid"/>
          </a:ln>
        </p:spPr>
      </p:sp>
      <p:sp>
        <p:nvSpPr>
          <p:cNvPr id="252" name="Shape 250"/>
          <p:cNvSpPr/>
          <p:nvPr/>
        </p:nvSpPr>
        <p:spPr>
          <a:xfrm rot="2700000">
            <a:off x="7914132" y="4846320"/>
            <a:ext cx="82296" cy="82296"/>
          </a:xfrm>
          <a:prstGeom prst="rect">
            <a:avLst/>
          </a:prstGeom>
          <a:solidFill>
            <a:srgbClr val="D4951A">
              <a:alpha val="15000"/>
            </a:srgbClr>
          </a:solidFill>
          <a:ln w="12700">
            <a:solidFill>
              <a:srgbClr val="D4951A"/>
            </a:solidFill>
            <a:prstDash val="solid"/>
          </a:ln>
        </p:spPr>
      </p:sp>
      <p:sp>
        <p:nvSpPr>
          <p:cNvPr id="253" name="Shape 251"/>
          <p:cNvSpPr/>
          <p:nvPr/>
        </p:nvSpPr>
        <p:spPr>
          <a:xfrm rot="2700000">
            <a:off x="8037576" y="4846320"/>
            <a:ext cx="82296" cy="82296"/>
          </a:xfrm>
          <a:prstGeom prst="rect">
            <a:avLst/>
          </a:prstGeom>
          <a:solidFill>
            <a:srgbClr val="D4951A">
              <a:alpha val="15000"/>
            </a:srgbClr>
          </a:solidFill>
          <a:ln w="12700">
            <a:solidFill>
              <a:srgbClr val="D4951A"/>
            </a:solidFill>
            <a:prstDash val="solid"/>
          </a:ln>
        </p:spPr>
      </p:sp>
      <p:sp>
        <p:nvSpPr>
          <p:cNvPr id="254" name="Shape 252"/>
          <p:cNvSpPr/>
          <p:nvPr/>
        </p:nvSpPr>
        <p:spPr>
          <a:xfrm rot="2700000">
            <a:off x="8161020" y="4846320"/>
            <a:ext cx="82296" cy="82296"/>
          </a:xfrm>
          <a:prstGeom prst="rect">
            <a:avLst/>
          </a:prstGeom>
          <a:solidFill>
            <a:srgbClr val="D4951A">
              <a:alpha val="15000"/>
            </a:srgbClr>
          </a:solidFill>
          <a:ln w="12700">
            <a:solidFill>
              <a:srgbClr val="D4951A"/>
            </a:solidFill>
            <a:prstDash val="solid"/>
          </a:ln>
        </p:spPr>
      </p:sp>
      <p:sp>
        <p:nvSpPr>
          <p:cNvPr id="255" name="Shape 253"/>
          <p:cNvSpPr/>
          <p:nvPr/>
        </p:nvSpPr>
        <p:spPr>
          <a:xfrm rot="2700000">
            <a:off x="8284464" y="4846320"/>
            <a:ext cx="82296" cy="82296"/>
          </a:xfrm>
          <a:prstGeom prst="rect">
            <a:avLst/>
          </a:prstGeom>
          <a:solidFill>
            <a:srgbClr val="D4951A">
              <a:alpha val="15000"/>
            </a:srgbClr>
          </a:solidFill>
          <a:ln w="12700">
            <a:solidFill>
              <a:srgbClr val="D4951A"/>
            </a:solidFill>
            <a:prstDash val="solid"/>
          </a:ln>
        </p:spPr>
      </p:sp>
      <p:sp>
        <p:nvSpPr>
          <p:cNvPr id="256" name="Shape 254"/>
          <p:cNvSpPr/>
          <p:nvPr/>
        </p:nvSpPr>
        <p:spPr>
          <a:xfrm rot="2700000">
            <a:off x="8407908" y="4846320"/>
            <a:ext cx="82296" cy="82296"/>
          </a:xfrm>
          <a:prstGeom prst="rect">
            <a:avLst/>
          </a:prstGeom>
          <a:solidFill>
            <a:srgbClr val="D4951A">
              <a:alpha val="15000"/>
            </a:srgbClr>
          </a:solidFill>
          <a:ln w="12700">
            <a:solidFill>
              <a:srgbClr val="D4951A"/>
            </a:solidFill>
            <a:prstDash val="solid"/>
          </a:ln>
        </p:spPr>
      </p:sp>
      <p:sp>
        <p:nvSpPr>
          <p:cNvPr id="257" name="Shape 255"/>
          <p:cNvSpPr/>
          <p:nvPr/>
        </p:nvSpPr>
        <p:spPr>
          <a:xfrm rot="2700000">
            <a:off x="8531352" y="4846320"/>
            <a:ext cx="82296" cy="82296"/>
          </a:xfrm>
          <a:prstGeom prst="rect">
            <a:avLst/>
          </a:prstGeom>
          <a:solidFill>
            <a:srgbClr val="D4951A">
              <a:alpha val="15000"/>
            </a:srgbClr>
          </a:solidFill>
          <a:ln w="12700">
            <a:solidFill>
              <a:srgbClr val="D4951A"/>
            </a:solidFill>
            <a:prstDash val="solid"/>
          </a:ln>
        </p:spPr>
      </p:sp>
      <p:sp>
        <p:nvSpPr>
          <p:cNvPr id="258" name="Shape 256"/>
          <p:cNvSpPr/>
          <p:nvPr/>
        </p:nvSpPr>
        <p:spPr>
          <a:xfrm rot="2700000">
            <a:off x="8654796" y="4846320"/>
            <a:ext cx="82296" cy="82296"/>
          </a:xfrm>
          <a:prstGeom prst="rect">
            <a:avLst/>
          </a:prstGeom>
          <a:solidFill>
            <a:srgbClr val="D4951A">
              <a:alpha val="15000"/>
            </a:srgbClr>
          </a:solidFill>
          <a:ln w="12700">
            <a:solidFill>
              <a:srgbClr val="D4951A"/>
            </a:solidFill>
            <a:prstDash val="solid"/>
          </a:ln>
        </p:spPr>
      </p:sp>
      <p:sp>
        <p:nvSpPr>
          <p:cNvPr id="259" name="Shape 257"/>
          <p:cNvSpPr/>
          <p:nvPr/>
        </p:nvSpPr>
        <p:spPr>
          <a:xfrm rot="2700000">
            <a:off x="8778240" y="4846320"/>
            <a:ext cx="82296" cy="82296"/>
          </a:xfrm>
          <a:prstGeom prst="rect">
            <a:avLst/>
          </a:prstGeom>
          <a:solidFill>
            <a:srgbClr val="D4951A">
              <a:alpha val="15000"/>
            </a:srgbClr>
          </a:solidFill>
          <a:ln w="12700">
            <a:solidFill>
              <a:srgbClr val="D4951A"/>
            </a:solidFill>
            <a:prstDash val="solid"/>
          </a:ln>
        </p:spPr>
      </p:sp>
      <p:sp>
        <p:nvSpPr>
          <p:cNvPr id="260" name="Shape 258"/>
          <p:cNvSpPr/>
          <p:nvPr/>
        </p:nvSpPr>
        <p:spPr>
          <a:xfrm rot="2700000">
            <a:off x="8901684" y="4846320"/>
            <a:ext cx="82296" cy="82296"/>
          </a:xfrm>
          <a:prstGeom prst="rect">
            <a:avLst/>
          </a:prstGeom>
          <a:solidFill>
            <a:srgbClr val="D4951A">
              <a:alpha val="15000"/>
            </a:srgbClr>
          </a:solidFill>
          <a:ln w="12700">
            <a:solidFill>
              <a:srgbClr val="D4951A"/>
            </a:solidFill>
            <a:prstDash val="solid"/>
          </a:ln>
        </p:spPr>
      </p:sp>
      <p:sp>
        <p:nvSpPr>
          <p:cNvPr id="261" name="Shape 259"/>
          <p:cNvSpPr/>
          <p:nvPr/>
        </p:nvSpPr>
        <p:spPr>
          <a:xfrm rot="2700000">
            <a:off x="9025128" y="4846320"/>
            <a:ext cx="82296" cy="82296"/>
          </a:xfrm>
          <a:prstGeom prst="rect">
            <a:avLst/>
          </a:prstGeom>
          <a:solidFill>
            <a:srgbClr val="D4951A">
              <a:alpha val="15000"/>
            </a:srgbClr>
          </a:solidFill>
          <a:ln w="12700">
            <a:solidFill>
              <a:srgbClr val="D4951A"/>
            </a:solidFill>
            <a:prstDash val="solid"/>
          </a:ln>
        </p:spPr>
      </p:sp>
      <p:sp>
        <p:nvSpPr>
          <p:cNvPr id="262" name="Text 260"/>
          <p:cNvSpPr/>
          <p:nvPr/>
        </p:nvSpPr>
        <p:spPr>
          <a:xfrm>
            <a:off x="365760" y="4901184"/>
            <a:ext cx="8412480" cy="228600"/>
          </a:xfrm>
          <a:prstGeom prst="rect">
            <a:avLst/>
          </a:prstGeom>
          <a:noFill/>
          <a:ln/>
        </p:spPr>
        <p:txBody>
          <a:bodyPr wrap="square" rtlCol="0" anchor="ctr"/>
          <a:lstStyle/>
          <a:p>
            <a:pPr algn="r" indent="0" marL="0">
              <a:buNone/>
            </a:pPr>
            <a:r>
              <a:rPr lang="en-US" sz="800" spc="150" kern="0" dirty="0">
                <a:solidFill>
                  <a:srgbClr val="5A6E82"/>
                </a:solidFill>
                <a:latin typeface="Calibri" pitchFamily="34" charset="0"/>
                <a:ea typeface="Calibri" pitchFamily="34" charset="-122"/>
                <a:cs typeface="Calibri" pitchFamily="34" charset="-120"/>
              </a:rPr>
              <a:t>PET FACTORY MAROC  ·  RECOMMANDATION COMPRESSEUR  ·  CONFIDENTIEL</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8"/>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60A10"/>
          </a:solidFill>
          <a:ln/>
        </p:spPr>
      </p:sp>
      <p:sp>
        <p:nvSpPr>
          <p:cNvPr id="3" name="Shape 1"/>
          <p:cNvSpPr/>
          <p:nvPr/>
        </p:nvSpPr>
        <p:spPr>
          <a:xfrm rot="2700000">
            <a:off x="13716" y="749808"/>
            <a:ext cx="82296" cy="82296"/>
          </a:xfrm>
          <a:prstGeom prst="rect">
            <a:avLst/>
          </a:prstGeom>
          <a:solidFill>
            <a:srgbClr val="D4951A">
              <a:alpha val="55000"/>
            </a:srgbClr>
          </a:solidFill>
          <a:ln w="12700">
            <a:solidFill>
              <a:srgbClr val="D4951A"/>
            </a:solidFill>
            <a:prstDash val="solid"/>
          </a:ln>
        </p:spPr>
      </p:sp>
      <p:sp>
        <p:nvSpPr>
          <p:cNvPr id="4" name="Shape 2"/>
          <p:cNvSpPr/>
          <p:nvPr/>
        </p:nvSpPr>
        <p:spPr>
          <a:xfrm rot="2700000">
            <a:off x="137160" y="749808"/>
            <a:ext cx="82296" cy="82296"/>
          </a:xfrm>
          <a:prstGeom prst="rect">
            <a:avLst/>
          </a:prstGeom>
          <a:solidFill>
            <a:srgbClr val="D4951A">
              <a:alpha val="55000"/>
            </a:srgbClr>
          </a:solidFill>
          <a:ln w="12700">
            <a:solidFill>
              <a:srgbClr val="D4951A"/>
            </a:solidFill>
            <a:prstDash val="solid"/>
          </a:ln>
        </p:spPr>
      </p:sp>
      <p:sp>
        <p:nvSpPr>
          <p:cNvPr id="5" name="Shape 3"/>
          <p:cNvSpPr/>
          <p:nvPr/>
        </p:nvSpPr>
        <p:spPr>
          <a:xfrm rot="2700000">
            <a:off x="260604" y="749808"/>
            <a:ext cx="82296" cy="82296"/>
          </a:xfrm>
          <a:prstGeom prst="rect">
            <a:avLst/>
          </a:prstGeom>
          <a:solidFill>
            <a:srgbClr val="D4951A">
              <a:alpha val="55000"/>
            </a:srgbClr>
          </a:solidFill>
          <a:ln w="12700">
            <a:solidFill>
              <a:srgbClr val="D4951A"/>
            </a:solidFill>
            <a:prstDash val="solid"/>
          </a:ln>
        </p:spPr>
      </p:sp>
      <p:sp>
        <p:nvSpPr>
          <p:cNvPr id="6" name="Shape 4"/>
          <p:cNvSpPr/>
          <p:nvPr/>
        </p:nvSpPr>
        <p:spPr>
          <a:xfrm rot="2700000">
            <a:off x="384048" y="749808"/>
            <a:ext cx="82296" cy="82296"/>
          </a:xfrm>
          <a:prstGeom prst="rect">
            <a:avLst/>
          </a:prstGeom>
          <a:solidFill>
            <a:srgbClr val="D4951A">
              <a:alpha val="55000"/>
            </a:srgbClr>
          </a:solidFill>
          <a:ln w="12700">
            <a:solidFill>
              <a:srgbClr val="D4951A"/>
            </a:solidFill>
            <a:prstDash val="solid"/>
          </a:ln>
        </p:spPr>
      </p:sp>
      <p:sp>
        <p:nvSpPr>
          <p:cNvPr id="7" name="Shape 5"/>
          <p:cNvSpPr/>
          <p:nvPr/>
        </p:nvSpPr>
        <p:spPr>
          <a:xfrm rot="2700000">
            <a:off x="507492" y="749808"/>
            <a:ext cx="82296" cy="82296"/>
          </a:xfrm>
          <a:prstGeom prst="rect">
            <a:avLst/>
          </a:prstGeom>
          <a:solidFill>
            <a:srgbClr val="D4951A">
              <a:alpha val="55000"/>
            </a:srgbClr>
          </a:solidFill>
          <a:ln w="12700">
            <a:solidFill>
              <a:srgbClr val="D4951A"/>
            </a:solidFill>
            <a:prstDash val="solid"/>
          </a:ln>
        </p:spPr>
      </p:sp>
      <p:sp>
        <p:nvSpPr>
          <p:cNvPr id="8" name="Shape 6"/>
          <p:cNvSpPr/>
          <p:nvPr/>
        </p:nvSpPr>
        <p:spPr>
          <a:xfrm rot="2700000">
            <a:off x="630936" y="749808"/>
            <a:ext cx="82296" cy="82296"/>
          </a:xfrm>
          <a:prstGeom prst="rect">
            <a:avLst/>
          </a:prstGeom>
          <a:solidFill>
            <a:srgbClr val="D4951A">
              <a:alpha val="55000"/>
            </a:srgbClr>
          </a:solidFill>
          <a:ln w="12700">
            <a:solidFill>
              <a:srgbClr val="D4951A"/>
            </a:solidFill>
            <a:prstDash val="solid"/>
          </a:ln>
        </p:spPr>
      </p:sp>
      <p:sp>
        <p:nvSpPr>
          <p:cNvPr id="9" name="Shape 7"/>
          <p:cNvSpPr/>
          <p:nvPr/>
        </p:nvSpPr>
        <p:spPr>
          <a:xfrm rot="2700000">
            <a:off x="754380" y="749808"/>
            <a:ext cx="82296" cy="82296"/>
          </a:xfrm>
          <a:prstGeom prst="rect">
            <a:avLst/>
          </a:prstGeom>
          <a:solidFill>
            <a:srgbClr val="D4951A">
              <a:alpha val="55000"/>
            </a:srgbClr>
          </a:solidFill>
          <a:ln w="12700">
            <a:solidFill>
              <a:srgbClr val="D4951A"/>
            </a:solidFill>
            <a:prstDash val="solid"/>
          </a:ln>
        </p:spPr>
      </p:sp>
      <p:sp>
        <p:nvSpPr>
          <p:cNvPr id="10" name="Shape 8"/>
          <p:cNvSpPr/>
          <p:nvPr/>
        </p:nvSpPr>
        <p:spPr>
          <a:xfrm rot="2700000">
            <a:off x="877824" y="749808"/>
            <a:ext cx="82296" cy="82296"/>
          </a:xfrm>
          <a:prstGeom prst="rect">
            <a:avLst/>
          </a:prstGeom>
          <a:solidFill>
            <a:srgbClr val="D4951A">
              <a:alpha val="55000"/>
            </a:srgbClr>
          </a:solidFill>
          <a:ln w="12700">
            <a:solidFill>
              <a:srgbClr val="D4951A"/>
            </a:solidFill>
            <a:prstDash val="solid"/>
          </a:ln>
        </p:spPr>
      </p:sp>
      <p:sp>
        <p:nvSpPr>
          <p:cNvPr id="11" name="Shape 9"/>
          <p:cNvSpPr/>
          <p:nvPr/>
        </p:nvSpPr>
        <p:spPr>
          <a:xfrm rot="2700000">
            <a:off x="1001268" y="749808"/>
            <a:ext cx="82296" cy="82296"/>
          </a:xfrm>
          <a:prstGeom prst="rect">
            <a:avLst/>
          </a:prstGeom>
          <a:solidFill>
            <a:srgbClr val="D4951A">
              <a:alpha val="55000"/>
            </a:srgbClr>
          </a:solidFill>
          <a:ln w="12700">
            <a:solidFill>
              <a:srgbClr val="D4951A"/>
            </a:solidFill>
            <a:prstDash val="solid"/>
          </a:ln>
        </p:spPr>
      </p:sp>
      <p:sp>
        <p:nvSpPr>
          <p:cNvPr id="12" name="Shape 10"/>
          <p:cNvSpPr/>
          <p:nvPr/>
        </p:nvSpPr>
        <p:spPr>
          <a:xfrm rot="2700000">
            <a:off x="1124712" y="749808"/>
            <a:ext cx="82296" cy="82296"/>
          </a:xfrm>
          <a:prstGeom prst="rect">
            <a:avLst/>
          </a:prstGeom>
          <a:solidFill>
            <a:srgbClr val="D4951A">
              <a:alpha val="55000"/>
            </a:srgbClr>
          </a:solidFill>
          <a:ln w="12700">
            <a:solidFill>
              <a:srgbClr val="D4951A"/>
            </a:solidFill>
            <a:prstDash val="solid"/>
          </a:ln>
        </p:spPr>
      </p:sp>
      <p:sp>
        <p:nvSpPr>
          <p:cNvPr id="13" name="Shape 11"/>
          <p:cNvSpPr/>
          <p:nvPr/>
        </p:nvSpPr>
        <p:spPr>
          <a:xfrm rot="2700000">
            <a:off x="1248156" y="749808"/>
            <a:ext cx="82296" cy="82296"/>
          </a:xfrm>
          <a:prstGeom prst="rect">
            <a:avLst/>
          </a:prstGeom>
          <a:solidFill>
            <a:srgbClr val="D4951A">
              <a:alpha val="55000"/>
            </a:srgbClr>
          </a:solidFill>
          <a:ln w="12700">
            <a:solidFill>
              <a:srgbClr val="D4951A"/>
            </a:solidFill>
            <a:prstDash val="solid"/>
          </a:ln>
        </p:spPr>
      </p:sp>
      <p:sp>
        <p:nvSpPr>
          <p:cNvPr id="14" name="Shape 12"/>
          <p:cNvSpPr/>
          <p:nvPr/>
        </p:nvSpPr>
        <p:spPr>
          <a:xfrm rot="2700000">
            <a:off x="1371600" y="749808"/>
            <a:ext cx="82296" cy="82296"/>
          </a:xfrm>
          <a:prstGeom prst="rect">
            <a:avLst/>
          </a:prstGeom>
          <a:solidFill>
            <a:srgbClr val="D4951A">
              <a:alpha val="55000"/>
            </a:srgbClr>
          </a:solidFill>
          <a:ln w="12700">
            <a:solidFill>
              <a:srgbClr val="D4951A"/>
            </a:solidFill>
            <a:prstDash val="solid"/>
          </a:ln>
        </p:spPr>
      </p:sp>
      <p:sp>
        <p:nvSpPr>
          <p:cNvPr id="15" name="Shape 13"/>
          <p:cNvSpPr/>
          <p:nvPr/>
        </p:nvSpPr>
        <p:spPr>
          <a:xfrm rot="2700000">
            <a:off x="1495044" y="749808"/>
            <a:ext cx="82296" cy="82296"/>
          </a:xfrm>
          <a:prstGeom prst="rect">
            <a:avLst/>
          </a:prstGeom>
          <a:solidFill>
            <a:srgbClr val="D4951A">
              <a:alpha val="55000"/>
            </a:srgbClr>
          </a:solidFill>
          <a:ln w="12700">
            <a:solidFill>
              <a:srgbClr val="D4951A"/>
            </a:solidFill>
            <a:prstDash val="solid"/>
          </a:ln>
        </p:spPr>
      </p:sp>
      <p:sp>
        <p:nvSpPr>
          <p:cNvPr id="16" name="Shape 14"/>
          <p:cNvSpPr/>
          <p:nvPr/>
        </p:nvSpPr>
        <p:spPr>
          <a:xfrm rot="2700000">
            <a:off x="1618488" y="749808"/>
            <a:ext cx="82296" cy="82296"/>
          </a:xfrm>
          <a:prstGeom prst="rect">
            <a:avLst/>
          </a:prstGeom>
          <a:solidFill>
            <a:srgbClr val="D4951A">
              <a:alpha val="55000"/>
            </a:srgbClr>
          </a:solidFill>
          <a:ln w="12700">
            <a:solidFill>
              <a:srgbClr val="D4951A"/>
            </a:solidFill>
            <a:prstDash val="solid"/>
          </a:ln>
        </p:spPr>
      </p:sp>
      <p:sp>
        <p:nvSpPr>
          <p:cNvPr id="17" name="Shape 15"/>
          <p:cNvSpPr/>
          <p:nvPr/>
        </p:nvSpPr>
        <p:spPr>
          <a:xfrm rot="2700000">
            <a:off x="1741932" y="749808"/>
            <a:ext cx="82296" cy="82296"/>
          </a:xfrm>
          <a:prstGeom prst="rect">
            <a:avLst/>
          </a:prstGeom>
          <a:solidFill>
            <a:srgbClr val="D4951A">
              <a:alpha val="55000"/>
            </a:srgbClr>
          </a:solidFill>
          <a:ln w="12700">
            <a:solidFill>
              <a:srgbClr val="D4951A"/>
            </a:solidFill>
            <a:prstDash val="solid"/>
          </a:ln>
        </p:spPr>
      </p:sp>
      <p:sp>
        <p:nvSpPr>
          <p:cNvPr id="18" name="Shape 16"/>
          <p:cNvSpPr/>
          <p:nvPr/>
        </p:nvSpPr>
        <p:spPr>
          <a:xfrm rot="2700000">
            <a:off x="1865376" y="749808"/>
            <a:ext cx="82296" cy="82296"/>
          </a:xfrm>
          <a:prstGeom prst="rect">
            <a:avLst/>
          </a:prstGeom>
          <a:solidFill>
            <a:srgbClr val="D4951A">
              <a:alpha val="55000"/>
            </a:srgbClr>
          </a:solidFill>
          <a:ln w="12700">
            <a:solidFill>
              <a:srgbClr val="D4951A"/>
            </a:solidFill>
            <a:prstDash val="solid"/>
          </a:ln>
        </p:spPr>
      </p:sp>
      <p:sp>
        <p:nvSpPr>
          <p:cNvPr id="19" name="Shape 17"/>
          <p:cNvSpPr/>
          <p:nvPr/>
        </p:nvSpPr>
        <p:spPr>
          <a:xfrm rot="2700000">
            <a:off x="1988820" y="749808"/>
            <a:ext cx="82296" cy="82296"/>
          </a:xfrm>
          <a:prstGeom prst="rect">
            <a:avLst/>
          </a:prstGeom>
          <a:solidFill>
            <a:srgbClr val="D4951A">
              <a:alpha val="55000"/>
            </a:srgbClr>
          </a:solidFill>
          <a:ln w="12700">
            <a:solidFill>
              <a:srgbClr val="D4951A"/>
            </a:solidFill>
            <a:prstDash val="solid"/>
          </a:ln>
        </p:spPr>
      </p:sp>
      <p:sp>
        <p:nvSpPr>
          <p:cNvPr id="20" name="Shape 18"/>
          <p:cNvSpPr/>
          <p:nvPr/>
        </p:nvSpPr>
        <p:spPr>
          <a:xfrm rot="2700000">
            <a:off x="2112264" y="749808"/>
            <a:ext cx="82296" cy="82296"/>
          </a:xfrm>
          <a:prstGeom prst="rect">
            <a:avLst/>
          </a:prstGeom>
          <a:solidFill>
            <a:srgbClr val="D4951A">
              <a:alpha val="55000"/>
            </a:srgbClr>
          </a:solidFill>
          <a:ln w="12700">
            <a:solidFill>
              <a:srgbClr val="D4951A"/>
            </a:solidFill>
            <a:prstDash val="solid"/>
          </a:ln>
        </p:spPr>
      </p:sp>
      <p:sp>
        <p:nvSpPr>
          <p:cNvPr id="21" name="Shape 19"/>
          <p:cNvSpPr/>
          <p:nvPr/>
        </p:nvSpPr>
        <p:spPr>
          <a:xfrm rot="2700000">
            <a:off x="2235708" y="749808"/>
            <a:ext cx="82296" cy="82296"/>
          </a:xfrm>
          <a:prstGeom prst="rect">
            <a:avLst/>
          </a:prstGeom>
          <a:solidFill>
            <a:srgbClr val="D4951A">
              <a:alpha val="55000"/>
            </a:srgbClr>
          </a:solidFill>
          <a:ln w="12700">
            <a:solidFill>
              <a:srgbClr val="D4951A"/>
            </a:solidFill>
            <a:prstDash val="solid"/>
          </a:ln>
        </p:spPr>
      </p:sp>
      <p:sp>
        <p:nvSpPr>
          <p:cNvPr id="22" name="Shape 20"/>
          <p:cNvSpPr/>
          <p:nvPr/>
        </p:nvSpPr>
        <p:spPr>
          <a:xfrm rot="2700000">
            <a:off x="2359152" y="749808"/>
            <a:ext cx="82296" cy="82296"/>
          </a:xfrm>
          <a:prstGeom prst="rect">
            <a:avLst/>
          </a:prstGeom>
          <a:solidFill>
            <a:srgbClr val="D4951A">
              <a:alpha val="55000"/>
            </a:srgbClr>
          </a:solidFill>
          <a:ln w="12700">
            <a:solidFill>
              <a:srgbClr val="D4951A"/>
            </a:solidFill>
            <a:prstDash val="solid"/>
          </a:ln>
        </p:spPr>
      </p:sp>
      <p:sp>
        <p:nvSpPr>
          <p:cNvPr id="23" name="Shape 21"/>
          <p:cNvSpPr/>
          <p:nvPr/>
        </p:nvSpPr>
        <p:spPr>
          <a:xfrm rot="2700000">
            <a:off x="2482596" y="749808"/>
            <a:ext cx="82296" cy="82296"/>
          </a:xfrm>
          <a:prstGeom prst="rect">
            <a:avLst/>
          </a:prstGeom>
          <a:solidFill>
            <a:srgbClr val="D4951A">
              <a:alpha val="55000"/>
            </a:srgbClr>
          </a:solidFill>
          <a:ln w="12700">
            <a:solidFill>
              <a:srgbClr val="D4951A"/>
            </a:solidFill>
            <a:prstDash val="solid"/>
          </a:ln>
        </p:spPr>
      </p:sp>
      <p:sp>
        <p:nvSpPr>
          <p:cNvPr id="24" name="Shape 22"/>
          <p:cNvSpPr/>
          <p:nvPr/>
        </p:nvSpPr>
        <p:spPr>
          <a:xfrm rot="2700000">
            <a:off x="2606040" y="749808"/>
            <a:ext cx="82296" cy="82296"/>
          </a:xfrm>
          <a:prstGeom prst="rect">
            <a:avLst/>
          </a:prstGeom>
          <a:solidFill>
            <a:srgbClr val="D4951A">
              <a:alpha val="55000"/>
            </a:srgbClr>
          </a:solidFill>
          <a:ln w="12700">
            <a:solidFill>
              <a:srgbClr val="D4951A"/>
            </a:solidFill>
            <a:prstDash val="solid"/>
          </a:ln>
        </p:spPr>
      </p:sp>
      <p:sp>
        <p:nvSpPr>
          <p:cNvPr id="25" name="Shape 23"/>
          <p:cNvSpPr/>
          <p:nvPr/>
        </p:nvSpPr>
        <p:spPr>
          <a:xfrm rot="2700000">
            <a:off x="2729484" y="749808"/>
            <a:ext cx="82296" cy="82296"/>
          </a:xfrm>
          <a:prstGeom prst="rect">
            <a:avLst/>
          </a:prstGeom>
          <a:solidFill>
            <a:srgbClr val="D4951A">
              <a:alpha val="55000"/>
            </a:srgbClr>
          </a:solidFill>
          <a:ln w="12700">
            <a:solidFill>
              <a:srgbClr val="D4951A"/>
            </a:solidFill>
            <a:prstDash val="solid"/>
          </a:ln>
        </p:spPr>
      </p:sp>
      <p:sp>
        <p:nvSpPr>
          <p:cNvPr id="26" name="Shape 24"/>
          <p:cNvSpPr/>
          <p:nvPr/>
        </p:nvSpPr>
        <p:spPr>
          <a:xfrm rot="2700000">
            <a:off x="2852928" y="749808"/>
            <a:ext cx="82296" cy="82296"/>
          </a:xfrm>
          <a:prstGeom prst="rect">
            <a:avLst/>
          </a:prstGeom>
          <a:solidFill>
            <a:srgbClr val="D4951A">
              <a:alpha val="55000"/>
            </a:srgbClr>
          </a:solidFill>
          <a:ln w="12700">
            <a:solidFill>
              <a:srgbClr val="D4951A"/>
            </a:solidFill>
            <a:prstDash val="solid"/>
          </a:ln>
        </p:spPr>
      </p:sp>
      <p:sp>
        <p:nvSpPr>
          <p:cNvPr id="27" name="Shape 25"/>
          <p:cNvSpPr/>
          <p:nvPr/>
        </p:nvSpPr>
        <p:spPr>
          <a:xfrm rot="2700000">
            <a:off x="2976372" y="749808"/>
            <a:ext cx="82296" cy="82296"/>
          </a:xfrm>
          <a:prstGeom prst="rect">
            <a:avLst/>
          </a:prstGeom>
          <a:solidFill>
            <a:srgbClr val="D4951A">
              <a:alpha val="55000"/>
            </a:srgbClr>
          </a:solidFill>
          <a:ln w="12700">
            <a:solidFill>
              <a:srgbClr val="D4951A"/>
            </a:solidFill>
            <a:prstDash val="solid"/>
          </a:ln>
        </p:spPr>
      </p:sp>
      <p:sp>
        <p:nvSpPr>
          <p:cNvPr id="28" name="Shape 26"/>
          <p:cNvSpPr/>
          <p:nvPr/>
        </p:nvSpPr>
        <p:spPr>
          <a:xfrm rot="2700000">
            <a:off x="3099816" y="749808"/>
            <a:ext cx="82296" cy="82296"/>
          </a:xfrm>
          <a:prstGeom prst="rect">
            <a:avLst/>
          </a:prstGeom>
          <a:solidFill>
            <a:srgbClr val="D4951A">
              <a:alpha val="55000"/>
            </a:srgbClr>
          </a:solidFill>
          <a:ln w="12700">
            <a:solidFill>
              <a:srgbClr val="D4951A"/>
            </a:solidFill>
            <a:prstDash val="solid"/>
          </a:ln>
        </p:spPr>
      </p:sp>
      <p:sp>
        <p:nvSpPr>
          <p:cNvPr id="29" name="Shape 27"/>
          <p:cNvSpPr/>
          <p:nvPr/>
        </p:nvSpPr>
        <p:spPr>
          <a:xfrm rot="2700000">
            <a:off x="3223260" y="749808"/>
            <a:ext cx="82296" cy="82296"/>
          </a:xfrm>
          <a:prstGeom prst="rect">
            <a:avLst/>
          </a:prstGeom>
          <a:solidFill>
            <a:srgbClr val="D4951A">
              <a:alpha val="55000"/>
            </a:srgbClr>
          </a:solidFill>
          <a:ln w="12700">
            <a:solidFill>
              <a:srgbClr val="D4951A"/>
            </a:solidFill>
            <a:prstDash val="solid"/>
          </a:ln>
        </p:spPr>
      </p:sp>
      <p:sp>
        <p:nvSpPr>
          <p:cNvPr id="30" name="Shape 28"/>
          <p:cNvSpPr/>
          <p:nvPr/>
        </p:nvSpPr>
        <p:spPr>
          <a:xfrm rot="2700000">
            <a:off x="3346704" y="749808"/>
            <a:ext cx="82296" cy="82296"/>
          </a:xfrm>
          <a:prstGeom prst="rect">
            <a:avLst/>
          </a:prstGeom>
          <a:solidFill>
            <a:srgbClr val="D4951A">
              <a:alpha val="55000"/>
            </a:srgbClr>
          </a:solidFill>
          <a:ln w="12700">
            <a:solidFill>
              <a:srgbClr val="D4951A"/>
            </a:solidFill>
            <a:prstDash val="solid"/>
          </a:ln>
        </p:spPr>
      </p:sp>
      <p:sp>
        <p:nvSpPr>
          <p:cNvPr id="31" name="Shape 29"/>
          <p:cNvSpPr/>
          <p:nvPr/>
        </p:nvSpPr>
        <p:spPr>
          <a:xfrm rot="2700000">
            <a:off x="3470148" y="749808"/>
            <a:ext cx="82296" cy="82296"/>
          </a:xfrm>
          <a:prstGeom prst="rect">
            <a:avLst/>
          </a:prstGeom>
          <a:solidFill>
            <a:srgbClr val="D4951A">
              <a:alpha val="55000"/>
            </a:srgbClr>
          </a:solidFill>
          <a:ln w="12700">
            <a:solidFill>
              <a:srgbClr val="D4951A"/>
            </a:solidFill>
            <a:prstDash val="solid"/>
          </a:ln>
        </p:spPr>
      </p:sp>
      <p:sp>
        <p:nvSpPr>
          <p:cNvPr id="32" name="Shape 30"/>
          <p:cNvSpPr/>
          <p:nvPr/>
        </p:nvSpPr>
        <p:spPr>
          <a:xfrm rot="2700000">
            <a:off x="3593592" y="749808"/>
            <a:ext cx="82296" cy="82296"/>
          </a:xfrm>
          <a:prstGeom prst="rect">
            <a:avLst/>
          </a:prstGeom>
          <a:solidFill>
            <a:srgbClr val="D4951A">
              <a:alpha val="55000"/>
            </a:srgbClr>
          </a:solidFill>
          <a:ln w="12700">
            <a:solidFill>
              <a:srgbClr val="D4951A"/>
            </a:solidFill>
            <a:prstDash val="solid"/>
          </a:ln>
        </p:spPr>
      </p:sp>
      <p:sp>
        <p:nvSpPr>
          <p:cNvPr id="33" name="Shape 31"/>
          <p:cNvSpPr/>
          <p:nvPr/>
        </p:nvSpPr>
        <p:spPr>
          <a:xfrm rot="2700000">
            <a:off x="3717036" y="749808"/>
            <a:ext cx="82296" cy="82296"/>
          </a:xfrm>
          <a:prstGeom prst="rect">
            <a:avLst/>
          </a:prstGeom>
          <a:solidFill>
            <a:srgbClr val="D4951A">
              <a:alpha val="55000"/>
            </a:srgbClr>
          </a:solidFill>
          <a:ln w="12700">
            <a:solidFill>
              <a:srgbClr val="D4951A"/>
            </a:solidFill>
            <a:prstDash val="solid"/>
          </a:ln>
        </p:spPr>
      </p:sp>
      <p:sp>
        <p:nvSpPr>
          <p:cNvPr id="34" name="Shape 32"/>
          <p:cNvSpPr/>
          <p:nvPr/>
        </p:nvSpPr>
        <p:spPr>
          <a:xfrm rot="2700000">
            <a:off x="3840480" y="749808"/>
            <a:ext cx="82296" cy="82296"/>
          </a:xfrm>
          <a:prstGeom prst="rect">
            <a:avLst/>
          </a:prstGeom>
          <a:solidFill>
            <a:srgbClr val="D4951A">
              <a:alpha val="55000"/>
            </a:srgbClr>
          </a:solidFill>
          <a:ln w="12700">
            <a:solidFill>
              <a:srgbClr val="D4951A"/>
            </a:solidFill>
            <a:prstDash val="solid"/>
          </a:ln>
        </p:spPr>
      </p:sp>
      <p:sp>
        <p:nvSpPr>
          <p:cNvPr id="35" name="Shape 33"/>
          <p:cNvSpPr/>
          <p:nvPr/>
        </p:nvSpPr>
        <p:spPr>
          <a:xfrm rot="2700000">
            <a:off x="3963924" y="749808"/>
            <a:ext cx="82296" cy="82296"/>
          </a:xfrm>
          <a:prstGeom prst="rect">
            <a:avLst/>
          </a:prstGeom>
          <a:solidFill>
            <a:srgbClr val="D4951A">
              <a:alpha val="55000"/>
            </a:srgbClr>
          </a:solidFill>
          <a:ln w="12700">
            <a:solidFill>
              <a:srgbClr val="D4951A"/>
            </a:solidFill>
            <a:prstDash val="solid"/>
          </a:ln>
        </p:spPr>
      </p:sp>
      <p:sp>
        <p:nvSpPr>
          <p:cNvPr id="36" name="Shape 34"/>
          <p:cNvSpPr/>
          <p:nvPr/>
        </p:nvSpPr>
        <p:spPr>
          <a:xfrm rot="2700000">
            <a:off x="4087368" y="749808"/>
            <a:ext cx="82296" cy="82296"/>
          </a:xfrm>
          <a:prstGeom prst="rect">
            <a:avLst/>
          </a:prstGeom>
          <a:solidFill>
            <a:srgbClr val="D4951A">
              <a:alpha val="55000"/>
            </a:srgbClr>
          </a:solidFill>
          <a:ln w="12700">
            <a:solidFill>
              <a:srgbClr val="D4951A"/>
            </a:solidFill>
            <a:prstDash val="solid"/>
          </a:ln>
        </p:spPr>
      </p:sp>
      <p:sp>
        <p:nvSpPr>
          <p:cNvPr id="37" name="Shape 35"/>
          <p:cNvSpPr/>
          <p:nvPr/>
        </p:nvSpPr>
        <p:spPr>
          <a:xfrm rot="2700000">
            <a:off x="4210812" y="749808"/>
            <a:ext cx="82296" cy="82296"/>
          </a:xfrm>
          <a:prstGeom prst="rect">
            <a:avLst/>
          </a:prstGeom>
          <a:solidFill>
            <a:srgbClr val="D4951A">
              <a:alpha val="55000"/>
            </a:srgbClr>
          </a:solidFill>
          <a:ln w="12700">
            <a:solidFill>
              <a:srgbClr val="D4951A"/>
            </a:solidFill>
            <a:prstDash val="solid"/>
          </a:ln>
        </p:spPr>
      </p:sp>
      <p:sp>
        <p:nvSpPr>
          <p:cNvPr id="38" name="Shape 36"/>
          <p:cNvSpPr/>
          <p:nvPr/>
        </p:nvSpPr>
        <p:spPr>
          <a:xfrm rot="2700000">
            <a:off x="4334256" y="749808"/>
            <a:ext cx="82296" cy="82296"/>
          </a:xfrm>
          <a:prstGeom prst="rect">
            <a:avLst/>
          </a:prstGeom>
          <a:solidFill>
            <a:srgbClr val="D4951A">
              <a:alpha val="55000"/>
            </a:srgbClr>
          </a:solidFill>
          <a:ln w="12700">
            <a:solidFill>
              <a:srgbClr val="D4951A"/>
            </a:solidFill>
            <a:prstDash val="solid"/>
          </a:ln>
        </p:spPr>
      </p:sp>
      <p:sp>
        <p:nvSpPr>
          <p:cNvPr id="39" name="Shape 37"/>
          <p:cNvSpPr/>
          <p:nvPr/>
        </p:nvSpPr>
        <p:spPr>
          <a:xfrm rot="2700000">
            <a:off x="4457700" y="749808"/>
            <a:ext cx="82296" cy="82296"/>
          </a:xfrm>
          <a:prstGeom prst="rect">
            <a:avLst/>
          </a:prstGeom>
          <a:solidFill>
            <a:srgbClr val="D4951A">
              <a:alpha val="55000"/>
            </a:srgbClr>
          </a:solidFill>
          <a:ln w="12700">
            <a:solidFill>
              <a:srgbClr val="D4951A"/>
            </a:solidFill>
            <a:prstDash val="solid"/>
          </a:ln>
        </p:spPr>
      </p:sp>
      <p:sp>
        <p:nvSpPr>
          <p:cNvPr id="40" name="Shape 38"/>
          <p:cNvSpPr/>
          <p:nvPr/>
        </p:nvSpPr>
        <p:spPr>
          <a:xfrm rot="2700000">
            <a:off x="4581144" y="749808"/>
            <a:ext cx="82296" cy="82296"/>
          </a:xfrm>
          <a:prstGeom prst="rect">
            <a:avLst/>
          </a:prstGeom>
          <a:solidFill>
            <a:srgbClr val="D4951A">
              <a:alpha val="55000"/>
            </a:srgbClr>
          </a:solidFill>
          <a:ln w="12700">
            <a:solidFill>
              <a:srgbClr val="D4951A"/>
            </a:solidFill>
            <a:prstDash val="solid"/>
          </a:ln>
        </p:spPr>
      </p:sp>
      <p:sp>
        <p:nvSpPr>
          <p:cNvPr id="41" name="Shape 39"/>
          <p:cNvSpPr/>
          <p:nvPr/>
        </p:nvSpPr>
        <p:spPr>
          <a:xfrm rot="2700000">
            <a:off x="4704588" y="749808"/>
            <a:ext cx="82296" cy="82296"/>
          </a:xfrm>
          <a:prstGeom prst="rect">
            <a:avLst/>
          </a:prstGeom>
          <a:solidFill>
            <a:srgbClr val="D4951A">
              <a:alpha val="55000"/>
            </a:srgbClr>
          </a:solidFill>
          <a:ln w="12700">
            <a:solidFill>
              <a:srgbClr val="D4951A"/>
            </a:solidFill>
            <a:prstDash val="solid"/>
          </a:ln>
        </p:spPr>
      </p:sp>
      <p:sp>
        <p:nvSpPr>
          <p:cNvPr id="42" name="Shape 40"/>
          <p:cNvSpPr/>
          <p:nvPr/>
        </p:nvSpPr>
        <p:spPr>
          <a:xfrm rot="2700000">
            <a:off x="4828032" y="749808"/>
            <a:ext cx="82296" cy="82296"/>
          </a:xfrm>
          <a:prstGeom prst="rect">
            <a:avLst/>
          </a:prstGeom>
          <a:solidFill>
            <a:srgbClr val="D4951A">
              <a:alpha val="55000"/>
            </a:srgbClr>
          </a:solidFill>
          <a:ln w="12700">
            <a:solidFill>
              <a:srgbClr val="D4951A"/>
            </a:solidFill>
            <a:prstDash val="solid"/>
          </a:ln>
        </p:spPr>
      </p:sp>
      <p:sp>
        <p:nvSpPr>
          <p:cNvPr id="43" name="Shape 41"/>
          <p:cNvSpPr/>
          <p:nvPr/>
        </p:nvSpPr>
        <p:spPr>
          <a:xfrm rot="2700000">
            <a:off x="4951476" y="749808"/>
            <a:ext cx="82296" cy="82296"/>
          </a:xfrm>
          <a:prstGeom prst="rect">
            <a:avLst/>
          </a:prstGeom>
          <a:solidFill>
            <a:srgbClr val="D4951A">
              <a:alpha val="55000"/>
            </a:srgbClr>
          </a:solidFill>
          <a:ln w="12700">
            <a:solidFill>
              <a:srgbClr val="D4951A"/>
            </a:solidFill>
            <a:prstDash val="solid"/>
          </a:ln>
        </p:spPr>
      </p:sp>
      <p:sp>
        <p:nvSpPr>
          <p:cNvPr id="44" name="Shape 42"/>
          <p:cNvSpPr/>
          <p:nvPr/>
        </p:nvSpPr>
        <p:spPr>
          <a:xfrm rot="2700000">
            <a:off x="5074920" y="749808"/>
            <a:ext cx="82296" cy="82296"/>
          </a:xfrm>
          <a:prstGeom prst="rect">
            <a:avLst/>
          </a:prstGeom>
          <a:solidFill>
            <a:srgbClr val="D4951A">
              <a:alpha val="55000"/>
            </a:srgbClr>
          </a:solidFill>
          <a:ln w="12700">
            <a:solidFill>
              <a:srgbClr val="D4951A"/>
            </a:solidFill>
            <a:prstDash val="solid"/>
          </a:ln>
        </p:spPr>
      </p:sp>
      <p:sp>
        <p:nvSpPr>
          <p:cNvPr id="45" name="Shape 43"/>
          <p:cNvSpPr/>
          <p:nvPr/>
        </p:nvSpPr>
        <p:spPr>
          <a:xfrm rot="2700000">
            <a:off x="5198364" y="749808"/>
            <a:ext cx="82296" cy="82296"/>
          </a:xfrm>
          <a:prstGeom prst="rect">
            <a:avLst/>
          </a:prstGeom>
          <a:solidFill>
            <a:srgbClr val="D4951A">
              <a:alpha val="55000"/>
            </a:srgbClr>
          </a:solidFill>
          <a:ln w="12700">
            <a:solidFill>
              <a:srgbClr val="D4951A"/>
            </a:solidFill>
            <a:prstDash val="solid"/>
          </a:ln>
        </p:spPr>
      </p:sp>
      <p:sp>
        <p:nvSpPr>
          <p:cNvPr id="46" name="Shape 44"/>
          <p:cNvSpPr/>
          <p:nvPr/>
        </p:nvSpPr>
        <p:spPr>
          <a:xfrm rot="2700000">
            <a:off x="5321808" y="749808"/>
            <a:ext cx="82296" cy="82296"/>
          </a:xfrm>
          <a:prstGeom prst="rect">
            <a:avLst/>
          </a:prstGeom>
          <a:solidFill>
            <a:srgbClr val="D4951A">
              <a:alpha val="55000"/>
            </a:srgbClr>
          </a:solidFill>
          <a:ln w="12700">
            <a:solidFill>
              <a:srgbClr val="D4951A"/>
            </a:solidFill>
            <a:prstDash val="solid"/>
          </a:ln>
        </p:spPr>
      </p:sp>
      <p:sp>
        <p:nvSpPr>
          <p:cNvPr id="47" name="Shape 45"/>
          <p:cNvSpPr/>
          <p:nvPr/>
        </p:nvSpPr>
        <p:spPr>
          <a:xfrm rot="2700000">
            <a:off x="5445252" y="749808"/>
            <a:ext cx="82296" cy="82296"/>
          </a:xfrm>
          <a:prstGeom prst="rect">
            <a:avLst/>
          </a:prstGeom>
          <a:solidFill>
            <a:srgbClr val="D4951A">
              <a:alpha val="55000"/>
            </a:srgbClr>
          </a:solidFill>
          <a:ln w="12700">
            <a:solidFill>
              <a:srgbClr val="D4951A"/>
            </a:solidFill>
            <a:prstDash val="solid"/>
          </a:ln>
        </p:spPr>
      </p:sp>
      <p:sp>
        <p:nvSpPr>
          <p:cNvPr id="48" name="Shape 46"/>
          <p:cNvSpPr/>
          <p:nvPr/>
        </p:nvSpPr>
        <p:spPr>
          <a:xfrm rot="2700000">
            <a:off x="5568696" y="749808"/>
            <a:ext cx="82296" cy="82296"/>
          </a:xfrm>
          <a:prstGeom prst="rect">
            <a:avLst/>
          </a:prstGeom>
          <a:solidFill>
            <a:srgbClr val="D4951A">
              <a:alpha val="55000"/>
            </a:srgbClr>
          </a:solidFill>
          <a:ln w="12700">
            <a:solidFill>
              <a:srgbClr val="D4951A"/>
            </a:solidFill>
            <a:prstDash val="solid"/>
          </a:ln>
        </p:spPr>
      </p:sp>
      <p:sp>
        <p:nvSpPr>
          <p:cNvPr id="49" name="Shape 47"/>
          <p:cNvSpPr/>
          <p:nvPr/>
        </p:nvSpPr>
        <p:spPr>
          <a:xfrm rot="2700000">
            <a:off x="5692140" y="749808"/>
            <a:ext cx="82296" cy="82296"/>
          </a:xfrm>
          <a:prstGeom prst="rect">
            <a:avLst/>
          </a:prstGeom>
          <a:solidFill>
            <a:srgbClr val="D4951A">
              <a:alpha val="55000"/>
            </a:srgbClr>
          </a:solidFill>
          <a:ln w="12700">
            <a:solidFill>
              <a:srgbClr val="D4951A"/>
            </a:solidFill>
            <a:prstDash val="solid"/>
          </a:ln>
        </p:spPr>
      </p:sp>
      <p:sp>
        <p:nvSpPr>
          <p:cNvPr id="50" name="Shape 48"/>
          <p:cNvSpPr/>
          <p:nvPr/>
        </p:nvSpPr>
        <p:spPr>
          <a:xfrm rot="2700000">
            <a:off x="5815584" y="749808"/>
            <a:ext cx="82296" cy="82296"/>
          </a:xfrm>
          <a:prstGeom prst="rect">
            <a:avLst/>
          </a:prstGeom>
          <a:solidFill>
            <a:srgbClr val="D4951A">
              <a:alpha val="55000"/>
            </a:srgbClr>
          </a:solidFill>
          <a:ln w="12700">
            <a:solidFill>
              <a:srgbClr val="D4951A"/>
            </a:solidFill>
            <a:prstDash val="solid"/>
          </a:ln>
        </p:spPr>
      </p:sp>
      <p:sp>
        <p:nvSpPr>
          <p:cNvPr id="51" name="Shape 49"/>
          <p:cNvSpPr/>
          <p:nvPr/>
        </p:nvSpPr>
        <p:spPr>
          <a:xfrm rot="2700000">
            <a:off x="5939028" y="749808"/>
            <a:ext cx="82296" cy="82296"/>
          </a:xfrm>
          <a:prstGeom prst="rect">
            <a:avLst/>
          </a:prstGeom>
          <a:solidFill>
            <a:srgbClr val="D4951A">
              <a:alpha val="55000"/>
            </a:srgbClr>
          </a:solidFill>
          <a:ln w="12700">
            <a:solidFill>
              <a:srgbClr val="D4951A"/>
            </a:solidFill>
            <a:prstDash val="solid"/>
          </a:ln>
        </p:spPr>
      </p:sp>
      <p:sp>
        <p:nvSpPr>
          <p:cNvPr id="52" name="Shape 50"/>
          <p:cNvSpPr/>
          <p:nvPr/>
        </p:nvSpPr>
        <p:spPr>
          <a:xfrm rot="2700000">
            <a:off x="6062472" y="749808"/>
            <a:ext cx="82296" cy="82296"/>
          </a:xfrm>
          <a:prstGeom prst="rect">
            <a:avLst/>
          </a:prstGeom>
          <a:solidFill>
            <a:srgbClr val="D4951A">
              <a:alpha val="55000"/>
            </a:srgbClr>
          </a:solidFill>
          <a:ln w="12700">
            <a:solidFill>
              <a:srgbClr val="D4951A"/>
            </a:solidFill>
            <a:prstDash val="solid"/>
          </a:ln>
        </p:spPr>
      </p:sp>
      <p:sp>
        <p:nvSpPr>
          <p:cNvPr id="53" name="Shape 51"/>
          <p:cNvSpPr/>
          <p:nvPr/>
        </p:nvSpPr>
        <p:spPr>
          <a:xfrm rot="2700000">
            <a:off x="6185916" y="749808"/>
            <a:ext cx="82296" cy="82296"/>
          </a:xfrm>
          <a:prstGeom prst="rect">
            <a:avLst/>
          </a:prstGeom>
          <a:solidFill>
            <a:srgbClr val="D4951A">
              <a:alpha val="55000"/>
            </a:srgbClr>
          </a:solidFill>
          <a:ln w="12700">
            <a:solidFill>
              <a:srgbClr val="D4951A"/>
            </a:solidFill>
            <a:prstDash val="solid"/>
          </a:ln>
        </p:spPr>
      </p:sp>
      <p:sp>
        <p:nvSpPr>
          <p:cNvPr id="54" name="Shape 52"/>
          <p:cNvSpPr/>
          <p:nvPr/>
        </p:nvSpPr>
        <p:spPr>
          <a:xfrm rot="2700000">
            <a:off x="6309360" y="749808"/>
            <a:ext cx="82296" cy="82296"/>
          </a:xfrm>
          <a:prstGeom prst="rect">
            <a:avLst/>
          </a:prstGeom>
          <a:solidFill>
            <a:srgbClr val="D4951A">
              <a:alpha val="55000"/>
            </a:srgbClr>
          </a:solidFill>
          <a:ln w="12700">
            <a:solidFill>
              <a:srgbClr val="D4951A"/>
            </a:solidFill>
            <a:prstDash val="solid"/>
          </a:ln>
        </p:spPr>
      </p:sp>
      <p:sp>
        <p:nvSpPr>
          <p:cNvPr id="55" name="Shape 53"/>
          <p:cNvSpPr/>
          <p:nvPr/>
        </p:nvSpPr>
        <p:spPr>
          <a:xfrm rot="2700000">
            <a:off x="6432804" y="749808"/>
            <a:ext cx="82296" cy="82296"/>
          </a:xfrm>
          <a:prstGeom prst="rect">
            <a:avLst/>
          </a:prstGeom>
          <a:solidFill>
            <a:srgbClr val="D4951A">
              <a:alpha val="55000"/>
            </a:srgbClr>
          </a:solidFill>
          <a:ln w="12700">
            <a:solidFill>
              <a:srgbClr val="D4951A"/>
            </a:solidFill>
            <a:prstDash val="solid"/>
          </a:ln>
        </p:spPr>
      </p:sp>
      <p:sp>
        <p:nvSpPr>
          <p:cNvPr id="56" name="Shape 54"/>
          <p:cNvSpPr/>
          <p:nvPr/>
        </p:nvSpPr>
        <p:spPr>
          <a:xfrm rot="2700000">
            <a:off x="6556248" y="749808"/>
            <a:ext cx="82296" cy="82296"/>
          </a:xfrm>
          <a:prstGeom prst="rect">
            <a:avLst/>
          </a:prstGeom>
          <a:solidFill>
            <a:srgbClr val="D4951A">
              <a:alpha val="55000"/>
            </a:srgbClr>
          </a:solidFill>
          <a:ln w="12700">
            <a:solidFill>
              <a:srgbClr val="D4951A"/>
            </a:solidFill>
            <a:prstDash val="solid"/>
          </a:ln>
        </p:spPr>
      </p:sp>
      <p:sp>
        <p:nvSpPr>
          <p:cNvPr id="57" name="Shape 55"/>
          <p:cNvSpPr/>
          <p:nvPr/>
        </p:nvSpPr>
        <p:spPr>
          <a:xfrm rot="2700000">
            <a:off x="6679692" y="749808"/>
            <a:ext cx="82296" cy="82296"/>
          </a:xfrm>
          <a:prstGeom prst="rect">
            <a:avLst/>
          </a:prstGeom>
          <a:solidFill>
            <a:srgbClr val="D4951A">
              <a:alpha val="55000"/>
            </a:srgbClr>
          </a:solidFill>
          <a:ln w="12700">
            <a:solidFill>
              <a:srgbClr val="D4951A"/>
            </a:solidFill>
            <a:prstDash val="solid"/>
          </a:ln>
        </p:spPr>
      </p:sp>
      <p:sp>
        <p:nvSpPr>
          <p:cNvPr id="58" name="Shape 56"/>
          <p:cNvSpPr/>
          <p:nvPr/>
        </p:nvSpPr>
        <p:spPr>
          <a:xfrm rot="2700000">
            <a:off x="6803136" y="749808"/>
            <a:ext cx="82296" cy="82296"/>
          </a:xfrm>
          <a:prstGeom prst="rect">
            <a:avLst/>
          </a:prstGeom>
          <a:solidFill>
            <a:srgbClr val="D4951A">
              <a:alpha val="55000"/>
            </a:srgbClr>
          </a:solidFill>
          <a:ln w="12700">
            <a:solidFill>
              <a:srgbClr val="D4951A"/>
            </a:solidFill>
            <a:prstDash val="solid"/>
          </a:ln>
        </p:spPr>
      </p:sp>
      <p:sp>
        <p:nvSpPr>
          <p:cNvPr id="59" name="Shape 57"/>
          <p:cNvSpPr/>
          <p:nvPr/>
        </p:nvSpPr>
        <p:spPr>
          <a:xfrm rot="2700000">
            <a:off x="6926580" y="749808"/>
            <a:ext cx="82296" cy="82296"/>
          </a:xfrm>
          <a:prstGeom prst="rect">
            <a:avLst/>
          </a:prstGeom>
          <a:solidFill>
            <a:srgbClr val="D4951A">
              <a:alpha val="55000"/>
            </a:srgbClr>
          </a:solidFill>
          <a:ln w="12700">
            <a:solidFill>
              <a:srgbClr val="D4951A"/>
            </a:solidFill>
            <a:prstDash val="solid"/>
          </a:ln>
        </p:spPr>
      </p:sp>
      <p:sp>
        <p:nvSpPr>
          <p:cNvPr id="60" name="Shape 58"/>
          <p:cNvSpPr/>
          <p:nvPr/>
        </p:nvSpPr>
        <p:spPr>
          <a:xfrm rot="2700000">
            <a:off x="7050024" y="749808"/>
            <a:ext cx="82296" cy="82296"/>
          </a:xfrm>
          <a:prstGeom prst="rect">
            <a:avLst/>
          </a:prstGeom>
          <a:solidFill>
            <a:srgbClr val="D4951A">
              <a:alpha val="55000"/>
            </a:srgbClr>
          </a:solidFill>
          <a:ln w="12700">
            <a:solidFill>
              <a:srgbClr val="D4951A"/>
            </a:solidFill>
            <a:prstDash val="solid"/>
          </a:ln>
        </p:spPr>
      </p:sp>
      <p:sp>
        <p:nvSpPr>
          <p:cNvPr id="61" name="Shape 59"/>
          <p:cNvSpPr/>
          <p:nvPr/>
        </p:nvSpPr>
        <p:spPr>
          <a:xfrm rot="2700000">
            <a:off x="7173468" y="749808"/>
            <a:ext cx="82296" cy="82296"/>
          </a:xfrm>
          <a:prstGeom prst="rect">
            <a:avLst/>
          </a:prstGeom>
          <a:solidFill>
            <a:srgbClr val="D4951A">
              <a:alpha val="55000"/>
            </a:srgbClr>
          </a:solidFill>
          <a:ln w="12700">
            <a:solidFill>
              <a:srgbClr val="D4951A"/>
            </a:solidFill>
            <a:prstDash val="solid"/>
          </a:ln>
        </p:spPr>
      </p:sp>
      <p:sp>
        <p:nvSpPr>
          <p:cNvPr id="62" name="Shape 60"/>
          <p:cNvSpPr/>
          <p:nvPr/>
        </p:nvSpPr>
        <p:spPr>
          <a:xfrm rot="2700000">
            <a:off x="7296912" y="749808"/>
            <a:ext cx="82296" cy="82296"/>
          </a:xfrm>
          <a:prstGeom prst="rect">
            <a:avLst/>
          </a:prstGeom>
          <a:solidFill>
            <a:srgbClr val="D4951A">
              <a:alpha val="55000"/>
            </a:srgbClr>
          </a:solidFill>
          <a:ln w="12700">
            <a:solidFill>
              <a:srgbClr val="D4951A"/>
            </a:solidFill>
            <a:prstDash val="solid"/>
          </a:ln>
        </p:spPr>
      </p:sp>
      <p:sp>
        <p:nvSpPr>
          <p:cNvPr id="63" name="Shape 61"/>
          <p:cNvSpPr/>
          <p:nvPr/>
        </p:nvSpPr>
        <p:spPr>
          <a:xfrm rot="2700000">
            <a:off x="7420356" y="749808"/>
            <a:ext cx="82296" cy="82296"/>
          </a:xfrm>
          <a:prstGeom prst="rect">
            <a:avLst/>
          </a:prstGeom>
          <a:solidFill>
            <a:srgbClr val="D4951A">
              <a:alpha val="55000"/>
            </a:srgbClr>
          </a:solidFill>
          <a:ln w="12700">
            <a:solidFill>
              <a:srgbClr val="D4951A"/>
            </a:solidFill>
            <a:prstDash val="solid"/>
          </a:ln>
        </p:spPr>
      </p:sp>
      <p:sp>
        <p:nvSpPr>
          <p:cNvPr id="64" name="Shape 62"/>
          <p:cNvSpPr/>
          <p:nvPr/>
        </p:nvSpPr>
        <p:spPr>
          <a:xfrm rot="2700000">
            <a:off x="7543800" y="749808"/>
            <a:ext cx="82296" cy="82296"/>
          </a:xfrm>
          <a:prstGeom prst="rect">
            <a:avLst/>
          </a:prstGeom>
          <a:solidFill>
            <a:srgbClr val="D4951A">
              <a:alpha val="55000"/>
            </a:srgbClr>
          </a:solidFill>
          <a:ln w="12700">
            <a:solidFill>
              <a:srgbClr val="D4951A"/>
            </a:solidFill>
            <a:prstDash val="solid"/>
          </a:ln>
        </p:spPr>
      </p:sp>
      <p:sp>
        <p:nvSpPr>
          <p:cNvPr id="65" name="Shape 63"/>
          <p:cNvSpPr/>
          <p:nvPr/>
        </p:nvSpPr>
        <p:spPr>
          <a:xfrm rot="2700000">
            <a:off x="7667244" y="749808"/>
            <a:ext cx="82296" cy="82296"/>
          </a:xfrm>
          <a:prstGeom prst="rect">
            <a:avLst/>
          </a:prstGeom>
          <a:solidFill>
            <a:srgbClr val="D4951A">
              <a:alpha val="55000"/>
            </a:srgbClr>
          </a:solidFill>
          <a:ln w="12700">
            <a:solidFill>
              <a:srgbClr val="D4951A"/>
            </a:solidFill>
            <a:prstDash val="solid"/>
          </a:ln>
        </p:spPr>
      </p:sp>
      <p:sp>
        <p:nvSpPr>
          <p:cNvPr id="66" name="Shape 64"/>
          <p:cNvSpPr/>
          <p:nvPr/>
        </p:nvSpPr>
        <p:spPr>
          <a:xfrm rot="2700000">
            <a:off x="7790688" y="749808"/>
            <a:ext cx="82296" cy="82296"/>
          </a:xfrm>
          <a:prstGeom prst="rect">
            <a:avLst/>
          </a:prstGeom>
          <a:solidFill>
            <a:srgbClr val="D4951A">
              <a:alpha val="55000"/>
            </a:srgbClr>
          </a:solidFill>
          <a:ln w="12700">
            <a:solidFill>
              <a:srgbClr val="D4951A"/>
            </a:solidFill>
            <a:prstDash val="solid"/>
          </a:ln>
        </p:spPr>
      </p:sp>
      <p:sp>
        <p:nvSpPr>
          <p:cNvPr id="67" name="Shape 65"/>
          <p:cNvSpPr/>
          <p:nvPr/>
        </p:nvSpPr>
        <p:spPr>
          <a:xfrm rot="2700000">
            <a:off x="7914132" y="749808"/>
            <a:ext cx="82296" cy="82296"/>
          </a:xfrm>
          <a:prstGeom prst="rect">
            <a:avLst/>
          </a:prstGeom>
          <a:solidFill>
            <a:srgbClr val="D4951A">
              <a:alpha val="55000"/>
            </a:srgbClr>
          </a:solidFill>
          <a:ln w="12700">
            <a:solidFill>
              <a:srgbClr val="D4951A"/>
            </a:solidFill>
            <a:prstDash val="solid"/>
          </a:ln>
        </p:spPr>
      </p:sp>
      <p:sp>
        <p:nvSpPr>
          <p:cNvPr id="68" name="Shape 66"/>
          <p:cNvSpPr/>
          <p:nvPr/>
        </p:nvSpPr>
        <p:spPr>
          <a:xfrm rot="2700000">
            <a:off x="8037576" y="749808"/>
            <a:ext cx="82296" cy="82296"/>
          </a:xfrm>
          <a:prstGeom prst="rect">
            <a:avLst/>
          </a:prstGeom>
          <a:solidFill>
            <a:srgbClr val="D4951A">
              <a:alpha val="55000"/>
            </a:srgbClr>
          </a:solidFill>
          <a:ln w="12700">
            <a:solidFill>
              <a:srgbClr val="D4951A"/>
            </a:solidFill>
            <a:prstDash val="solid"/>
          </a:ln>
        </p:spPr>
      </p:sp>
      <p:sp>
        <p:nvSpPr>
          <p:cNvPr id="69" name="Shape 67"/>
          <p:cNvSpPr/>
          <p:nvPr/>
        </p:nvSpPr>
        <p:spPr>
          <a:xfrm rot="2700000">
            <a:off x="8161020" y="749808"/>
            <a:ext cx="82296" cy="82296"/>
          </a:xfrm>
          <a:prstGeom prst="rect">
            <a:avLst/>
          </a:prstGeom>
          <a:solidFill>
            <a:srgbClr val="D4951A">
              <a:alpha val="55000"/>
            </a:srgbClr>
          </a:solidFill>
          <a:ln w="12700">
            <a:solidFill>
              <a:srgbClr val="D4951A"/>
            </a:solidFill>
            <a:prstDash val="solid"/>
          </a:ln>
        </p:spPr>
      </p:sp>
      <p:sp>
        <p:nvSpPr>
          <p:cNvPr id="70" name="Shape 68"/>
          <p:cNvSpPr/>
          <p:nvPr/>
        </p:nvSpPr>
        <p:spPr>
          <a:xfrm rot="2700000">
            <a:off x="8284464" y="749808"/>
            <a:ext cx="82296" cy="82296"/>
          </a:xfrm>
          <a:prstGeom prst="rect">
            <a:avLst/>
          </a:prstGeom>
          <a:solidFill>
            <a:srgbClr val="D4951A">
              <a:alpha val="55000"/>
            </a:srgbClr>
          </a:solidFill>
          <a:ln w="12700">
            <a:solidFill>
              <a:srgbClr val="D4951A"/>
            </a:solidFill>
            <a:prstDash val="solid"/>
          </a:ln>
        </p:spPr>
      </p:sp>
      <p:sp>
        <p:nvSpPr>
          <p:cNvPr id="71" name="Shape 69"/>
          <p:cNvSpPr/>
          <p:nvPr/>
        </p:nvSpPr>
        <p:spPr>
          <a:xfrm rot="2700000">
            <a:off x="8407908" y="749808"/>
            <a:ext cx="82296" cy="82296"/>
          </a:xfrm>
          <a:prstGeom prst="rect">
            <a:avLst/>
          </a:prstGeom>
          <a:solidFill>
            <a:srgbClr val="D4951A">
              <a:alpha val="55000"/>
            </a:srgbClr>
          </a:solidFill>
          <a:ln w="12700">
            <a:solidFill>
              <a:srgbClr val="D4951A"/>
            </a:solidFill>
            <a:prstDash val="solid"/>
          </a:ln>
        </p:spPr>
      </p:sp>
      <p:sp>
        <p:nvSpPr>
          <p:cNvPr id="72" name="Shape 70"/>
          <p:cNvSpPr/>
          <p:nvPr/>
        </p:nvSpPr>
        <p:spPr>
          <a:xfrm rot="2700000">
            <a:off x="8531352" y="749808"/>
            <a:ext cx="82296" cy="82296"/>
          </a:xfrm>
          <a:prstGeom prst="rect">
            <a:avLst/>
          </a:prstGeom>
          <a:solidFill>
            <a:srgbClr val="D4951A">
              <a:alpha val="55000"/>
            </a:srgbClr>
          </a:solidFill>
          <a:ln w="12700">
            <a:solidFill>
              <a:srgbClr val="D4951A"/>
            </a:solidFill>
            <a:prstDash val="solid"/>
          </a:ln>
        </p:spPr>
      </p:sp>
      <p:sp>
        <p:nvSpPr>
          <p:cNvPr id="73" name="Shape 71"/>
          <p:cNvSpPr/>
          <p:nvPr/>
        </p:nvSpPr>
        <p:spPr>
          <a:xfrm rot="2700000">
            <a:off x="8654796" y="749808"/>
            <a:ext cx="82296" cy="82296"/>
          </a:xfrm>
          <a:prstGeom prst="rect">
            <a:avLst/>
          </a:prstGeom>
          <a:solidFill>
            <a:srgbClr val="D4951A">
              <a:alpha val="55000"/>
            </a:srgbClr>
          </a:solidFill>
          <a:ln w="12700">
            <a:solidFill>
              <a:srgbClr val="D4951A"/>
            </a:solidFill>
            <a:prstDash val="solid"/>
          </a:ln>
        </p:spPr>
      </p:sp>
      <p:sp>
        <p:nvSpPr>
          <p:cNvPr id="74" name="Shape 72"/>
          <p:cNvSpPr/>
          <p:nvPr/>
        </p:nvSpPr>
        <p:spPr>
          <a:xfrm rot="2700000">
            <a:off x="8778240" y="749808"/>
            <a:ext cx="82296" cy="82296"/>
          </a:xfrm>
          <a:prstGeom prst="rect">
            <a:avLst/>
          </a:prstGeom>
          <a:solidFill>
            <a:srgbClr val="D4951A">
              <a:alpha val="55000"/>
            </a:srgbClr>
          </a:solidFill>
          <a:ln w="12700">
            <a:solidFill>
              <a:srgbClr val="D4951A"/>
            </a:solidFill>
            <a:prstDash val="solid"/>
          </a:ln>
        </p:spPr>
      </p:sp>
      <p:sp>
        <p:nvSpPr>
          <p:cNvPr id="75" name="Shape 73"/>
          <p:cNvSpPr/>
          <p:nvPr/>
        </p:nvSpPr>
        <p:spPr>
          <a:xfrm rot="2700000">
            <a:off x="8901684" y="749808"/>
            <a:ext cx="82296" cy="82296"/>
          </a:xfrm>
          <a:prstGeom prst="rect">
            <a:avLst/>
          </a:prstGeom>
          <a:solidFill>
            <a:srgbClr val="D4951A">
              <a:alpha val="55000"/>
            </a:srgbClr>
          </a:solidFill>
          <a:ln w="12700">
            <a:solidFill>
              <a:srgbClr val="D4951A"/>
            </a:solidFill>
            <a:prstDash val="solid"/>
          </a:ln>
        </p:spPr>
      </p:sp>
      <p:sp>
        <p:nvSpPr>
          <p:cNvPr id="76" name="Shape 74"/>
          <p:cNvSpPr/>
          <p:nvPr/>
        </p:nvSpPr>
        <p:spPr>
          <a:xfrm rot="2700000">
            <a:off x="9025128" y="749808"/>
            <a:ext cx="82296" cy="82296"/>
          </a:xfrm>
          <a:prstGeom prst="rect">
            <a:avLst/>
          </a:prstGeom>
          <a:solidFill>
            <a:srgbClr val="D4951A">
              <a:alpha val="55000"/>
            </a:srgbClr>
          </a:solidFill>
          <a:ln w="12700">
            <a:solidFill>
              <a:srgbClr val="D4951A"/>
            </a:solidFill>
            <a:prstDash val="solid"/>
          </a:ln>
        </p:spPr>
      </p:sp>
      <p:sp>
        <p:nvSpPr>
          <p:cNvPr id="77" name="Shape 75"/>
          <p:cNvSpPr/>
          <p:nvPr/>
        </p:nvSpPr>
        <p:spPr>
          <a:xfrm>
            <a:off x="0" y="0"/>
            <a:ext cx="64008" cy="868680"/>
          </a:xfrm>
          <a:prstGeom prst="rect">
            <a:avLst/>
          </a:prstGeom>
          <a:solidFill>
            <a:srgbClr val="D4951A"/>
          </a:solidFill>
          <a:ln/>
        </p:spPr>
      </p:sp>
      <p:sp>
        <p:nvSpPr>
          <p:cNvPr id="78" name="Shape 76"/>
          <p:cNvSpPr/>
          <p:nvPr/>
        </p:nvSpPr>
        <p:spPr>
          <a:xfrm>
            <a:off x="100584" y="0"/>
            <a:ext cx="27432" cy="868680"/>
          </a:xfrm>
          <a:prstGeom prst="rect">
            <a:avLst/>
          </a:prstGeom>
          <a:solidFill>
            <a:srgbClr val="1B9A8A"/>
          </a:solidFill>
          <a:ln/>
        </p:spPr>
      </p:sp>
      <p:sp>
        <p:nvSpPr>
          <p:cNvPr id="79" name="Text 77"/>
          <p:cNvSpPr/>
          <p:nvPr/>
        </p:nvSpPr>
        <p:spPr>
          <a:xfrm>
            <a:off x="228600" y="0"/>
            <a:ext cx="8046720" cy="530352"/>
          </a:xfrm>
          <a:prstGeom prst="rect">
            <a:avLst/>
          </a:prstGeom>
          <a:noFill/>
          <a:ln/>
        </p:spPr>
        <p:txBody>
          <a:bodyPr wrap="square" rtlCol="0" anchor="b"/>
          <a:lstStyle/>
          <a:p>
            <a:pPr indent="0" marL="0">
              <a:buNone/>
            </a:pPr>
            <a:r>
              <a:rPr lang="en-US" sz="1900" b="1" spc="120" kern="0" dirty="0">
                <a:solidFill>
                  <a:srgbClr val="D4951A"/>
                </a:solidFill>
                <a:latin typeface="Georgia" pitchFamily="34" charset="0"/>
                <a:ea typeface="Georgia" pitchFamily="34" charset="-122"/>
                <a:cs typeface="Georgia" pitchFamily="34" charset="-120"/>
              </a:rPr>
              <a:t>PROCHAINES ÉTAPES &amp; DÉCISIONS</a:t>
            </a:r>
            <a:endParaRPr lang="en-US" sz="1900" dirty="0"/>
          </a:p>
        </p:txBody>
      </p:sp>
      <p:sp>
        <p:nvSpPr>
          <p:cNvPr id="80" name="Text 78"/>
          <p:cNvSpPr/>
          <p:nvPr/>
        </p:nvSpPr>
        <p:spPr>
          <a:xfrm>
            <a:off x="228600" y="512064"/>
            <a:ext cx="8046720" cy="329184"/>
          </a:xfrm>
          <a:prstGeom prst="rect">
            <a:avLst/>
          </a:prstGeom>
          <a:noFill/>
          <a:ln/>
        </p:spPr>
        <p:txBody>
          <a:bodyPr wrap="square" rtlCol="0" anchor="t"/>
          <a:lstStyle/>
          <a:p>
            <a:pPr indent="0" marL="0">
              <a:buNone/>
            </a:pPr>
            <a:r>
              <a:rPr lang="en-US" sz="1000" i="1" dirty="0">
                <a:solidFill>
                  <a:srgbClr val="5A6E82"/>
                </a:solidFill>
                <a:latin typeface="Calibri" pitchFamily="34" charset="0"/>
                <a:ea typeface="Calibri" pitchFamily="34" charset="-122"/>
                <a:cs typeface="Calibri" pitchFamily="34" charset="-120"/>
              </a:rPr>
              <a:t>Actions à engager avant commande du compresseur</a:t>
            </a:r>
            <a:endParaRPr lang="en-US" sz="1000" dirty="0"/>
          </a:p>
        </p:txBody>
      </p:sp>
      <p:sp>
        <p:nvSpPr>
          <p:cNvPr id="81" name="Shape 79"/>
          <p:cNvSpPr/>
          <p:nvPr/>
        </p:nvSpPr>
        <p:spPr>
          <a:xfrm rot="2700000">
            <a:off x="8668512" y="164592"/>
            <a:ext cx="82296" cy="82296"/>
          </a:xfrm>
          <a:prstGeom prst="rect">
            <a:avLst/>
          </a:prstGeom>
          <a:solidFill>
            <a:srgbClr val="D4951A"/>
          </a:solidFill>
          <a:ln w="12700">
            <a:solidFill>
              <a:srgbClr val="0B0E18"/>
            </a:solidFill>
            <a:prstDash val="solid"/>
          </a:ln>
        </p:spPr>
      </p:sp>
      <p:sp>
        <p:nvSpPr>
          <p:cNvPr id="82" name="Shape 80"/>
          <p:cNvSpPr/>
          <p:nvPr/>
        </p:nvSpPr>
        <p:spPr>
          <a:xfrm rot="2700000">
            <a:off x="8531352" y="164592"/>
            <a:ext cx="82296" cy="82296"/>
          </a:xfrm>
          <a:prstGeom prst="rect">
            <a:avLst/>
          </a:prstGeom>
          <a:solidFill>
            <a:srgbClr val="1B9A8A"/>
          </a:solidFill>
          <a:ln w="12700">
            <a:solidFill>
              <a:srgbClr val="0B0E18"/>
            </a:solidFill>
            <a:prstDash val="solid"/>
          </a:ln>
        </p:spPr>
      </p:sp>
      <p:sp>
        <p:nvSpPr>
          <p:cNvPr id="83" name="Shape 81"/>
          <p:cNvSpPr/>
          <p:nvPr/>
        </p:nvSpPr>
        <p:spPr>
          <a:xfrm rot="2700000">
            <a:off x="8394192" y="164592"/>
            <a:ext cx="82296" cy="82296"/>
          </a:xfrm>
          <a:prstGeom prst="rect">
            <a:avLst/>
          </a:prstGeom>
          <a:solidFill>
            <a:srgbClr val="D4951A"/>
          </a:solidFill>
          <a:ln w="12700">
            <a:solidFill>
              <a:srgbClr val="0B0E18"/>
            </a:solidFill>
            <a:prstDash val="solid"/>
          </a:ln>
        </p:spPr>
      </p:sp>
      <p:sp>
        <p:nvSpPr>
          <p:cNvPr id="84" name="Shape 82"/>
          <p:cNvSpPr/>
          <p:nvPr/>
        </p:nvSpPr>
        <p:spPr>
          <a:xfrm rot="2700000">
            <a:off x="8257032" y="164592"/>
            <a:ext cx="82296" cy="82296"/>
          </a:xfrm>
          <a:prstGeom prst="rect">
            <a:avLst/>
          </a:prstGeom>
          <a:solidFill>
            <a:srgbClr val="1B9A8A"/>
          </a:solidFill>
          <a:ln w="12700">
            <a:solidFill>
              <a:srgbClr val="0B0E18"/>
            </a:solidFill>
            <a:prstDash val="solid"/>
          </a:ln>
        </p:spPr>
      </p:sp>
      <p:sp>
        <p:nvSpPr>
          <p:cNvPr id="85" name="Shape 83"/>
          <p:cNvSpPr/>
          <p:nvPr/>
        </p:nvSpPr>
        <p:spPr>
          <a:xfrm>
            <a:off x="256032" y="950976"/>
            <a:ext cx="8631936" cy="493776"/>
          </a:xfrm>
          <a:prstGeom prst="rect">
            <a:avLst/>
          </a:prstGeom>
          <a:solidFill>
            <a:srgbClr val="111828"/>
          </a:solidFill>
          <a:ln w="12700">
            <a:solidFill>
              <a:srgbClr val="1C2A3A"/>
            </a:solidFill>
            <a:prstDash val="solid"/>
          </a:ln>
        </p:spPr>
      </p:sp>
      <p:sp>
        <p:nvSpPr>
          <p:cNvPr id="86" name="Shape 84"/>
          <p:cNvSpPr/>
          <p:nvPr/>
        </p:nvSpPr>
        <p:spPr>
          <a:xfrm>
            <a:off x="256032" y="950976"/>
            <a:ext cx="960120" cy="493776"/>
          </a:xfrm>
          <a:prstGeom prst="rect">
            <a:avLst/>
          </a:prstGeom>
          <a:solidFill>
            <a:srgbClr val="D94040"/>
          </a:solidFill>
          <a:ln/>
        </p:spPr>
      </p:sp>
      <p:sp>
        <p:nvSpPr>
          <p:cNvPr id="87" name="Text 85"/>
          <p:cNvSpPr/>
          <p:nvPr/>
        </p:nvSpPr>
        <p:spPr>
          <a:xfrm>
            <a:off x="256032" y="950976"/>
            <a:ext cx="960120" cy="493776"/>
          </a:xfrm>
          <a:prstGeom prst="rect">
            <a:avLst/>
          </a:prstGeom>
          <a:noFill/>
          <a:ln/>
        </p:spPr>
        <p:txBody>
          <a:bodyPr wrap="square" rtlCol="0" anchor="ctr"/>
          <a:lstStyle/>
          <a:p>
            <a:pPr algn="ctr" indent="0" marL="0">
              <a:buNone/>
            </a:pPr>
            <a:r>
              <a:rPr lang="en-US" sz="750" b="1" dirty="0">
                <a:solidFill>
                  <a:srgbClr val="0B0E18"/>
                </a:solidFill>
                <a:latin typeface="Calibri" pitchFamily="34" charset="0"/>
                <a:ea typeface="Calibri" pitchFamily="34" charset="-122"/>
                <a:cs typeface="Calibri" pitchFamily="34" charset="-120"/>
              </a:rPr>
              <a:t>IMMÉDIAT</a:t>
            </a:r>
            <a:endParaRPr lang="en-US" sz="750" dirty="0"/>
          </a:p>
        </p:txBody>
      </p:sp>
      <p:sp>
        <p:nvSpPr>
          <p:cNvPr id="88" name="Text 86"/>
          <p:cNvSpPr/>
          <p:nvPr/>
        </p:nvSpPr>
        <p:spPr>
          <a:xfrm>
            <a:off x="1298448" y="950976"/>
            <a:ext cx="1097280" cy="493776"/>
          </a:xfrm>
          <a:prstGeom prst="rect">
            <a:avLst/>
          </a:prstGeom>
          <a:noFill/>
          <a:ln/>
        </p:spPr>
        <p:txBody>
          <a:bodyPr wrap="square" rtlCol="0" anchor="ctr"/>
          <a:lstStyle/>
          <a:p>
            <a:pPr indent="0" marL="0">
              <a:buNone/>
            </a:pPr>
            <a:r>
              <a:rPr lang="en-US" sz="900" b="1" dirty="0">
                <a:solidFill>
                  <a:srgbClr val="D94040"/>
                </a:solidFill>
                <a:latin typeface="Calibri" pitchFamily="34" charset="0"/>
                <a:ea typeface="Calibri" pitchFamily="34" charset="-122"/>
                <a:cs typeface="Calibri" pitchFamily="34" charset="-120"/>
              </a:rPr>
              <a:t>Ingénierie</a:t>
            </a:r>
            <a:endParaRPr lang="en-US" sz="900" dirty="0"/>
          </a:p>
        </p:txBody>
      </p:sp>
      <p:sp>
        <p:nvSpPr>
          <p:cNvPr id="89" name="Text 87"/>
          <p:cNvSpPr/>
          <p:nvPr/>
        </p:nvSpPr>
        <p:spPr>
          <a:xfrm>
            <a:off x="2487168" y="950976"/>
            <a:ext cx="6309360" cy="493776"/>
          </a:xfrm>
          <a:prstGeom prst="rect">
            <a:avLst/>
          </a:prstGeom>
          <a:noFill/>
          <a:ln/>
        </p:spPr>
        <p:txBody>
          <a:bodyPr wrap="square" rtlCol="0" anchor="ctr"/>
          <a:lstStyle/>
          <a:p>
            <a:pPr indent="0" marL="0">
              <a:buNone/>
            </a:pPr>
            <a:r>
              <a:rPr lang="en-US" sz="950" dirty="0">
                <a:solidFill>
                  <a:srgbClr val="EDE0C8"/>
                </a:solidFill>
                <a:latin typeface="Calibri" pitchFamily="34" charset="0"/>
                <a:ea typeface="Calibri" pitchFamily="34" charset="-122"/>
                <a:cs typeface="Calibri" pitchFamily="34" charset="-120"/>
              </a:rPr>
              <a:t>Réaliser l'audit de besoin en air : quantifier chaque consommateur et valider que 4,3 m³/H est suffisant (estimation : 4,65 m³/H en pointe)</a:t>
            </a:r>
            <a:endParaRPr lang="en-US" sz="950" dirty="0"/>
          </a:p>
        </p:txBody>
      </p:sp>
      <p:sp>
        <p:nvSpPr>
          <p:cNvPr id="90" name="Shape 88"/>
          <p:cNvSpPr/>
          <p:nvPr/>
        </p:nvSpPr>
        <p:spPr>
          <a:xfrm>
            <a:off x="256032" y="1508760"/>
            <a:ext cx="8631936" cy="493776"/>
          </a:xfrm>
          <a:prstGeom prst="rect">
            <a:avLst/>
          </a:prstGeom>
          <a:solidFill>
            <a:srgbClr val="0E1520"/>
          </a:solidFill>
          <a:ln w="12700">
            <a:solidFill>
              <a:srgbClr val="1C2A3A"/>
            </a:solidFill>
            <a:prstDash val="solid"/>
          </a:ln>
        </p:spPr>
      </p:sp>
      <p:sp>
        <p:nvSpPr>
          <p:cNvPr id="91" name="Shape 89"/>
          <p:cNvSpPr/>
          <p:nvPr/>
        </p:nvSpPr>
        <p:spPr>
          <a:xfrm>
            <a:off x="256032" y="1508760"/>
            <a:ext cx="960120" cy="493776"/>
          </a:xfrm>
          <a:prstGeom prst="rect">
            <a:avLst/>
          </a:prstGeom>
          <a:solidFill>
            <a:srgbClr val="D94040"/>
          </a:solidFill>
          <a:ln/>
        </p:spPr>
      </p:sp>
      <p:sp>
        <p:nvSpPr>
          <p:cNvPr id="92" name="Text 90"/>
          <p:cNvSpPr/>
          <p:nvPr/>
        </p:nvSpPr>
        <p:spPr>
          <a:xfrm>
            <a:off x="256032" y="1508760"/>
            <a:ext cx="960120" cy="493776"/>
          </a:xfrm>
          <a:prstGeom prst="rect">
            <a:avLst/>
          </a:prstGeom>
          <a:noFill/>
          <a:ln/>
        </p:spPr>
        <p:txBody>
          <a:bodyPr wrap="square" rtlCol="0" anchor="ctr"/>
          <a:lstStyle/>
          <a:p>
            <a:pPr algn="ctr" indent="0" marL="0">
              <a:buNone/>
            </a:pPr>
            <a:r>
              <a:rPr lang="en-US" sz="750" b="1" dirty="0">
                <a:solidFill>
                  <a:srgbClr val="0B0E18"/>
                </a:solidFill>
                <a:latin typeface="Calibri" pitchFamily="34" charset="0"/>
                <a:ea typeface="Calibri" pitchFamily="34" charset="-122"/>
                <a:cs typeface="Calibri" pitchFamily="34" charset="-120"/>
              </a:rPr>
              <a:t>IMMÉDIAT</a:t>
            </a:r>
            <a:endParaRPr lang="en-US" sz="750" dirty="0"/>
          </a:p>
        </p:txBody>
      </p:sp>
      <p:sp>
        <p:nvSpPr>
          <p:cNvPr id="93" name="Text 91"/>
          <p:cNvSpPr/>
          <p:nvPr/>
        </p:nvSpPr>
        <p:spPr>
          <a:xfrm>
            <a:off x="1298448" y="1508760"/>
            <a:ext cx="1097280" cy="493776"/>
          </a:xfrm>
          <a:prstGeom prst="rect">
            <a:avLst/>
          </a:prstGeom>
          <a:noFill/>
          <a:ln/>
        </p:spPr>
        <p:txBody>
          <a:bodyPr wrap="square" rtlCol="0" anchor="ctr"/>
          <a:lstStyle/>
          <a:p>
            <a:pPr indent="0" marL="0">
              <a:buNone/>
            </a:pPr>
            <a:r>
              <a:rPr lang="en-US" sz="900" b="1" dirty="0">
                <a:solidFill>
                  <a:srgbClr val="D94040"/>
                </a:solidFill>
                <a:latin typeface="Calibri" pitchFamily="34" charset="0"/>
                <a:ea typeface="Calibri" pitchFamily="34" charset="-122"/>
                <a:cs typeface="Calibri" pitchFamily="34" charset="-120"/>
              </a:rPr>
              <a:t>Ingénierie</a:t>
            </a:r>
            <a:endParaRPr lang="en-US" sz="900" dirty="0"/>
          </a:p>
        </p:txBody>
      </p:sp>
      <p:sp>
        <p:nvSpPr>
          <p:cNvPr id="94" name="Text 92"/>
          <p:cNvSpPr/>
          <p:nvPr/>
        </p:nvSpPr>
        <p:spPr>
          <a:xfrm>
            <a:off x="2487168" y="1508760"/>
            <a:ext cx="6309360" cy="493776"/>
          </a:xfrm>
          <a:prstGeom prst="rect">
            <a:avLst/>
          </a:prstGeom>
          <a:noFill/>
          <a:ln/>
        </p:spPr>
        <p:txBody>
          <a:bodyPr wrap="square" rtlCol="0" anchor="ctr"/>
          <a:lstStyle/>
          <a:p>
            <a:pPr indent="0" marL="0">
              <a:buNone/>
            </a:pPr>
            <a:r>
              <a:rPr lang="en-US" sz="950" dirty="0">
                <a:solidFill>
                  <a:srgbClr val="EDE0C8"/>
                </a:solidFill>
                <a:latin typeface="Calibri" pitchFamily="34" charset="0"/>
                <a:ea typeface="Calibri" pitchFamily="34" charset="-122"/>
                <a:cs typeface="Calibri" pitchFamily="34" charset="-120"/>
              </a:rPr>
              <a:t>Choisir la technologie : compresseur sans huile (recommandé) ou à huile avec train complet. Décision binaire à prendre avant tout appel d'offres</a:t>
            </a:r>
            <a:endParaRPr lang="en-US" sz="950" dirty="0"/>
          </a:p>
        </p:txBody>
      </p:sp>
      <p:sp>
        <p:nvSpPr>
          <p:cNvPr id="95" name="Shape 93"/>
          <p:cNvSpPr/>
          <p:nvPr/>
        </p:nvSpPr>
        <p:spPr>
          <a:xfrm>
            <a:off x="256032" y="2066544"/>
            <a:ext cx="8631936" cy="493776"/>
          </a:xfrm>
          <a:prstGeom prst="rect">
            <a:avLst/>
          </a:prstGeom>
          <a:solidFill>
            <a:srgbClr val="111828"/>
          </a:solidFill>
          <a:ln w="12700">
            <a:solidFill>
              <a:srgbClr val="1C2A3A"/>
            </a:solidFill>
            <a:prstDash val="solid"/>
          </a:ln>
        </p:spPr>
      </p:sp>
      <p:sp>
        <p:nvSpPr>
          <p:cNvPr id="96" name="Shape 94"/>
          <p:cNvSpPr/>
          <p:nvPr/>
        </p:nvSpPr>
        <p:spPr>
          <a:xfrm>
            <a:off x="256032" y="2066544"/>
            <a:ext cx="960120" cy="493776"/>
          </a:xfrm>
          <a:prstGeom prst="rect">
            <a:avLst/>
          </a:prstGeom>
          <a:solidFill>
            <a:srgbClr val="C0622B"/>
          </a:solidFill>
          <a:ln/>
        </p:spPr>
      </p:sp>
      <p:sp>
        <p:nvSpPr>
          <p:cNvPr id="97" name="Text 95"/>
          <p:cNvSpPr/>
          <p:nvPr/>
        </p:nvSpPr>
        <p:spPr>
          <a:xfrm>
            <a:off x="256032" y="2066544"/>
            <a:ext cx="960120" cy="493776"/>
          </a:xfrm>
          <a:prstGeom prst="rect">
            <a:avLst/>
          </a:prstGeom>
          <a:noFill/>
          <a:ln/>
        </p:spPr>
        <p:txBody>
          <a:bodyPr wrap="square" rtlCol="0" anchor="ctr"/>
          <a:lstStyle/>
          <a:p>
            <a:pPr algn="ctr" indent="0" marL="0">
              <a:buNone/>
            </a:pPr>
            <a:r>
              <a:rPr lang="en-US" sz="750" b="1" dirty="0">
                <a:solidFill>
                  <a:srgbClr val="0B0E18"/>
                </a:solidFill>
                <a:latin typeface="Calibri" pitchFamily="34" charset="0"/>
                <a:ea typeface="Calibri" pitchFamily="34" charset="-122"/>
                <a:cs typeface="Calibri" pitchFamily="34" charset="-120"/>
              </a:rPr>
              <a:t>SEMAINE 1</a:t>
            </a:r>
            <a:endParaRPr lang="en-US" sz="750" dirty="0"/>
          </a:p>
        </p:txBody>
      </p:sp>
      <p:sp>
        <p:nvSpPr>
          <p:cNvPr id="98" name="Text 96"/>
          <p:cNvSpPr/>
          <p:nvPr/>
        </p:nvSpPr>
        <p:spPr>
          <a:xfrm>
            <a:off x="1298448" y="2066544"/>
            <a:ext cx="1097280" cy="493776"/>
          </a:xfrm>
          <a:prstGeom prst="rect">
            <a:avLst/>
          </a:prstGeom>
          <a:noFill/>
          <a:ln/>
        </p:spPr>
        <p:txBody>
          <a:bodyPr wrap="square" rtlCol="0" anchor="ctr"/>
          <a:lstStyle/>
          <a:p>
            <a:pPr indent="0" marL="0">
              <a:buNone/>
            </a:pPr>
            <a:r>
              <a:rPr lang="en-US" sz="900" b="1" dirty="0">
                <a:solidFill>
                  <a:srgbClr val="C0622B"/>
                </a:solidFill>
                <a:latin typeface="Calibri" pitchFamily="34" charset="0"/>
                <a:ea typeface="Calibri" pitchFamily="34" charset="-122"/>
                <a:cs typeface="Calibri" pitchFamily="34" charset="-120"/>
              </a:rPr>
              <a:t>Achats</a:t>
            </a:r>
            <a:endParaRPr lang="en-US" sz="900" dirty="0"/>
          </a:p>
        </p:txBody>
      </p:sp>
      <p:sp>
        <p:nvSpPr>
          <p:cNvPr id="99" name="Text 97"/>
          <p:cNvSpPr/>
          <p:nvPr/>
        </p:nvSpPr>
        <p:spPr>
          <a:xfrm>
            <a:off x="2487168" y="2066544"/>
            <a:ext cx="6309360" cy="493776"/>
          </a:xfrm>
          <a:prstGeom prst="rect">
            <a:avLst/>
          </a:prstGeom>
          <a:noFill/>
          <a:ln/>
        </p:spPr>
        <p:txBody>
          <a:bodyPr wrap="square" rtlCol="0" anchor="ctr"/>
          <a:lstStyle/>
          <a:p>
            <a:pPr indent="0" marL="0">
              <a:buNone/>
            </a:pPr>
            <a:r>
              <a:rPr lang="en-US" sz="950" dirty="0">
                <a:solidFill>
                  <a:srgbClr val="EDE0C8"/>
                </a:solidFill>
                <a:latin typeface="Calibri" pitchFamily="34" charset="0"/>
                <a:ea typeface="Calibri" pitchFamily="34" charset="-122"/>
                <a:cs typeface="Calibri" pitchFamily="34" charset="-120"/>
              </a:rPr>
              <a:t>Lancer l'appel d'offres compresseur avec spécification ISO 8573-1 Classe 0 pour l'air contact aliment. Demander certification d'usine.</a:t>
            </a:r>
            <a:endParaRPr lang="en-US" sz="950" dirty="0"/>
          </a:p>
        </p:txBody>
      </p:sp>
      <p:sp>
        <p:nvSpPr>
          <p:cNvPr id="100" name="Shape 98"/>
          <p:cNvSpPr/>
          <p:nvPr/>
        </p:nvSpPr>
        <p:spPr>
          <a:xfrm>
            <a:off x="256032" y="2624328"/>
            <a:ext cx="8631936" cy="493776"/>
          </a:xfrm>
          <a:prstGeom prst="rect">
            <a:avLst/>
          </a:prstGeom>
          <a:solidFill>
            <a:srgbClr val="0E1520"/>
          </a:solidFill>
          <a:ln w="12700">
            <a:solidFill>
              <a:srgbClr val="1C2A3A"/>
            </a:solidFill>
            <a:prstDash val="solid"/>
          </a:ln>
        </p:spPr>
      </p:sp>
      <p:sp>
        <p:nvSpPr>
          <p:cNvPr id="101" name="Shape 99"/>
          <p:cNvSpPr/>
          <p:nvPr/>
        </p:nvSpPr>
        <p:spPr>
          <a:xfrm>
            <a:off x="256032" y="2624328"/>
            <a:ext cx="960120" cy="493776"/>
          </a:xfrm>
          <a:prstGeom prst="rect">
            <a:avLst/>
          </a:prstGeom>
          <a:solidFill>
            <a:srgbClr val="D4951A"/>
          </a:solidFill>
          <a:ln/>
        </p:spPr>
      </p:sp>
      <p:sp>
        <p:nvSpPr>
          <p:cNvPr id="102" name="Text 100"/>
          <p:cNvSpPr/>
          <p:nvPr/>
        </p:nvSpPr>
        <p:spPr>
          <a:xfrm>
            <a:off x="256032" y="2624328"/>
            <a:ext cx="960120" cy="493776"/>
          </a:xfrm>
          <a:prstGeom prst="rect">
            <a:avLst/>
          </a:prstGeom>
          <a:noFill/>
          <a:ln/>
        </p:spPr>
        <p:txBody>
          <a:bodyPr wrap="square" rtlCol="0" anchor="ctr"/>
          <a:lstStyle/>
          <a:p>
            <a:pPr algn="ctr" indent="0" marL="0">
              <a:buNone/>
            </a:pPr>
            <a:r>
              <a:rPr lang="en-US" sz="750" b="1" dirty="0">
                <a:solidFill>
                  <a:srgbClr val="0B0E18"/>
                </a:solidFill>
                <a:latin typeface="Calibri" pitchFamily="34" charset="0"/>
                <a:ea typeface="Calibri" pitchFamily="34" charset="-122"/>
                <a:cs typeface="Calibri" pitchFamily="34" charset="-120"/>
              </a:rPr>
              <a:t>SEMAINE 2</a:t>
            </a:r>
            <a:endParaRPr lang="en-US" sz="750" dirty="0"/>
          </a:p>
        </p:txBody>
      </p:sp>
      <p:sp>
        <p:nvSpPr>
          <p:cNvPr id="103" name="Text 101"/>
          <p:cNvSpPr/>
          <p:nvPr/>
        </p:nvSpPr>
        <p:spPr>
          <a:xfrm>
            <a:off x="1298448" y="2624328"/>
            <a:ext cx="1097280" cy="493776"/>
          </a:xfrm>
          <a:prstGeom prst="rect">
            <a:avLst/>
          </a:prstGeom>
          <a:noFill/>
          <a:ln/>
        </p:spPr>
        <p:txBody>
          <a:bodyPr wrap="square" rtlCol="0" anchor="ctr"/>
          <a:lstStyle/>
          <a:p>
            <a:pPr indent="0" marL="0">
              <a:buNone/>
            </a:pPr>
            <a:r>
              <a:rPr lang="en-US" sz="900" b="1" dirty="0">
                <a:solidFill>
                  <a:srgbClr val="D4951A"/>
                </a:solidFill>
                <a:latin typeface="Calibri" pitchFamily="34" charset="0"/>
                <a:ea typeface="Calibri" pitchFamily="34" charset="-122"/>
                <a:cs typeface="Calibri" pitchFamily="34" charset="-120"/>
              </a:rPr>
              <a:t>Génie civil</a:t>
            </a:r>
            <a:endParaRPr lang="en-US" sz="900" dirty="0"/>
          </a:p>
        </p:txBody>
      </p:sp>
      <p:sp>
        <p:nvSpPr>
          <p:cNvPr id="104" name="Text 102"/>
          <p:cNvSpPr/>
          <p:nvPr/>
        </p:nvSpPr>
        <p:spPr>
          <a:xfrm>
            <a:off x="2487168" y="2624328"/>
            <a:ext cx="6309360" cy="493776"/>
          </a:xfrm>
          <a:prstGeom prst="rect">
            <a:avLst/>
          </a:prstGeom>
          <a:noFill/>
          <a:ln/>
        </p:spPr>
        <p:txBody>
          <a:bodyPr wrap="square" rtlCol="0" anchor="ctr"/>
          <a:lstStyle/>
          <a:p>
            <a:pPr indent="0" marL="0">
              <a:buNone/>
            </a:pPr>
            <a:r>
              <a:rPr lang="en-US" sz="950" dirty="0">
                <a:solidFill>
                  <a:srgbClr val="EDE0C8"/>
                </a:solidFill>
                <a:latin typeface="Calibri" pitchFamily="34" charset="0"/>
                <a:ea typeface="Calibri" pitchFamily="34" charset="-122"/>
                <a:cs typeface="Calibri" pitchFamily="34" charset="-120"/>
              </a:rPr>
              <a:t>Dimensionner la salle compresseur : ventilation forcée, température &lt;40°C, bac de rétention si huile, isolation acoustique si adjacent aux bureaux</a:t>
            </a:r>
            <a:endParaRPr lang="en-US" sz="950" dirty="0"/>
          </a:p>
        </p:txBody>
      </p:sp>
      <p:sp>
        <p:nvSpPr>
          <p:cNvPr id="105" name="Shape 103"/>
          <p:cNvSpPr/>
          <p:nvPr/>
        </p:nvSpPr>
        <p:spPr>
          <a:xfrm>
            <a:off x="256032" y="3182112"/>
            <a:ext cx="8631936" cy="493776"/>
          </a:xfrm>
          <a:prstGeom prst="rect">
            <a:avLst/>
          </a:prstGeom>
          <a:solidFill>
            <a:srgbClr val="111828"/>
          </a:solidFill>
          <a:ln w="12700">
            <a:solidFill>
              <a:srgbClr val="1C2A3A"/>
            </a:solidFill>
            <a:prstDash val="solid"/>
          </a:ln>
        </p:spPr>
      </p:sp>
      <p:sp>
        <p:nvSpPr>
          <p:cNvPr id="106" name="Shape 104"/>
          <p:cNvSpPr/>
          <p:nvPr/>
        </p:nvSpPr>
        <p:spPr>
          <a:xfrm>
            <a:off x="256032" y="3182112"/>
            <a:ext cx="960120" cy="493776"/>
          </a:xfrm>
          <a:prstGeom prst="rect">
            <a:avLst/>
          </a:prstGeom>
          <a:solidFill>
            <a:srgbClr val="D4951A"/>
          </a:solidFill>
          <a:ln/>
        </p:spPr>
      </p:sp>
      <p:sp>
        <p:nvSpPr>
          <p:cNvPr id="107" name="Text 105"/>
          <p:cNvSpPr/>
          <p:nvPr/>
        </p:nvSpPr>
        <p:spPr>
          <a:xfrm>
            <a:off x="256032" y="3182112"/>
            <a:ext cx="960120" cy="493776"/>
          </a:xfrm>
          <a:prstGeom prst="rect">
            <a:avLst/>
          </a:prstGeom>
          <a:noFill/>
          <a:ln/>
        </p:spPr>
        <p:txBody>
          <a:bodyPr wrap="square" rtlCol="0" anchor="ctr"/>
          <a:lstStyle/>
          <a:p>
            <a:pPr algn="ctr" indent="0" marL="0">
              <a:buNone/>
            </a:pPr>
            <a:r>
              <a:rPr lang="en-US" sz="750" b="1" dirty="0">
                <a:solidFill>
                  <a:srgbClr val="0B0E18"/>
                </a:solidFill>
                <a:latin typeface="Calibri" pitchFamily="34" charset="0"/>
                <a:ea typeface="Calibri" pitchFamily="34" charset="-122"/>
                <a:cs typeface="Calibri" pitchFamily="34" charset="-120"/>
              </a:rPr>
              <a:t>SEMAINE 2</a:t>
            </a:r>
            <a:endParaRPr lang="en-US" sz="750" dirty="0"/>
          </a:p>
        </p:txBody>
      </p:sp>
      <p:sp>
        <p:nvSpPr>
          <p:cNvPr id="108" name="Text 106"/>
          <p:cNvSpPr/>
          <p:nvPr/>
        </p:nvSpPr>
        <p:spPr>
          <a:xfrm>
            <a:off x="1298448" y="3182112"/>
            <a:ext cx="1097280" cy="493776"/>
          </a:xfrm>
          <a:prstGeom prst="rect">
            <a:avLst/>
          </a:prstGeom>
          <a:noFill/>
          <a:ln/>
        </p:spPr>
        <p:txBody>
          <a:bodyPr wrap="square" rtlCol="0" anchor="ctr"/>
          <a:lstStyle/>
          <a:p>
            <a:pPr indent="0" marL="0">
              <a:buNone/>
            </a:pPr>
            <a:r>
              <a:rPr lang="en-US" sz="900" b="1" dirty="0">
                <a:solidFill>
                  <a:srgbClr val="D4951A"/>
                </a:solidFill>
                <a:latin typeface="Calibri" pitchFamily="34" charset="0"/>
                <a:ea typeface="Calibri" pitchFamily="34" charset="-122"/>
                <a:cs typeface="Calibri" pitchFamily="34" charset="-120"/>
              </a:rPr>
              <a:t>Ingénierie</a:t>
            </a:r>
            <a:endParaRPr lang="en-US" sz="900" dirty="0"/>
          </a:p>
        </p:txBody>
      </p:sp>
      <p:sp>
        <p:nvSpPr>
          <p:cNvPr id="109" name="Text 107"/>
          <p:cNvSpPr/>
          <p:nvPr/>
        </p:nvSpPr>
        <p:spPr>
          <a:xfrm>
            <a:off x="2487168" y="3182112"/>
            <a:ext cx="6309360" cy="493776"/>
          </a:xfrm>
          <a:prstGeom prst="rect">
            <a:avLst/>
          </a:prstGeom>
          <a:noFill/>
          <a:ln/>
        </p:spPr>
        <p:txBody>
          <a:bodyPr wrap="square" rtlCol="0" anchor="ctr"/>
          <a:lstStyle/>
          <a:p>
            <a:pPr indent="0" marL="0">
              <a:buNone/>
            </a:pPr>
            <a:r>
              <a:rPr lang="en-US" sz="950" dirty="0">
                <a:solidFill>
                  <a:srgbClr val="EDE0C8"/>
                </a:solidFill>
                <a:latin typeface="Calibri" pitchFamily="34" charset="0"/>
                <a:ea typeface="Calibri" pitchFamily="34" charset="-122"/>
                <a:cs typeface="Calibri" pitchFamily="34" charset="-120"/>
              </a:rPr>
              <a:t>Concevoir le réseau de distribution en anneau (acier inox ou aluminium) — aucun tuyau galvanisé dans les zones de production alimentaire</a:t>
            </a:r>
            <a:endParaRPr lang="en-US" sz="950" dirty="0"/>
          </a:p>
        </p:txBody>
      </p:sp>
      <p:sp>
        <p:nvSpPr>
          <p:cNvPr id="110" name="Shape 108"/>
          <p:cNvSpPr/>
          <p:nvPr/>
        </p:nvSpPr>
        <p:spPr>
          <a:xfrm>
            <a:off x="256032" y="3739896"/>
            <a:ext cx="8631936" cy="493776"/>
          </a:xfrm>
          <a:prstGeom prst="rect">
            <a:avLst/>
          </a:prstGeom>
          <a:solidFill>
            <a:srgbClr val="0E1520"/>
          </a:solidFill>
          <a:ln w="12700">
            <a:solidFill>
              <a:srgbClr val="1C2A3A"/>
            </a:solidFill>
            <a:prstDash val="solid"/>
          </a:ln>
        </p:spPr>
      </p:sp>
      <p:sp>
        <p:nvSpPr>
          <p:cNvPr id="111" name="Shape 109"/>
          <p:cNvSpPr/>
          <p:nvPr/>
        </p:nvSpPr>
        <p:spPr>
          <a:xfrm>
            <a:off x="256032" y="3739896"/>
            <a:ext cx="960120" cy="493776"/>
          </a:xfrm>
          <a:prstGeom prst="rect">
            <a:avLst/>
          </a:prstGeom>
          <a:solidFill>
            <a:srgbClr val="1B9A8A"/>
          </a:solidFill>
          <a:ln/>
        </p:spPr>
      </p:sp>
      <p:sp>
        <p:nvSpPr>
          <p:cNvPr id="112" name="Text 110"/>
          <p:cNvSpPr/>
          <p:nvPr/>
        </p:nvSpPr>
        <p:spPr>
          <a:xfrm>
            <a:off x="256032" y="3739896"/>
            <a:ext cx="960120" cy="493776"/>
          </a:xfrm>
          <a:prstGeom prst="rect">
            <a:avLst/>
          </a:prstGeom>
          <a:noFill/>
          <a:ln/>
        </p:spPr>
        <p:txBody>
          <a:bodyPr wrap="square" rtlCol="0" anchor="ctr"/>
          <a:lstStyle/>
          <a:p>
            <a:pPr algn="ctr" indent="0" marL="0">
              <a:buNone/>
            </a:pPr>
            <a:r>
              <a:rPr lang="en-US" sz="750" b="1" dirty="0">
                <a:solidFill>
                  <a:srgbClr val="0B0E18"/>
                </a:solidFill>
                <a:latin typeface="Calibri" pitchFamily="34" charset="0"/>
                <a:ea typeface="Calibri" pitchFamily="34" charset="-122"/>
                <a:cs typeface="Calibri" pitchFamily="34" charset="-120"/>
              </a:rPr>
              <a:t>SEMAINE 4</a:t>
            </a:r>
            <a:endParaRPr lang="en-US" sz="750" dirty="0"/>
          </a:p>
        </p:txBody>
      </p:sp>
      <p:sp>
        <p:nvSpPr>
          <p:cNvPr id="113" name="Text 111"/>
          <p:cNvSpPr/>
          <p:nvPr/>
        </p:nvSpPr>
        <p:spPr>
          <a:xfrm>
            <a:off x="1298448" y="3739896"/>
            <a:ext cx="1097280" cy="493776"/>
          </a:xfrm>
          <a:prstGeom prst="rect">
            <a:avLst/>
          </a:prstGeom>
          <a:noFill/>
          <a:ln/>
        </p:spPr>
        <p:txBody>
          <a:bodyPr wrap="square" rtlCol="0" anchor="ctr"/>
          <a:lstStyle/>
          <a:p>
            <a:pPr indent="0" marL="0">
              <a:buNone/>
            </a:pPr>
            <a:r>
              <a:rPr lang="en-US" sz="900" b="1" dirty="0">
                <a:solidFill>
                  <a:srgbClr val="1B9A8A"/>
                </a:solidFill>
                <a:latin typeface="Calibri" pitchFamily="34" charset="0"/>
                <a:ea typeface="Calibri" pitchFamily="34" charset="-122"/>
                <a:cs typeface="Calibri" pitchFamily="34" charset="-120"/>
              </a:rPr>
              <a:t>Ingénierie</a:t>
            </a:r>
            <a:endParaRPr lang="en-US" sz="900" dirty="0"/>
          </a:p>
        </p:txBody>
      </p:sp>
      <p:sp>
        <p:nvSpPr>
          <p:cNvPr id="114" name="Text 112"/>
          <p:cNvSpPr/>
          <p:nvPr/>
        </p:nvSpPr>
        <p:spPr>
          <a:xfrm>
            <a:off x="2487168" y="3739896"/>
            <a:ext cx="6309360" cy="493776"/>
          </a:xfrm>
          <a:prstGeom prst="rect">
            <a:avLst/>
          </a:prstGeom>
          <a:noFill/>
          <a:ln/>
        </p:spPr>
        <p:txBody>
          <a:bodyPr wrap="square" rtlCol="0" anchor="ctr"/>
          <a:lstStyle/>
          <a:p>
            <a:pPr indent="0" marL="0">
              <a:buNone/>
            </a:pPr>
            <a:r>
              <a:rPr lang="en-US" sz="950" dirty="0">
                <a:solidFill>
                  <a:srgbClr val="EDE0C8"/>
                </a:solidFill>
                <a:latin typeface="Calibri" pitchFamily="34" charset="0"/>
                <a:ea typeface="Calibri" pitchFamily="34" charset="-122"/>
                <a:cs typeface="Calibri" pitchFamily="34" charset="-120"/>
              </a:rPr>
              <a:t>Spécifier l'architecture N+1 (2 compresseurs) pour garantir la continuité de production. Dimensionner le ballon tampon (min 200 L)</a:t>
            </a:r>
            <a:endParaRPr lang="en-US" sz="950" dirty="0"/>
          </a:p>
        </p:txBody>
      </p:sp>
      <p:sp>
        <p:nvSpPr>
          <p:cNvPr id="115" name="Shape 113"/>
          <p:cNvSpPr/>
          <p:nvPr/>
        </p:nvSpPr>
        <p:spPr>
          <a:xfrm>
            <a:off x="256032" y="4297680"/>
            <a:ext cx="8631936" cy="493776"/>
          </a:xfrm>
          <a:prstGeom prst="rect">
            <a:avLst/>
          </a:prstGeom>
          <a:solidFill>
            <a:srgbClr val="111828"/>
          </a:solidFill>
          <a:ln w="12700">
            <a:solidFill>
              <a:srgbClr val="1C2A3A"/>
            </a:solidFill>
            <a:prstDash val="solid"/>
          </a:ln>
        </p:spPr>
      </p:sp>
      <p:sp>
        <p:nvSpPr>
          <p:cNvPr id="116" name="Shape 114"/>
          <p:cNvSpPr/>
          <p:nvPr/>
        </p:nvSpPr>
        <p:spPr>
          <a:xfrm>
            <a:off x="256032" y="4297680"/>
            <a:ext cx="960120" cy="493776"/>
          </a:xfrm>
          <a:prstGeom prst="rect">
            <a:avLst/>
          </a:prstGeom>
          <a:solidFill>
            <a:srgbClr val="1B9A8A"/>
          </a:solidFill>
          <a:ln/>
        </p:spPr>
      </p:sp>
      <p:sp>
        <p:nvSpPr>
          <p:cNvPr id="117" name="Text 115"/>
          <p:cNvSpPr/>
          <p:nvPr/>
        </p:nvSpPr>
        <p:spPr>
          <a:xfrm>
            <a:off x="256032" y="4297680"/>
            <a:ext cx="960120" cy="493776"/>
          </a:xfrm>
          <a:prstGeom prst="rect">
            <a:avLst/>
          </a:prstGeom>
          <a:noFill/>
          <a:ln/>
        </p:spPr>
        <p:txBody>
          <a:bodyPr wrap="square" rtlCol="0" anchor="ctr"/>
          <a:lstStyle/>
          <a:p>
            <a:pPr algn="ctr" indent="0" marL="0">
              <a:buNone/>
            </a:pPr>
            <a:r>
              <a:rPr lang="en-US" sz="750" b="1" dirty="0">
                <a:solidFill>
                  <a:srgbClr val="0B0E18"/>
                </a:solidFill>
                <a:latin typeface="Calibri" pitchFamily="34" charset="0"/>
                <a:ea typeface="Calibri" pitchFamily="34" charset="-122"/>
                <a:cs typeface="Calibri" pitchFamily="34" charset="-120"/>
              </a:rPr>
              <a:t>SEMAINE 4</a:t>
            </a:r>
            <a:endParaRPr lang="en-US" sz="750" dirty="0"/>
          </a:p>
        </p:txBody>
      </p:sp>
      <p:sp>
        <p:nvSpPr>
          <p:cNvPr id="118" name="Text 116"/>
          <p:cNvSpPr/>
          <p:nvPr/>
        </p:nvSpPr>
        <p:spPr>
          <a:xfrm>
            <a:off x="1298448" y="4297680"/>
            <a:ext cx="1097280" cy="493776"/>
          </a:xfrm>
          <a:prstGeom prst="rect">
            <a:avLst/>
          </a:prstGeom>
          <a:noFill/>
          <a:ln/>
        </p:spPr>
        <p:txBody>
          <a:bodyPr wrap="square" rtlCol="0" anchor="ctr"/>
          <a:lstStyle/>
          <a:p>
            <a:pPr indent="0" marL="0">
              <a:buNone/>
            </a:pPr>
            <a:r>
              <a:rPr lang="en-US" sz="900" b="1" dirty="0">
                <a:solidFill>
                  <a:srgbClr val="1B9A8A"/>
                </a:solidFill>
                <a:latin typeface="Calibri" pitchFamily="34" charset="0"/>
                <a:ea typeface="Calibri" pitchFamily="34" charset="-122"/>
                <a:cs typeface="Calibri" pitchFamily="34" charset="-120"/>
              </a:rPr>
              <a:t>Qualité</a:t>
            </a:r>
            <a:endParaRPr lang="en-US" sz="900" dirty="0"/>
          </a:p>
        </p:txBody>
      </p:sp>
      <p:sp>
        <p:nvSpPr>
          <p:cNvPr id="119" name="Text 117"/>
          <p:cNvSpPr/>
          <p:nvPr/>
        </p:nvSpPr>
        <p:spPr>
          <a:xfrm>
            <a:off x="2487168" y="4297680"/>
            <a:ext cx="6309360" cy="493776"/>
          </a:xfrm>
          <a:prstGeom prst="rect">
            <a:avLst/>
          </a:prstGeom>
          <a:noFill/>
          <a:ln/>
        </p:spPr>
        <p:txBody>
          <a:bodyPr wrap="square" rtlCol="0" anchor="ctr"/>
          <a:lstStyle/>
          <a:p>
            <a:pPr indent="0" marL="0">
              <a:buNone/>
            </a:pPr>
            <a:r>
              <a:rPr lang="en-US" sz="950" dirty="0">
                <a:solidFill>
                  <a:srgbClr val="EDE0C8"/>
                </a:solidFill>
                <a:latin typeface="Calibri" pitchFamily="34" charset="0"/>
                <a:ea typeface="Calibri" pitchFamily="34" charset="-122"/>
                <a:cs typeface="Calibri" pitchFamily="34" charset="-120"/>
              </a:rPr>
              <a:t>Intégrer l'air comprimé comme point de contrôle dans le plan HACCP. Définir fréquence d'analyse air résiduel et seuils d'alerte</a:t>
            </a:r>
            <a:endParaRPr lang="en-US" sz="950" dirty="0"/>
          </a:p>
        </p:txBody>
      </p:sp>
      <p:sp>
        <p:nvSpPr>
          <p:cNvPr id="120" name="Shape 118"/>
          <p:cNvSpPr/>
          <p:nvPr/>
        </p:nvSpPr>
        <p:spPr>
          <a:xfrm>
            <a:off x="256032" y="4818888"/>
            <a:ext cx="8631936" cy="36576"/>
          </a:xfrm>
          <a:prstGeom prst="rect">
            <a:avLst/>
          </a:prstGeom>
          <a:solidFill>
            <a:srgbClr val="D4951A"/>
          </a:solidFill>
          <a:ln/>
        </p:spPr>
      </p:sp>
      <p:sp>
        <p:nvSpPr>
          <p:cNvPr id="121" name="Shape 119"/>
          <p:cNvSpPr/>
          <p:nvPr/>
        </p:nvSpPr>
        <p:spPr>
          <a:xfrm rot="2700000">
            <a:off x="13716" y="4846320"/>
            <a:ext cx="82296" cy="82296"/>
          </a:xfrm>
          <a:prstGeom prst="rect">
            <a:avLst/>
          </a:prstGeom>
          <a:solidFill>
            <a:srgbClr val="D4951A">
              <a:alpha val="15000"/>
            </a:srgbClr>
          </a:solidFill>
          <a:ln w="12700">
            <a:solidFill>
              <a:srgbClr val="D4951A"/>
            </a:solidFill>
            <a:prstDash val="solid"/>
          </a:ln>
        </p:spPr>
      </p:sp>
      <p:sp>
        <p:nvSpPr>
          <p:cNvPr id="122" name="Shape 120"/>
          <p:cNvSpPr/>
          <p:nvPr/>
        </p:nvSpPr>
        <p:spPr>
          <a:xfrm rot="2700000">
            <a:off x="137160" y="4846320"/>
            <a:ext cx="82296" cy="82296"/>
          </a:xfrm>
          <a:prstGeom prst="rect">
            <a:avLst/>
          </a:prstGeom>
          <a:solidFill>
            <a:srgbClr val="D4951A">
              <a:alpha val="15000"/>
            </a:srgbClr>
          </a:solidFill>
          <a:ln w="12700">
            <a:solidFill>
              <a:srgbClr val="D4951A"/>
            </a:solidFill>
            <a:prstDash val="solid"/>
          </a:ln>
        </p:spPr>
      </p:sp>
      <p:sp>
        <p:nvSpPr>
          <p:cNvPr id="123" name="Shape 121"/>
          <p:cNvSpPr/>
          <p:nvPr/>
        </p:nvSpPr>
        <p:spPr>
          <a:xfrm rot="2700000">
            <a:off x="260604" y="4846320"/>
            <a:ext cx="82296" cy="82296"/>
          </a:xfrm>
          <a:prstGeom prst="rect">
            <a:avLst/>
          </a:prstGeom>
          <a:solidFill>
            <a:srgbClr val="D4951A">
              <a:alpha val="15000"/>
            </a:srgbClr>
          </a:solidFill>
          <a:ln w="12700">
            <a:solidFill>
              <a:srgbClr val="D4951A"/>
            </a:solidFill>
            <a:prstDash val="solid"/>
          </a:ln>
        </p:spPr>
      </p:sp>
      <p:sp>
        <p:nvSpPr>
          <p:cNvPr id="124" name="Shape 122"/>
          <p:cNvSpPr/>
          <p:nvPr/>
        </p:nvSpPr>
        <p:spPr>
          <a:xfrm rot="2700000">
            <a:off x="384048" y="4846320"/>
            <a:ext cx="82296" cy="82296"/>
          </a:xfrm>
          <a:prstGeom prst="rect">
            <a:avLst/>
          </a:prstGeom>
          <a:solidFill>
            <a:srgbClr val="D4951A">
              <a:alpha val="15000"/>
            </a:srgbClr>
          </a:solidFill>
          <a:ln w="12700">
            <a:solidFill>
              <a:srgbClr val="D4951A"/>
            </a:solidFill>
            <a:prstDash val="solid"/>
          </a:ln>
        </p:spPr>
      </p:sp>
      <p:sp>
        <p:nvSpPr>
          <p:cNvPr id="125" name="Shape 123"/>
          <p:cNvSpPr/>
          <p:nvPr/>
        </p:nvSpPr>
        <p:spPr>
          <a:xfrm rot="2700000">
            <a:off x="507492" y="4846320"/>
            <a:ext cx="82296" cy="82296"/>
          </a:xfrm>
          <a:prstGeom prst="rect">
            <a:avLst/>
          </a:prstGeom>
          <a:solidFill>
            <a:srgbClr val="D4951A">
              <a:alpha val="15000"/>
            </a:srgbClr>
          </a:solidFill>
          <a:ln w="12700">
            <a:solidFill>
              <a:srgbClr val="D4951A"/>
            </a:solidFill>
            <a:prstDash val="solid"/>
          </a:ln>
        </p:spPr>
      </p:sp>
      <p:sp>
        <p:nvSpPr>
          <p:cNvPr id="126" name="Shape 124"/>
          <p:cNvSpPr/>
          <p:nvPr/>
        </p:nvSpPr>
        <p:spPr>
          <a:xfrm rot="2700000">
            <a:off x="630936" y="4846320"/>
            <a:ext cx="82296" cy="82296"/>
          </a:xfrm>
          <a:prstGeom prst="rect">
            <a:avLst/>
          </a:prstGeom>
          <a:solidFill>
            <a:srgbClr val="D4951A">
              <a:alpha val="15000"/>
            </a:srgbClr>
          </a:solidFill>
          <a:ln w="12700">
            <a:solidFill>
              <a:srgbClr val="D4951A"/>
            </a:solidFill>
            <a:prstDash val="solid"/>
          </a:ln>
        </p:spPr>
      </p:sp>
      <p:sp>
        <p:nvSpPr>
          <p:cNvPr id="127" name="Shape 125"/>
          <p:cNvSpPr/>
          <p:nvPr/>
        </p:nvSpPr>
        <p:spPr>
          <a:xfrm rot="2700000">
            <a:off x="754380" y="4846320"/>
            <a:ext cx="82296" cy="82296"/>
          </a:xfrm>
          <a:prstGeom prst="rect">
            <a:avLst/>
          </a:prstGeom>
          <a:solidFill>
            <a:srgbClr val="D4951A">
              <a:alpha val="15000"/>
            </a:srgbClr>
          </a:solidFill>
          <a:ln w="12700">
            <a:solidFill>
              <a:srgbClr val="D4951A"/>
            </a:solidFill>
            <a:prstDash val="solid"/>
          </a:ln>
        </p:spPr>
      </p:sp>
      <p:sp>
        <p:nvSpPr>
          <p:cNvPr id="128" name="Shape 126"/>
          <p:cNvSpPr/>
          <p:nvPr/>
        </p:nvSpPr>
        <p:spPr>
          <a:xfrm rot="2700000">
            <a:off x="877824" y="4846320"/>
            <a:ext cx="82296" cy="82296"/>
          </a:xfrm>
          <a:prstGeom prst="rect">
            <a:avLst/>
          </a:prstGeom>
          <a:solidFill>
            <a:srgbClr val="D4951A">
              <a:alpha val="15000"/>
            </a:srgbClr>
          </a:solidFill>
          <a:ln w="12700">
            <a:solidFill>
              <a:srgbClr val="D4951A"/>
            </a:solidFill>
            <a:prstDash val="solid"/>
          </a:ln>
        </p:spPr>
      </p:sp>
      <p:sp>
        <p:nvSpPr>
          <p:cNvPr id="129" name="Shape 127"/>
          <p:cNvSpPr/>
          <p:nvPr/>
        </p:nvSpPr>
        <p:spPr>
          <a:xfrm rot="2700000">
            <a:off x="1001268" y="4846320"/>
            <a:ext cx="82296" cy="82296"/>
          </a:xfrm>
          <a:prstGeom prst="rect">
            <a:avLst/>
          </a:prstGeom>
          <a:solidFill>
            <a:srgbClr val="D4951A">
              <a:alpha val="15000"/>
            </a:srgbClr>
          </a:solidFill>
          <a:ln w="12700">
            <a:solidFill>
              <a:srgbClr val="D4951A"/>
            </a:solidFill>
            <a:prstDash val="solid"/>
          </a:ln>
        </p:spPr>
      </p:sp>
      <p:sp>
        <p:nvSpPr>
          <p:cNvPr id="130" name="Shape 128"/>
          <p:cNvSpPr/>
          <p:nvPr/>
        </p:nvSpPr>
        <p:spPr>
          <a:xfrm rot="2700000">
            <a:off x="1124712" y="4846320"/>
            <a:ext cx="82296" cy="82296"/>
          </a:xfrm>
          <a:prstGeom prst="rect">
            <a:avLst/>
          </a:prstGeom>
          <a:solidFill>
            <a:srgbClr val="D4951A">
              <a:alpha val="15000"/>
            </a:srgbClr>
          </a:solidFill>
          <a:ln w="12700">
            <a:solidFill>
              <a:srgbClr val="D4951A"/>
            </a:solidFill>
            <a:prstDash val="solid"/>
          </a:ln>
        </p:spPr>
      </p:sp>
      <p:sp>
        <p:nvSpPr>
          <p:cNvPr id="131" name="Shape 129"/>
          <p:cNvSpPr/>
          <p:nvPr/>
        </p:nvSpPr>
        <p:spPr>
          <a:xfrm rot="2700000">
            <a:off x="1248156" y="4846320"/>
            <a:ext cx="82296" cy="82296"/>
          </a:xfrm>
          <a:prstGeom prst="rect">
            <a:avLst/>
          </a:prstGeom>
          <a:solidFill>
            <a:srgbClr val="D4951A">
              <a:alpha val="15000"/>
            </a:srgbClr>
          </a:solidFill>
          <a:ln w="12700">
            <a:solidFill>
              <a:srgbClr val="D4951A"/>
            </a:solidFill>
            <a:prstDash val="solid"/>
          </a:ln>
        </p:spPr>
      </p:sp>
      <p:sp>
        <p:nvSpPr>
          <p:cNvPr id="132" name="Shape 130"/>
          <p:cNvSpPr/>
          <p:nvPr/>
        </p:nvSpPr>
        <p:spPr>
          <a:xfrm rot="2700000">
            <a:off x="1371600" y="4846320"/>
            <a:ext cx="82296" cy="82296"/>
          </a:xfrm>
          <a:prstGeom prst="rect">
            <a:avLst/>
          </a:prstGeom>
          <a:solidFill>
            <a:srgbClr val="D4951A">
              <a:alpha val="15000"/>
            </a:srgbClr>
          </a:solidFill>
          <a:ln w="12700">
            <a:solidFill>
              <a:srgbClr val="D4951A"/>
            </a:solidFill>
            <a:prstDash val="solid"/>
          </a:ln>
        </p:spPr>
      </p:sp>
      <p:sp>
        <p:nvSpPr>
          <p:cNvPr id="133" name="Shape 131"/>
          <p:cNvSpPr/>
          <p:nvPr/>
        </p:nvSpPr>
        <p:spPr>
          <a:xfrm rot="2700000">
            <a:off x="1495044" y="4846320"/>
            <a:ext cx="82296" cy="82296"/>
          </a:xfrm>
          <a:prstGeom prst="rect">
            <a:avLst/>
          </a:prstGeom>
          <a:solidFill>
            <a:srgbClr val="D4951A">
              <a:alpha val="15000"/>
            </a:srgbClr>
          </a:solidFill>
          <a:ln w="12700">
            <a:solidFill>
              <a:srgbClr val="D4951A"/>
            </a:solidFill>
            <a:prstDash val="solid"/>
          </a:ln>
        </p:spPr>
      </p:sp>
      <p:sp>
        <p:nvSpPr>
          <p:cNvPr id="134" name="Shape 132"/>
          <p:cNvSpPr/>
          <p:nvPr/>
        </p:nvSpPr>
        <p:spPr>
          <a:xfrm rot="2700000">
            <a:off x="1618488" y="4846320"/>
            <a:ext cx="82296" cy="82296"/>
          </a:xfrm>
          <a:prstGeom prst="rect">
            <a:avLst/>
          </a:prstGeom>
          <a:solidFill>
            <a:srgbClr val="D4951A">
              <a:alpha val="15000"/>
            </a:srgbClr>
          </a:solidFill>
          <a:ln w="12700">
            <a:solidFill>
              <a:srgbClr val="D4951A"/>
            </a:solidFill>
            <a:prstDash val="solid"/>
          </a:ln>
        </p:spPr>
      </p:sp>
      <p:sp>
        <p:nvSpPr>
          <p:cNvPr id="135" name="Shape 133"/>
          <p:cNvSpPr/>
          <p:nvPr/>
        </p:nvSpPr>
        <p:spPr>
          <a:xfrm rot="2700000">
            <a:off x="1741932" y="4846320"/>
            <a:ext cx="82296" cy="82296"/>
          </a:xfrm>
          <a:prstGeom prst="rect">
            <a:avLst/>
          </a:prstGeom>
          <a:solidFill>
            <a:srgbClr val="D4951A">
              <a:alpha val="15000"/>
            </a:srgbClr>
          </a:solidFill>
          <a:ln w="12700">
            <a:solidFill>
              <a:srgbClr val="D4951A"/>
            </a:solidFill>
            <a:prstDash val="solid"/>
          </a:ln>
        </p:spPr>
      </p:sp>
      <p:sp>
        <p:nvSpPr>
          <p:cNvPr id="136" name="Shape 134"/>
          <p:cNvSpPr/>
          <p:nvPr/>
        </p:nvSpPr>
        <p:spPr>
          <a:xfrm rot="2700000">
            <a:off x="1865376" y="4846320"/>
            <a:ext cx="82296" cy="82296"/>
          </a:xfrm>
          <a:prstGeom prst="rect">
            <a:avLst/>
          </a:prstGeom>
          <a:solidFill>
            <a:srgbClr val="D4951A">
              <a:alpha val="15000"/>
            </a:srgbClr>
          </a:solidFill>
          <a:ln w="12700">
            <a:solidFill>
              <a:srgbClr val="D4951A"/>
            </a:solidFill>
            <a:prstDash val="solid"/>
          </a:ln>
        </p:spPr>
      </p:sp>
      <p:sp>
        <p:nvSpPr>
          <p:cNvPr id="137" name="Shape 135"/>
          <p:cNvSpPr/>
          <p:nvPr/>
        </p:nvSpPr>
        <p:spPr>
          <a:xfrm rot="2700000">
            <a:off x="1988820" y="4846320"/>
            <a:ext cx="82296" cy="82296"/>
          </a:xfrm>
          <a:prstGeom prst="rect">
            <a:avLst/>
          </a:prstGeom>
          <a:solidFill>
            <a:srgbClr val="D4951A">
              <a:alpha val="15000"/>
            </a:srgbClr>
          </a:solidFill>
          <a:ln w="12700">
            <a:solidFill>
              <a:srgbClr val="D4951A"/>
            </a:solidFill>
            <a:prstDash val="solid"/>
          </a:ln>
        </p:spPr>
      </p:sp>
      <p:sp>
        <p:nvSpPr>
          <p:cNvPr id="138" name="Shape 136"/>
          <p:cNvSpPr/>
          <p:nvPr/>
        </p:nvSpPr>
        <p:spPr>
          <a:xfrm rot="2700000">
            <a:off x="2112264" y="4846320"/>
            <a:ext cx="82296" cy="82296"/>
          </a:xfrm>
          <a:prstGeom prst="rect">
            <a:avLst/>
          </a:prstGeom>
          <a:solidFill>
            <a:srgbClr val="D4951A">
              <a:alpha val="15000"/>
            </a:srgbClr>
          </a:solidFill>
          <a:ln w="12700">
            <a:solidFill>
              <a:srgbClr val="D4951A"/>
            </a:solidFill>
            <a:prstDash val="solid"/>
          </a:ln>
        </p:spPr>
      </p:sp>
      <p:sp>
        <p:nvSpPr>
          <p:cNvPr id="139" name="Shape 137"/>
          <p:cNvSpPr/>
          <p:nvPr/>
        </p:nvSpPr>
        <p:spPr>
          <a:xfrm rot="2700000">
            <a:off x="2235708" y="4846320"/>
            <a:ext cx="82296" cy="82296"/>
          </a:xfrm>
          <a:prstGeom prst="rect">
            <a:avLst/>
          </a:prstGeom>
          <a:solidFill>
            <a:srgbClr val="D4951A">
              <a:alpha val="15000"/>
            </a:srgbClr>
          </a:solidFill>
          <a:ln w="12700">
            <a:solidFill>
              <a:srgbClr val="D4951A"/>
            </a:solidFill>
            <a:prstDash val="solid"/>
          </a:ln>
        </p:spPr>
      </p:sp>
      <p:sp>
        <p:nvSpPr>
          <p:cNvPr id="140" name="Shape 138"/>
          <p:cNvSpPr/>
          <p:nvPr/>
        </p:nvSpPr>
        <p:spPr>
          <a:xfrm rot="2700000">
            <a:off x="2359152" y="4846320"/>
            <a:ext cx="82296" cy="82296"/>
          </a:xfrm>
          <a:prstGeom prst="rect">
            <a:avLst/>
          </a:prstGeom>
          <a:solidFill>
            <a:srgbClr val="D4951A">
              <a:alpha val="15000"/>
            </a:srgbClr>
          </a:solidFill>
          <a:ln w="12700">
            <a:solidFill>
              <a:srgbClr val="D4951A"/>
            </a:solidFill>
            <a:prstDash val="solid"/>
          </a:ln>
        </p:spPr>
      </p:sp>
      <p:sp>
        <p:nvSpPr>
          <p:cNvPr id="141" name="Shape 139"/>
          <p:cNvSpPr/>
          <p:nvPr/>
        </p:nvSpPr>
        <p:spPr>
          <a:xfrm rot="2700000">
            <a:off x="2482596" y="4846320"/>
            <a:ext cx="82296" cy="82296"/>
          </a:xfrm>
          <a:prstGeom prst="rect">
            <a:avLst/>
          </a:prstGeom>
          <a:solidFill>
            <a:srgbClr val="D4951A">
              <a:alpha val="15000"/>
            </a:srgbClr>
          </a:solidFill>
          <a:ln w="12700">
            <a:solidFill>
              <a:srgbClr val="D4951A"/>
            </a:solidFill>
            <a:prstDash val="solid"/>
          </a:ln>
        </p:spPr>
      </p:sp>
      <p:sp>
        <p:nvSpPr>
          <p:cNvPr id="142" name="Shape 140"/>
          <p:cNvSpPr/>
          <p:nvPr/>
        </p:nvSpPr>
        <p:spPr>
          <a:xfrm rot="2700000">
            <a:off x="2606040" y="4846320"/>
            <a:ext cx="82296" cy="82296"/>
          </a:xfrm>
          <a:prstGeom prst="rect">
            <a:avLst/>
          </a:prstGeom>
          <a:solidFill>
            <a:srgbClr val="D4951A">
              <a:alpha val="15000"/>
            </a:srgbClr>
          </a:solidFill>
          <a:ln w="12700">
            <a:solidFill>
              <a:srgbClr val="D4951A"/>
            </a:solidFill>
            <a:prstDash val="solid"/>
          </a:ln>
        </p:spPr>
      </p:sp>
      <p:sp>
        <p:nvSpPr>
          <p:cNvPr id="143" name="Shape 141"/>
          <p:cNvSpPr/>
          <p:nvPr/>
        </p:nvSpPr>
        <p:spPr>
          <a:xfrm rot="2700000">
            <a:off x="2729484" y="4846320"/>
            <a:ext cx="82296" cy="82296"/>
          </a:xfrm>
          <a:prstGeom prst="rect">
            <a:avLst/>
          </a:prstGeom>
          <a:solidFill>
            <a:srgbClr val="D4951A">
              <a:alpha val="15000"/>
            </a:srgbClr>
          </a:solidFill>
          <a:ln w="12700">
            <a:solidFill>
              <a:srgbClr val="D4951A"/>
            </a:solidFill>
            <a:prstDash val="solid"/>
          </a:ln>
        </p:spPr>
      </p:sp>
      <p:sp>
        <p:nvSpPr>
          <p:cNvPr id="144" name="Shape 142"/>
          <p:cNvSpPr/>
          <p:nvPr/>
        </p:nvSpPr>
        <p:spPr>
          <a:xfrm rot="2700000">
            <a:off x="2852928" y="4846320"/>
            <a:ext cx="82296" cy="82296"/>
          </a:xfrm>
          <a:prstGeom prst="rect">
            <a:avLst/>
          </a:prstGeom>
          <a:solidFill>
            <a:srgbClr val="D4951A">
              <a:alpha val="15000"/>
            </a:srgbClr>
          </a:solidFill>
          <a:ln w="12700">
            <a:solidFill>
              <a:srgbClr val="D4951A"/>
            </a:solidFill>
            <a:prstDash val="solid"/>
          </a:ln>
        </p:spPr>
      </p:sp>
      <p:sp>
        <p:nvSpPr>
          <p:cNvPr id="145" name="Shape 143"/>
          <p:cNvSpPr/>
          <p:nvPr/>
        </p:nvSpPr>
        <p:spPr>
          <a:xfrm rot="2700000">
            <a:off x="2976372" y="4846320"/>
            <a:ext cx="82296" cy="82296"/>
          </a:xfrm>
          <a:prstGeom prst="rect">
            <a:avLst/>
          </a:prstGeom>
          <a:solidFill>
            <a:srgbClr val="D4951A">
              <a:alpha val="15000"/>
            </a:srgbClr>
          </a:solidFill>
          <a:ln w="12700">
            <a:solidFill>
              <a:srgbClr val="D4951A"/>
            </a:solidFill>
            <a:prstDash val="solid"/>
          </a:ln>
        </p:spPr>
      </p:sp>
      <p:sp>
        <p:nvSpPr>
          <p:cNvPr id="146" name="Shape 144"/>
          <p:cNvSpPr/>
          <p:nvPr/>
        </p:nvSpPr>
        <p:spPr>
          <a:xfrm rot="2700000">
            <a:off x="3099816" y="4846320"/>
            <a:ext cx="82296" cy="82296"/>
          </a:xfrm>
          <a:prstGeom prst="rect">
            <a:avLst/>
          </a:prstGeom>
          <a:solidFill>
            <a:srgbClr val="D4951A">
              <a:alpha val="15000"/>
            </a:srgbClr>
          </a:solidFill>
          <a:ln w="12700">
            <a:solidFill>
              <a:srgbClr val="D4951A"/>
            </a:solidFill>
            <a:prstDash val="solid"/>
          </a:ln>
        </p:spPr>
      </p:sp>
      <p:sp>
        <p:nvSpPr>
          <p:cNvPr id="147" name="Shape 145"/>
          <p:cNvSpPr/>
          <p:nvPr/>
        </p:nvSpPr>
        <p:spPr>
          <a:xfrm rot="2700000">
            <a:off x="3223260" y="4846320"/>
            <a:ext cx="82296" cy="82296"/>
          </a:xfrm>
          <a:prstGeom prst="rect">
            <a:avLst/>
          </a:prstGeom>
          <a:solidFill>
            <a:srgbClr val="D4951A">
              <a:alpha val="15000"/>
            </a:srgbClr>
          </a:solidFill>
          <a:ln w="12700">
            <a:solidFill>
              <a:srgbClr val="D4951A"/>
            </a:solidFill>
            <a:prstDash val="solid"/>
          </a:ln>
        </p:spPr>
      </p:sp>
      <p:sp>
        <p:nvSpPr>
          <p:cNvPr id="148" name="Shape 146"/>
          <p:cNvSpPr/>
          <p:nvPr/>
        </p:nvSpPr>
        <p:spPr>
          <a:xfrm rot="2700000">
            <a:off x="3346704" y="4846320"/>
            <a:ext cx="82296" cy="82296"/>
          </a:xfrm>
          <a:prstGeom prst="rect">
            <a:avLst/>
          </a:prstGeom>
          <a:solidFill>
            <a:srgbClr val="D4951A">
              <a:alpha val="15000"/>
            </a:srgbClr>
          </a:solidFill>
          <a:ln w="12700">
            <a:solidFill>
              <a:srgbClr val="D4951A"/>
            </a:solidFill>
            <a:prstDash val="solid"/>
          </a:ln>
        </p:spPr>
      </p:sp>
      <p:sp>
        <p:nvSpPr>
          <p:cNvPr id="149" name="Shape 147"/>
          <p:cNvSpPr/>
          <p:nvPr/>
        </p:nvSpPr>
        <p:spPr>
          <a:xfrm rot="2700000">
            <a:off x="3470148" y="4846320"/>
            <a:ext cx="82296" cy="82296"/>
          </a:xfrm>
          <a:prstGeom prst="rect">
            <a:avLst/>
          </a:prstGeom>
          <a:solidFill>
            <a:srgbClr val="D4951A">
              <a:alpha val="15000"/>
            </a:srgbClr>
          </a:solidFill>
          <a:ln w="12700">
            <a:solidFill>
              <a:srgbClr val="D4951A"/>
            </a:solidFill>
            <a:prstDash val="solid"/>
          </a:ln>
        </p:spPr>
      </p:sp>
      <p:sp>
        <p:nvSpPr>
          <p:cNvPr id="150" name="Shape 148"/>
          <p:cNvSpPr/>
          <p:nvPr/>
        </p:nvSpPr>
        <p:spPr>
          <a:xfrm rot="2700000">
            <a:off x="3593592" y="4846320"/>
            <a:ext cx="82296" cy="82296"/>
          </a:xfrm>
          <a:prstGeom prst="rect">
            <a:avLst/>
          </a:prstGeom>
          <a:solidFill>
            <a:srgbClr val="D4951A">
              <a:alpha val="15000"/>
            </a:srgbClr>
          </a:solidFill>
          <a:ln w="12700">
            <a:solidFill>
              <a:srgbClr val="D4951A"/>
            </a:solidFill>
            <a:prstDash val="solid"/>
          </a:ln>
        </p:spPr>
      </p:sp>
      <p:sp>
        <p:nvSpPr>
          <p:cNvPr id="151" name="Shape 149"/>
          <p:cNvSpPr/>
          <p:nvPr/>
        </p:nvSpPr>
        <p:spPr>
          <a:xfrm rot="2700000">
            <a:off x="3717036" y="4846320"/>
            <a:ext cx="82296" cy="82296"/>
          </a:xfrm>
          <a:prstGeom prst="rect">
            <a:avLst/>
          </a:prstGeom>
          <a:solidFill>
            <a:srgbClr val="D4951A">
              <a:alpha val="15000"/>
            </a:srgbClr>
          </a:solidFill>
          <a:ln w="12700">
            <a:solidFill>
              <a:srgbClr val="D4951A"/>
            </a:solidFill>
            <a:prstDash val="solid"/>
          </a:ln>
        </p:spPr>
      </p:sp>
      <p:sp>
        <p:nvSpPr>
          <p:cNvPr id="152" name="Shape 150"/>
          <p:cNvSpPr/>
          <p:nvPr/>
        </p:nvSpPr>
        <p:spPr>
          <a:xfrm rot="2700000">
            <a:off x="3840480" y="4846320"/>
            <a:ext cx="82296" cy="82296"/>
          </a:xfrm>
          <a:prstGeom prst="rect">
            <a:avLst/>
          </a:prstGeom>
          <a:solidFill>
            <a:srgbClr val="D4951A">
              <a:alpha val="15000"/>
            </a:srgbClr>
          </a:solidFill>
          <a:ln w="12700">
            <a:solidFill>
              <a:srgbClr val="D4951A"/>
            </a:solidFill>
            <a:prstDash val="solid"/>
          </a:ln>
        </p:spPr>
      </p:sp>
      <p:sp>
        <p:nvSpPr>
          <p:cNvPr id="153" name="Shape 151"/>
          <p:cNvSpPr/>
          <p:nvPr/>
        </p:nvSpPr>
        <p:spPr>
          <a:xfrm rot="2700000">
            <a:off x="3963924" y="4846320"/>
            <a:ext cx="82296" cy="82296"/>
          </a:xfrm>
          <a:prstGeom prst="rect">
            <a:avLst/>
          </a:prstGeom>
          <a:solidFill>
            <a:srgbClr val="D4951A">
              <a:alpha val="15000"/>
            </a:srgbClr>
          </a:solidFill>
          <a:ln w="12700">
            <a:solidFill>
              <a:srgbClr val="D4951A"/>
            </a:solidFill>
            <a:prstDash val="solid"/>
          </a:ln>
        </p:spPr>
      </p:sp>
      <p:sp>
        <p:nvSpPr>
          <p:cNvPr id="154" name="Shape 152"/>
          <p:cNvSpPr/>
          <p:nvPr/>
        </p:nvSpPr>
        <p:spPr>
          <a:xfrm rot="2700000">
            <a:off x="4087368" y="4846320"/>
            <a:ext cx="82296" cy="82296"/>
          </a:xfrm>
          <a:prstGeom prst="rect">
            <a:avLst/>
          </a:prstGeom>
          <a:solidFill>
            <a:srgbClr val="D4951A">
              <a:alpha val="15000"/>
            </a:srgbClr>
          </a:solidFill>
          <a:ln w="12700">
            <a:solidFill>
              <a:srgbClr val="D4951A"/>
            </a:solidFill>
            <a:prstDash val="solid"/>
          </a:ln>
        </p:spPr>
      </p:sp>
      <p:sp>
        <p:nvSpPr>
          <p:cNvPr id="155" name="Shape 153"/>
          <p:cNvSpPr/>
          <p:nvPr/>
        </p:nvSpPr>
        <p:spPr>
          <a:xfrm rot="2700000">
            <a:off x="4210812" y="4846320"/>
            <a:ext cx="82296" cy="82296"/>
          </a:xfrm>
          <a:prstGeom prst="rect">
            <a:avLst/>
          </a:prstGeom>
          <a:solidFill>
            <a:srgbClr val="D4951A">
              <a:alpha val="15000"/>
            </a:srgbClr>
          </a:solidFill>
          <a:ln w="12700">
            <a:solidFill>
              <a:srgbClr val="D4951A"/>
            </a:solidFill>
            <a:prstDash val="solid"/>
          </a:ln>
        </p:spPr>
      </p:sp>
      <p:sp>
        <p:nvSpPr>
          <p:cNvPr id="156" name="Shape 154"/>
          <p:cNvSpPr/>
          <p:nvPr/>
        </p:nvSpPr>
        <p:spPr>
          <a:xfrm rot="2700000">
            <a:off x="4334256" y="4846320"/>
            <a:ext cx="82296" cy="82296"/>
          </a:xfrm>
          <a:prstGeom prst="rect">
            <a:avLst/>
          </a:prstGeom>
          <a:solidFill>
            <a:srgbClr val="D4951A">
              <a:alpha val="15000"/>
            </a:srgbClr>
          </a:solidFill>
          <a:ln w="12700">
            <a:solidFill>
              <a:srgbClr val="D4951A"/>
            </a:solidFill>
            <a:prstDash val="solid"/>
          </a:ln>
        </p:spPr>
      </p:sp>
      <p:sp>
        <p:nvSpPr>
          <p:cNvPr id="157" name="Shape 155"/>
          <p:cNvSpPr/>
          <p:nvPr/>
        </p:nvSpPr>
        <p:spPr>
          <a:xfrm rot="2700000">
            <a:off x="4457700" y="4846320"/>
            <a:ext cx="82296" cy="82296"/>
          </a:xfrm>
          <a:prstGeom prst="rect">
            <a:avLst/>
          </a:prstGeom>
          <a:solidFill>
            <a:srgbClr val="D4951A">
              <a:alpha val="15000"/>
            </a:srgbClr>
          </a:solidFill>
          <a:ln w="12700">
            <a:solidFill>
              <a:srgbClr val="D4951A"/>
            </a:solidFill>
            <a:prstDash val="solid"/>
          </a:ln>
        </p:spPr>
      </p:sp>
      <p:sp>
        <p:nvSpPr>
          <p:cNvPr id="158" name="Shape 156"/>
          <p:cNvSpPr/>
          <p:nvPr/>
        </p:nvSpPr>
        <p:spPr>
          <a:xfrm rot="2700000">
            <a:off x="4581144" y="4846320"/>
            <a:ext cx="82296" cy="82296"/>
          </a:xfrm>
          <a:prstGeom prst="rect">
            <a:avLst/>
          </a:prstGeom>
          <a:solidFill>
            <a:srgbClr val="D4951A">
              <a:alpha val="15000"/>
            </a:srgbClr>
          </a:solidFill>
          <a:ln w="12700">
            <a:solidFill>
              <a:srgbClr val="D4951A"/>
            </a:solidFill>
            <a:prstDash val="solid"/>
          </a:ln>
        </p:spPr>
      </p:sp>
      <p:sp>
        <p:nvSpPr>
          <p:cNvPr id="159" name="Shape 157"/>
          <p:cNvSpPr/>
          <p:nvPr/>
        </p:nvSpPr>
        <p:spPr>
          <a:xfrm rot="2700000">
            <a:off x="4704588" y="4846320"/>
            <a:ext cx="82296" cy="82296"/>
          </a:xfrm>
          <a:prstGeom prst="rect">
            <a:avLst/>
          </a:prstGeom>
          <a:solidFill>
            <a:srgbClr val="D4951A">
              <a:alpha val="15000"/>
            </a:srgbClr>
          </a:solidFill>
          <a:ln w="12700">
            <a:solidFill>
              <a:srgbClr val="D4951A"/>
            </a:solidFill>
            <a:prstDash val="solid"/>
          </a:ln>
        </p:spPr>
      </p:sp>
      <p:sp>
        <p:nvSpPr>
          <p:cNvPr id="160" name="Shape 158"/>
          <p:cNvSpPr/>
          <p:nvPr/>
        </p:nvSpPr>
        <p:spPr>
          <a:xfrm rot="2700000">
            <a:off x="4828032" y="4846320"/>
            <a:ext cx="82296" cy="82296"/>
          </a:xfrm>
          <a:prstGeom prst="rect">
            <a:avLst/>
          </a:prstGeom>
          <a:solidFill>
            <a:srgbClr val="D4951A">
              <a:alpha val="15000"/>
            </a:srgbClr>
          </a:solidFill>
          <a:ln w="12700">
            <a:solidFill>
              <a:srgbClr val="D4951A"/>
            </a:solidFill>
            <a:prstDash val="solid"/>
          </a:ln>
        </p:spPr>
      </p:sp>
      <p:sp>
        <p:nvSpPr>
          <p:cNvPr id="161" name="Shape 159"/>
          <p:cNvSpPr/>
          <p:nvPr/>
        </p:nvSpPr>
        <p:spPr>
          <a:xfrm rot="2700000">
            <a:off x="4951476" y="4846320"/>
            <a:ext cx="82296" cy="82296"/>
          </a:xfrm>
          <a:prstGeom prst="rect">
            <a:avLst/>
          </a:prstGeom>
          <a:solidFill>
            <a:srgbClr val="D4951A">
              <a:alpha val="15000"/>
            </a:srgbClr>
          </a:solidFill>
          <a:ln w="12700">
            <a:solidFill>
              <a:srgbClr val="D4951A"/>
            </a:solidFill>
            <a:prstDash val="solid"/>
          </a:ln>
        </p:spPr>
      </p:sp>
      <p:sp>
        <p:nvSpPr>
          <p:cNvPr id="162" name="Shape 160"/>
          <p:cNvSpPr/>
          <p:nvPr/>
        </p:nvSpPr>
        <p:spPr>
          <a:xfrm rot="2700000">
            <a:off x="5074920" y="4846320"/>
            <a:ext cx="82296" cy="82296"/>
          </a:xfrm>
          <a:prstGeom prst="rect">
            <a:avLst/>
          </a:prstGeom>
          <a:solidFill>
            <a:srgbClr val="D4951A">
              <a:alpha val="15000"/>
            </a:srgbClr>
          </a:solidFill>
          <a:ln w="12700">
            <a:solidFill>
              <a:srgbClr val="D4951A"/>
            </a:solidFill>
            <a:prstDash val="solid"/>
          </a:ln>
        </p:spPr>
      </p:sp>
      <p:sp>
        <p:nvSpPr>
          <p:cNvPr id="163" name="Shape 161"/>
          <p:cNvSpPr/>
          <p:nvPr/>
        </p:nvSpPr>
        <p:spPr>
          <a:xfrm rot="2700000">
            <a:off x="5198364" y="4846320"/>
            <a:ext cx="82296" cy="82296"/>
          </a:xfrm>
          <a:prstGeom prst="rect">
            <a:avLst/>
          </a:prstGeom>
          <a:solidFill>
            <a:srgbClr val="D4951A">
              <a:alpha val="15000"/>
            </a:srgbClr>
          </a:solidFill>
          <a:ln w="12700">
            <a:solidFill>
              <a:srgbClr val="D4951A"/>
            </a:solidFill>
            <a:prstDash val="solid"/>
          </a:ln>
        </p:spPr>
      </p:sp>
      <p:sp>
        <p:nvSpPr>
          <p:cNvPr id="164" name="Shape 162"/>
          <p:cNvSpPr/>
          <p:nvPr/>
        </p:nvSpPr>
        <p:spPr>
          <a:xfrm rot="2700000">
            <a:off x="5321808" y="4846320"/>
            <a:ext cx="82296" cy="82296"/>
          </a:xfrm>
          <a:prstGeom prst="rect">
            <a:avLst/>
          </a:prstGeom>
          <a:solidFill>
            <a:srgbClr val="D4951A">
              <a:alpha val="15000"/>
            </a:srgbClr>
          </a:solidFill>
          <a:ln w="12700">
            <a:solidFill>
              <a:srgbClr val="D4951A"/>
            </a:solidFill>
            <a:prstDash val="solid"/>
          </a:ln>
        </p:spPr>
      </p:sp>
      <p:sp>
        <p:nvSpPr>
          <p:cNvPr id="165" name="Shape 163"/>
          <p:cNvSpPr/>
          <p:nvPr/>
        </p:nvSpPr>
        <p:spPr>
          <a:xfrm rot="2700000">
            <a:off x="5445252" y="4846320"/>
            <a:ext cx="82296" cy="82296"/>
          </a:xfrm>
          <a:prstGeom prst="rect">
            <a:avLst/>
          </a:prstGeom>
          <a:solidFill>
            <a:srgbClr val="D4951A">
              <a:alpha val="15000"/>
            </a:srgbClr>
          </a:solidFill>
          <a:ln w="12700">
            <a:solidFill>
              <a:srgbClr val="D4951A"/>
            </a:solidFill>
            <a:prstDash val="solid"/>
          </a:ln>
        </p:spPr>
      </p:sp>
      <p:sp>
        <p:nvSpPr>
          <p:cNvPr id="166" name="Shape 164"/>
          <p:cNvSpPr/>
          <p:nvPr/>
        </p:nvSpPr>
        <p:spPr>
          <a:xfrm rot="2700000">
            <a:off x="5568696" y="4846320"/>
            <a:ext cx="82296" cy="82296"/>
          </a:xfrm>
          <a:prstGeom prst="rect">
            <a:avLst/>
          </a:prstGeom>
          <a:solidFill>
            <a:srgbClr val="D4951A">
              <a:alpha val="15000"/>
            </a:srgbClr>
          </a:solidFill>
          <a:ln w="12700">
            <a:solidFill>
              <a:srgbClr val="D4951A"/>
            </a:solidFill>
            <a:prstDash val="solid"/>
          </a:ln>
        </p:spPr>
      </p:sp>
      <p:sp>
        <p:nvSpPr>
          <p:cNvPr id="167" name="Shape 165"/>
          <p:cNvSpPr/>
          <p:nvPr/>
        </p:nvSpPr>
        <p:spPr>
          <a:xfrm rot="2700000">
            <a:off x="5692140" y="4846320"/>
            <a:ext cx="82296" cy="82296"/>
          </a:xfrm>
          <a:prstGeom prst="rect">
            <a:avLst/>
          </a:prstGeom>
          <a:solidFill>
            <a:srgbClr val="D4951A">
              <a:alpha val="15000"/>
            </a:srgbClr>
          </a:solidFill>
          <a:ln w="12700">
            <a:solidFill>
              <a:srgbClr val="D4951A"/>
            </a:solidFill>
            <a:prstDash val="solid"/>
          </a:ln>
        </p:spPr>
      </p:sp>
      <p:sp>
        <p:nvSpPr>
          <p:cNvPr id="168" name="Shape 166"/>
          <p:cNvSpPr/>
          <p:nvPr/>
        </p:nvSpPr>
        <p:spPr>
          <a:xfrm rot="2700000">
            <a:off x="5815584" y="4846320"/>
            <a:ext cx="82296" cy="82296"/>
          </a:xfrm>
          <a:prstGeom prst="rect">
            <a:avLst/>
          </a:prstGeom>
          <a:solidFill>
            <a:srgbClr val="D4951A">
              <a:alpha val="15000"/>
            </a:srgbClr>
          </a:solidFill>
          <a:ln w="12700">
            <a:solidFill>
              <a:srgbClr val="D4951A"/>
            </a:solidFill>
            <a:prstDash val="solid"/>
          </a:ln>
        </p:spPr>
      </p:sp>
      <p:sp>
        <p:nvSpPr>
          <p:cNvPr id="169" name="Shape 167"/>
          <p:cNvSpPr/>
          <p:nvPr/>
        </p:nvSpPr>
        <p:spPr>
          <a:xfrm rot="2700000">
            <a:off x="5939028" y="4846320"/>
            <a:ext cx="82296" cy="82296"/>
          </a:xfrm>
          <a:prstGeom prst="rect">
            <a:avLst/>
          </a:prstGeom>
          <a:solidFill>
            <a:srgbClr val="D4951A">
              <a:alpha val="15000"/>
            </a:srgbClr>
          </a:solidFill>
          <a:ln w="12700">
            <a:solidFill>
              <a:srgbClr val="D4951A"/>
            </a:solidFill>
            <a:prstDash val="solid"/>
          </a:ln>
        </p:spPr>
      </p:sp>
      <p:sp>
        <p:nvSpPr>
          <p:cNvPr id="170" name="Shape 168"/>
          <p:cNvSpPr/>
          <p:nvPr/>
        </p:nvSpPr>
        <p:spPr>
          <a:xfrm rot="2700000">
            <a:off x="6062472" y="4846320"/>
            <a:ext cx="82296" cy="82296"/>
          </a:xfrm>
          <a:prstGeom prst="rect">
            <a:avLst/>
          </a:prstGeom>
          <a:solidFill>
            <a:srgbClr val="D4951A">
              <a:alpha val="15000"/>
            </a:srgbClr>
          </a:solidFill>
          <a:ln w="12700">
            <a:solidFill>
              <a:srgbClr val="D4951A"/>
            </a:solidFill>
            <a:prstDash val="solid"/>
          </a:ln>
        </p:spPr>
      </p:sp>
      <p:sp>
        <p:nvSpPr>
          <p:cNvPr id="171" name="Shape 169"/>
          <p:cNvSpPr/>
          <p:nvPr/>
        </p:nvSpPr>
        <p:spPr>
          <a:xfrm rot="2700000">
            <a:off x="6185916" y="4846320"/>
            <a:ext cx="82296" cy="82296"/>
          </a:xfrm>
          <a:prstGeom prst="rect">
            <a:avLst/>
          </a:prstGeom>
          <a:solidFill>
            <a:srgbClr val="D4951A">
              <a:alpha val="15000"/>
            </a:srgbClr>
          </a:solidFill>
          <a:ln w="12700">
            <a:solidFill>
              <a:srgbClr val="D4951A"/>
            </a:solidFill>
            <a:prstDash val="solid"/>
          </a:ln>
        </p:spPr>
      </p:sp>
      <p:sp>
        <p:nvSpPr>
          <p:cNvPr id="172" name="Shape 170"/>
          <p:cNvSpPr/>
          <p:nvPr/>
        </p:nvSpPr>
        <p:spPr>
          <a:xfrm rot="2700000">
            <a:off x="6309360" y="4846320"/>
            <a:ext cx="82296" cy="82296"/>
          </a:xfrm>
          <a:prstGeom prst="rect">
            <a:avLst/>
          </a:prstGeom>
          <a:solidFill>
            <a:srgbClr val="D4951A">
              <a:alpha val="15000"/>
            </a:srgbClr>
          </a:solidFill>
          <a:ln w="12700">
            <a:solidFill>
              <a:srgbClr val="D4951A"/>
            </a:solidFill>
            <a:prstDash val="solid"/>
          </a:ln>
        </p:spPr>
      </p:sp>
      <p:sp>
        <p:nvSpPr>
          <p:cNvPr id="173" name="Shape 171"/>
          <p:cNvSpPr/>
          <p:nvPr/>
        </p:nvSpPr>
        <p:spPr>
          <a:xfrm rot="2700000">
            <a:off x="6432804" y="4846320"/>
            <a:ext cx="82296" cy="82296"/>
          </a:xfrm>
          <a:prstGeom prst="rect">
            <a:avLst/>
          </a:prstGeom>
          <a:solidFill>
            <a:srgbClr val="D4951A">
              <a:alpha val="15000"/>
            </a:srgbClr>
          </a:solidFill>
          <a:ln w="12700">
            <a:solidFill>
              <a:srgbClr val="D4951A"/>
            </a:solidFill>
            <a:prstDash val="solid"/>
          </a:ln>
        </p:spPr>
      </p:sp>
      <p:sp>
        <p:nvSpPr>
          <p:cNvPr id="174" name="Shape 172"/>
          <p:cNvSpPr/>
          <p:nvPr/>
        </p:nvSpPr>
        <p:spPr>
          <a:xfrm rot="2700000">
            <a:off x="6556248" y="4846320"/>
            <a:ext cx="82296" cy="82296"/>
          </a:xfrm>
          <a:prstGeom prst="rect">
            <a:avLst/>
          </a:prstGeom>
          <a:solidFill>
            <a:srgbClr val="D4951A">
              <a:alpha val="15000"/>
            </a:srgbClr>
          </a:solidFill>
          <a:ln w="12700">
            <a:solidFill>
              <a:srgbClr val="D4951A"/>
            </a:solidFill>
            <a:prstDash val="solid"/>
          </a:ln>
        </p:spPr>
      </p:sp>
      <p:sp>
        <p:nvSpPr>
          <p:cNvPr id="175" name="Shape 173"/>
          <p:cNvSpPr/>
          <p:nvPr/>
        </p:nvSpPr>
        <p:spPr>
          <a:xfrm rot="2700000">
            <a:off x="6679692" y="4846320"/>
            <a:ext cx="82296" cy="82296"/>
          </a:xfrm>
          <a:prstGeom prst="rect">
            <a:avLst/>
          </a:prstGeom>
          <a:solidFill>
            <a:srgbClr val="D4951A">
              <a:alpha val="15000"/>
            </a:srgbClr>
          </a:solidFill>
          <a:ln w="12700">
            <a:solidFill>
              <a:srgbClr val="D4951A"/>
            </a:solidFill>
            <a:prstDash val="solid"/>
          </a:ln>
        </p:spPr>
      </p:sp>
      <p:sp>
        <p:nvSpPr>
          <p:cNvPr id="176" name="Shape 174"/>
          <p:cNvSpPr/>
          <p:nvPr/>
        </p:nvSpPr>
        <p:spPr>
          <a:xfrm rot="2700000">
            <a:off x="6803136" y="4846320"/>
            <a:ext cx="82296" cy="82296"/>
          </a:xfrm>
          <a:prstGeom prst="rect">
            <a:avLst/>
          </a:prstGeom>
          <a:solidFill>
            <a:srgbClr val="D4951A">
              <a:alpha val="15000"/>
            </a:srgbClr>
          </a:solidFill>
          <a:ln w="12700">
            <a:solidFill>
              <a:srgbClr val="D4951A"/>
            </a:solidFill>
            <a:prstDash val="solid"/>
          </a:ln>
        </p:spPr>
      </p:sp>
      <p:sp>
        <p:nvSpPr>
          <p:cNvPr id="177" name="Shape 175"/>
          <p:cNvSpPr/>
          <p:nvPr/>
        </p:nvSpPr>
        <p:spPr>
          <a:xfrm rot="2700000">
            <a:off x="6926580" y="4846320"/>
            <a:ext cx="82296" cy="82296"/>
          </a:xfrm>
          <a:prstGeom prst="rect">
            <a:avLst/>
          </a:prstGeom>
          <a:solidFill>
            <a:srgbClr val="D4951A">
              <a:alpha val="15000"/>
            </a:srgbClr>
          </a:solidFill>
          <a:ln w="12700">
            <a:solidFill>
              <a:srgbClr val="D4951A"/>
            </a:solidFill>
            <a:prstDash val="solid"/>
          </a:ln>
        </p:spPr>
      </p:sp>
      <p:sp>
        <p:nvSpPr>
          <p:cNvPr id="178" name="Shape 176"/>
          <p:cNvSpPr/>
          <p:nvPr/>
        </p:nvSpPr>
        <p:spPr>
          <a:xfrm rot="2700000">
            <a:off x="7050024" y="4846320"/>
            <a:ext cx="82296" cy="82296"/>
          </a:xfrm>
          <a:prstGeom prst="rect">
            <a:avLst/>
          </a:prstGeom>
          <a:solidFill>
            <a:srgbClr val="D4951A">
              <a:alpha val="15000"/>
            </a:srgbClr>
          </a:solidFill>
          <a:ln w="12700">
            <a:solidFill>
              <a:srgbClr val="D4951A"/>
            </a:solidFill>
            <a:prstDash val="solid"/>
          </a:ln>
        </p:spPr>
      </p:sp>
      <p:sp>
        <p:nvSpPr>
          <p:cNvPr id="179" name="Shape 177"/>
          <p:cNvSpPr/>
          <p:nvPr/>
        </p:nvSpPr>
        <p:spPr>
          <a:xfrm rot="2700000">
            <a:off x="7173468" y="4846320"/>
            <a:ext cx="82296" cy="82296"/>
          </a:xfrm>
          <a:prstGeom prst="rect">
            <a:avLst/>
          </a:prstGeom>
          <a:solidFill>
            <a:srgbClr val="D4951A">
              <a:alpha val="15000"/>
            </a:srgbClr>
          </a:solidFill>
          <a:ln w="12700">
            <a:solidFill>
              <a:srgbClr val="D4951A"/>
            </a:solidFill>
            <a:prstDash val="solid"/>
          </a:ln>
        </p:spPr>
      </p:sp>
      <p:sp>
        <p:nvSpPr>
          <p:cNvPr id="180" name="Shape 178"/>
          <p:cNvSpPr/>
          <p:nvPr/>
        </p:nvSpPr>
        <p:spPr>
          <a:xfrm rot="2700000">
            <a:off x="7296912" y="4846320"/>
            <a:ext cx="82296" cy="82296"/>
          </a:xfrm>
          <a:prstGeom prst="rect">
            <a:avLst/>
          </a:prstGeom>
          <a:solidFill>
            <a:srgbClr val="D4951A">
              <a:alpha val="15000"/>
            </a:srgbClr>
          </a:solidFill>
          <a:ln w="12700">
            <a:solidFill>
              <a:srgbClr val="D4951A"/>
            </a:solidFill>
            <a:prstDash val="solid"/>
          </a:ln>
        </p:spPr>
      </p:sp>
      <p:sp>
        <p:nvSpPr>
          <p:cNvPr id="181" name="Shape 179"/>
          <p:cNvSpPr/>
          <p:nvPr/>
        </p:nvSpPr>
        <p:spPr>
          <a:xfrm rot="2700000">
            <a:off x="7420356" y="4846320"/>
            <a:ext cx="82296" cy="82296"/>
          </a:xfrm>
          <a:prstGeom prst="rect">
            <a:avLst/>
          </a:prstGeom>
          <a:solidFill>
            <a:srgbClr val="D4951A">
              <a:alpha val="15000"/>
            </a:srgbClr>
          </a:solidFill>
          <a:ln w="12700">
            <a:solidFill>
              <a:srgbClr val="D4951A"/>
            </a:solidFill>
            <a:prstDash val="solid"/>
          </a:ln>
        </p:spPr>
      </p:sp>
      <p:sp>
        <p:nvSpPr>
          <p:cNvPr id="182" name="Shape 180"/>
          <p:cNvSpPr/>
          <p:nvPr/>
        </p:nvSpPr>
        <p:spPr>
          <a:xfrm rot="2700000">
            <a:off x="7543800" y="4846320"/>
            <a:ext cx="82296" cy="82296"/>
          </a:xfrm>
          <a:prstGeom prst="rect">
            <a:avLst/>
          </a:prstGeom>
          <a:solidFill>
            <a:srgbClr val="D4951A">
              <a:alpha val="15000"/>
            </a:srgbClr>
          </a:solidFill>
          <a:ln w="12700">
            <a:solidFill>
              <a:srgbClr val="D4951A"/>
            </a:solidFill>
            <a:prstDash val="solid"/>
          </a:ln>
        </p:spPr>
      </p:sp>
      <p:sp>
        <p:nvSpPr>
          <p:cNvPr id="183" name="Shape 181"/>
          <p:cNvSpPr/>
          <p:nvPr/>
        </p:nvSpPr>
        <p:spPr>
          <a:xfrm rot="2700000">
            <a:off x="7667244" y="4846320"/>
            <a:ext cx="82296" cy="82296"/>
          </a:xfrm>
          <a:prstGeom prst="rect">
            <a:avLst/>
          </a:prstGeom>
          <a:solidFill>
            <a:srgbClr val="D4951A">
              <a:alpha val="15000"/>
            </a:srgbClr>
          </a:solidFill>
          <a:ln w="12700">
            <a:solidFill>
              <a:srgbClr val="D4951A"/>
            </a:solidFill>
            <a:prstDash val="solid"/>
          </a:ln>
        </p:spPr>
      </p:sp>
      <p:sp>
        <p:nvSpPr>
          <p:cNvPr id="184" name="Shape 182"/>
          <p:cNvSpPr/>
          <p:nvPr/>
        </p:nvSpPr>
        <p:spPr>
          <a:xfrm rot="2700000">
            <a:off x="7790688" y="4846320"/>
            <a:ext cx="82296" cy="82296"/>
          </a:xfrm>
          <a:prstGeom prst="rect">
            <a:avLst/>
          </a:prstGeom>
          <a:solidFill>
            <a:srgbClr val="D4951A">
              <a:alpha val="15000"/>
            </a:srgbClr>
          </a:solidFill>
          <a:ln w="12700">
            <a:solidFill>
              <a:srgbClr val="D4951A"/>
            </a:solidFill>
            <a:prstDash val="solid"/>
          </a:ln>
        </p:spPr>
      </p:sp>
      <p:sp>
        <p:nvSpPr>
          <p:cNvPr id="185" name="Shape 183"/>
          <p:cNvSpPr/>
          <p:nvPr/>
        </p:nvSpPr>
        <p:spPr>
          <a:xfrm rot="2700000">
            <a:off x="7914132" y="4846320"/>
            <a:ext cx="82296" cy="82296"/>
          </a:xfrm>
          <a:prstGeom prst="rect">
            <a:avLst/>
          </a:prstGeom>
          <a:solidFill>
            <a:srgbClr val="D4951A">
              <a:alpha val="15000"/>
            </a:srgbClr>
          </a:solidFill>
          <a:ln w="12700">
            <a:solidFill>
              <a:srgbClr val="D4951A"/>
            </a:solidFill>
            <a:prstDash val="solid"/>
          </a:ln>
        </p:spPr>
      </p:sp>
      <p:sp>
        <p:nvSpPr>
          <p:cNvPr id="186" name="Shape 184"/>
          <p:cNvSpPr/>
          <p:nvPr/>
        </p:nvSpPr>
        <p:spPr>
          <a:xfrm rot="2700000">
            <a:off x="8037576" y="4846320"/>
            <a:ext cx="82296" cy="82296"/>
          </a:xfrm>
          <a:prstGeom prst="rect">
            <a:avLst/>
          </a:prstGeom>
          <a:solidFill>
            <a:srgbClr val="D4951A">
              <a:alpha val="15000"/>
            </a:srgbClr>
          </a:solidFill>
          <a:ln w="12700">
            <a:solidFill>
              <a:srgbClr val="D4951A"/>
            </a:solidFill>
            <a:prstDash val="solid"/>
          </a:ln>
        </p:spPr>
      </p:sp>
      <p:sp>
        <p:nvSpPr>
          <p:cNvPr id="187" name="Shape 185"/>
          <p:cNvSpPr/>
          <p:nvPr/>
        </p:nvSpPr>
        <p:spPr>
          <a:xfrm rot="2700000">
            <a:off x="8161020" y="4846320"/>
            <a:ext cx="82296" cy="82296"/>
          </a:xfrm>
          <a:prstGeom prst="rect">
            <a:avLst/>
          </a:prstGeom>
          <a:solidFill>
            <a:srgbClr val="D4951A">
              <a:alpha val="15000"/>
            </a:srgbClr>
          </a:solidFill>
          <a:ln w="12700">
            <a:solidFill>
              <a:srgbClr val="D4951A"/>
            </a:solidFill>
            <a:prstDash val="solid"/>
          </a:ln>
        </p:spPr>
      </p:sp>
      <p:sp>
        <p:nvSpPr>
          <p:cNvPr id="188" name="Shape 186"/>
          <p:cNvSpPr/>
          <p:nvPr/>
        </p:nvSpPr>
        <p:spPr>
          <a:xfrm rot="2700000">
            <a:off x="8284464" y="4846320"/>
            <a:ext cx="82296" cy="82296"/>
          </a:xfrm>
          <a:prstGeom prst="rect">
            <a:avLst/>
          </a:prstGeom>
          <a:solidFill>
            <a:srgbClr val="D4951A">
              <a:alpha val="15000"/>
            </a:srgbClr>
          </a:solidFill>
          <a:ln w="12700">
            <a:solidFill>
              <a:srgbClr val="D4951A"/>
            </a:solidFill>
            <a:prstDash val="solid"/>
          </a:ln>
        </p:spPr>
      </p:sp>
      <p:sp>
        <p:nvSpPr>
          <p:cNvPr id="189" name="Shape 187"/>
          <p:cNvSpPr/>
          <p:nvPr/>
        </p:nvSpPr>
        <p:spPr>
          <a:xfrm rot="2700000">
            <a:off x="8407908" y="4846320"/>
            <a:ext cx="82296" cy="82296"/>
          </a:xfrm>
          <a:prstGeom prst="rect">
            <a:avLst/>
          </a:prstGeom>
          <a:solidFill>
            <a:srgbClr val="D4951A">
              <a:alpha val="15000"/>
            </a:srgbClr>
          </a:solidFill>
          <a:ln w="12700">
            <a:solidFill>
              <a:srgbClr val="D4951A"/>
            </a:solidFill>
            <a:prstDash val="solid"/>
          </a:ln>
        </p:spPr>
      </p:sp>
      <p:sp>
        <p:nvSpPr>
          <p:cNvPr id="190" name="Shape 188"/>
          <p:cNvSpPr/>
          <p:nvPr/>
        </p:nvSpPr>
        <p:spPr>
          <a:xfrm rot="2700000">
            <a:off x="8531352" y="4846320"/>
            <a:ext cx="82296" cy="82296"/>
          </a:xfrm>
          <a:prstGeom prst="rect">
            <a:avLst/>
          </a:prstGeom>
          <a:solidFill>
            <a:srgbClr val="D4951A">
              <a:alpha val="15000"/>
            </a:srgbClr>
          </a:solidFill>
          <a:ln w="12700">
            <a:solidFill>
              <a:srgbClr val="D4951A"/>
            </a:solidFill>
            <a:prstDash val="solid"/>
          </a:ln>
        </p:spPr>
      </p:sp>
      <p:sp>
        <p:nvSpPr>
          <p:cNvPr id="191" name="Shape 189"/>
          <p:cNvSpPr/>
          <p:nvPr/>
        </p:nvSpPr>
        <p:spPr>
          <a:xfrm rot="2700000">
            <a:off x="8654796" y="4846320"/>
            <a:ext cx="82296" cy="82296"/>
          </a:xfrm>
          <a:prstGeom prst="rect">
            <a:avLst/>
          </a:prstGeom>
          <a:solidFill>
            <a:srgbClr val="D4951A">
              <a:alpha val="15000"/>
            </a:srgbClr>
          </a:solidFill>
          <a:ln w="12700">
            <a:solidFill>
              <a:srgbClr val="D4951A"/>
            </a:solidFill>
            <a:prstDash val="solid"/>
          </a:ln>
        </p:spPr>
      </p:sp>
      <p:sp>
        <p:nvSpPr>
          <p:cNvPr id="192" name="Shape 190"/>
          <p:cNvSpPr/>
          <p:nvPr/>
        </p:nvSpPr>
        <p:spPr>
          <a:xfrm rot="2700000">
            <a:off x="8778240" y="4846320"/>
            <a:ext cx="82296" cy="82296"/>
          </a:xfrm>
          <a:prstGeom prst="rect">
            <a:avLst/>
          </a:prstGeom>
          <a:solidFill>
            <a:srgbClr val="D4951A">
              <a:alpha val="15000"/>
            </a:srgbClr>
          </a:solidFill>
          <a:ln w="12700">
            <a:solidFill>
              <a:srgbClr val="D4951A"/>
            </a:solidFill>
            <a:prstDash val="solid"/>
          </a:ln>
        </p:spPr>
      </p:sp>
      <p:sp>
        <p:nvSpPr>
          <p:cNvPr id="193" name="Shape 191"/>
          <p:cNvSpPr/>
          <p:nvPr/>
        </p:nvSpPr>
        <p:spPr>
          <a:xfrm rot="2700000">
            <a:off x="8901684" y="4846320"/>
            <a:ext cx="82296" cy="82296"/>
          </a:xfrm>
          <a:prstGeom prst="rect">
            <a:avLst/>
          </a:prstGeom>
          <a:solidFill>
            <a:srgbClr val="D4951A">
              <a:alpha val="15000"/>
            </a:srgbClr>
          </a:solidFill>
          <a:ln w="12700">
            <a:solidFill>
              <a:srgbClr val="D4951A"/>
            </a:solidFill>
            <a:prstDash val="solid"/>
          </a:ln>
        </p:spPr>
      </p:sp>
      <p:sp>
        <p:nvSpPr>
          <p:cNvPr id="194" name="Shape 192"/>
          <p:cNvSpPr/>
          <p:nvPr/>
        </p:nvSpPr>
        <p:spPr>
          <a:xfrm rot="2700000">
            <a:off x="9025128" y="4846320"/>
            <a:ext cx="82296" cy="82296"/>
          </a:xfrm>
          <a:prstGeom prst="rect">
            <a:avLst/>
          </a:prstGeom>
          <a:solidFill>
            <a:srgbClr val="D4951A">
              <a:alpha val="15000"/>
            </a:srgbClr>
          </a:solidFill>
          <a:ln w="12700">
            <a:solidFill>
              <a:srgbClr val="D4951A"/>
            </a:solidFill>
            <a:prstDash val="solid"/>
          </a:ln>
        </p:spPr>
      </p:sp>
      <p:sp>
        <p:nvSpPr>
          <p:cNvPr id="195" name="Text 193"/>
          <p:cNvSpPr/>
          <p:nvPr/>
        </p:nvSpPr>
        <p:spPr>
          <a:xfrm>
            <a:off x="365760" y="4901184"/>
            <a:ext cx="8412480" cy="228600"/>
          </a:xfrm>
          <a:prstGeom prst="rect">
            <a:avLst/>
          </a:prstGeom>
          <a:noFill/>
          <a:ln/>
        </p:spPr>
        <p:txBody>
          <a:bodyPr wrap="square" rtlCol="0" anchor="ctr"/>
          <a:lstStyle/>
          <a:p>
            <a:pPr algn="r" indent="0" marL="0">
              <a:buNone/>
            </a:pPr>
            <a:r>
              <a:rPr lang="en-US" sz="800" spc="150" kern="0" dirty="0">
                <a:solidFill>
                  <a:srgbClr val="5A6E82"/>
                </a:solidFill>
                <a:latin typeface="Calibri" pitchFamily="34" charset="0"/>
                <a:ea typeface="Calibri" pitchFamily="34" charset="-122"/>
                <a:cs typeface="Calibri" pitchFamily="34" charset="-120"/>
              </a:rPr>
              <a:t>PET FACTORY MAROC  ·  CHOIX DU COMPRESSEUR</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Compresseurs Huile vs Sans Huile — Pet Factory Maroc</dc:title>
  <dc:subject>PptxGenJS Presentation</dc:subject>
  <dc:creator>PptxGenJS</dc:creator>
  <cp:lastModifiedBy>PptxGenJS</cp:lastModifiedBy>
  <cp:revision>1</cp:revision>
  <dcterms:created xsi:type="dcterms:W3CDTF">2026-04-27T12:12:28Z</dcterms:created>
  <dcterms:modified xsi:type="dcterms:W3CDTF">2026-04-27T12:12:28Z</dcterms:modified>
</cp:coreProperties>
</file>