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Capacité de refroidissement (kW)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Proposition FAMSUN</c:v>
                  </c:pt>
                  <c:pt idx="1">
                    <c:v>VRV (déjà installés)</c:v>
                  </c:pt>
                  <c:pt idx="2">
                    <c:v>Déficit restant</c:v>
                  </c:pt>
                  <c:pt idx="3">
                    <c:v>Charge thermique totale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410</c:v>
                </c:pt>
                <c:pt idx="2">
                  <c:v>615</c:v>
                </c:pt>
                <c:pt idx="3">
                  <c:v>1205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Capacité de refroidissement (kW)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FACTORY MAROC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Chiller FAMSUN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synthèse sur la proposition de refroidissement V08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9144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760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 LE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mai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5760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FAMSUN V08, tracés le 25 avril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0" y="5760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requise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EN BREF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points clés à retenir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4206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C'EST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nouveau système d'eau glacée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FAMSUN propose 8 ventilo-convecteurs pour refroidir une enveloppe scellée autour des équipements sensibles à la chaleur. Plans datés du 25 avril 2026 — récents.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1783080"/>
            <a:ext cx="361188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783080"/>
            <a:ext cx="73152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965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526280" y="3154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COUVRE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3474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Zones critiques uniquement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26280" y="45720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Refroidit les locaux électriques, la salle de contrôle et l'enceinte extrudeur/enrobeur de 40 °C à 25 °C. Le conditionnement, le broyage et les cuves restent à température ambiante.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61188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783080"/>
            <a:ext cx="73152" cy="4206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965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8321040" y="3154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NE FAIT PAS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3474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comble pas le déficit thermique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21040" y="45720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Apporte ~180 kW de refroidissement. La charge thermique globale de l'usine laisse encore un déficit de ~615 kW que la ventilation complémentaire devra absorber.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Chiller FAMSUN — Note de synthèse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FAMSUN propose, en termes simples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974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ventilo-convecteurs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FP-238, regroupés au niveau 8,50 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6974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011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70332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de refroidissement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combinée des 8 unités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26974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→ 25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 cible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l'air ambiant estival de 15 °C dans l'enveloppe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4069080"/>
            <a:ext cx="26974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4251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3703320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couverts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0332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 scellée multi-étages, 0,0 à 13,5 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en trois étapes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0" y="269748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26517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chiller central produit l'eau froide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2971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 et capacité non encore détaillés sur les plans.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384048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86600" y="37947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colonnes la distribuent dans le bâtiment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86600" y="4114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Conduite principale DN150, réduite à DN65 à chaque étage.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498348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86600" y="49377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ventilo-convecteurs soufflent l'air froid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86600" y="5257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unité dessert une section de la zone scellée.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Chiller FAMSUN — Note de synthèse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REFROIDI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L'usine en coupe : refroidi vs ambiant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6858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13,50 m — ENROBAGE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68580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5156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 m — EXTRUSION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3977640"/>
            <a:ext cx="68580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515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 m — MCC / BROYAGE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5120640"/>
            <a:ext cx="68580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51560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 m — REZ-DE-CHAUSSÉE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2057400"/>
            <a:ext cx="2926080" cy="3840480"/>
          </a:xfrm>
          <a:prstGeom prst="rect">
            <a:avLst/>
          </a:prstGeom>
          <a:solidFill>
            <a:srgbClr val="0EA5E9">
              <a:alpha val="25000"/>
            </a:srgbClr>
          </a:solidFill>
          <a:ln w="3175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 REFROIDIE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°C → 25 °C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29000" y="2971800"/>
            <a:ext cx="2651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enrobage + bacs de dosage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3886200"/>
            <a:ext cx="2651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extrudeur / sécheur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4846320"/>
            <a:ext cx="2651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4846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Locaux électriques MCC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5577840"/>
            <a:ext cx="2651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5577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de contrôle centrale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AMBIANTE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51560" y="246888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Cuves liquides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51560" y="361188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de levage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51560" y="475488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broyage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51560" y="571500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5715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Cuves journalières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2468880"/>
            <a:ext cx="13258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 / cellules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3611880"/>
            <a:ext cx="13258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611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Convoyeurs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4754880"/>
            <a:ext cx="13258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4754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Distributeurs de sacs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5715000"/>
            <a:ext cx="13258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5715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conditionnement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0" y="2057400"/>
            <a:ext cx="274320" cy="274320"/>
          </a:xfrm>
          <a:prstGeom prst="rect">
            <a:avLst/>
          </a:prstGeom>
          <a:solidFill>
            <a:srgbClr val="0EA5E9">
              <a:alpha val="50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108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 refroidie (40 → 25 °C)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64108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électriques, de contrôle et de procédé sensibles à la chaleur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29600" y="3108960"/>
            <a:ext cx="27432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4108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ambiante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641080" y="3383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enceinte refroidie — repose sur les VRV existants et la ventilation complémentaire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229600" y="4434840"/>
            <a:ext cx="347472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5820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CLÉ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458200" y="4892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FAMSUN protège les équipements les plus exposés à la chaleur — mais pas le reste de l'usine.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Chiller FAMSUN — Note de synthèse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VS BESOIN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Cette proposition ne comble pas le déficit thermique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9164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691640"/>
            <a:ext cx="347472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0" y="1691640"/>
            <a:ext cx="73152" cy="4389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GRAPHIQUE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5820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kW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5820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FAMSUN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58200" y="2743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de la présente synthèse.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45820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410 kW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458200" y="34290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VRV existants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58200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installés pour la zone sèche (2 × 205 kW).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458200" y="4069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615 kW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458200" y="4343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restant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58200" y="4572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non absorbée. Nécessite une CTA d'air neuf et une extraction en toiture.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58200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1 205 kW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458200" y="5257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totale usine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458200" y="5486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du dégagement thermique des équipements en conditions estivales.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Chiller FAMSUN — Note de synthèse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ATTENDONS DE VOUS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décisions et les étapes pour les débloquer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1 — COMMERCIAL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Cette prestation est-elle dans le périmètre clé en main 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plans sont étiquetés « solution chiller » et émis séparément de l'offre commerciale d'origine. Confirmer si FAMSUN l'inclut sans coût additionnel ou la propose en avenant.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0" y="1828800"/>
            <a:ext cx="22860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0" y="1920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SUIVANTE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418320" y="2148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à Carlos Xue (FAMSUN) pour clarification écrite du périmètre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112471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73152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2 — TECHNIQUE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Approuver la ventilation complémentaire pour combler les 615 kW 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3931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avec cette solution chiller, la zone sèche nécessite une CTA d'air neuf de 80 000 m³/h et des ventilateurs d'extraction en toiture (stratégie « Compléter et Protéger »).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26880" y="3337560"/>
            <a:ext cx="22860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3429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SUIVANTE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418320" y="3657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Mandater INGenios pour valider le dimensionnement ; revue budgétaire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709160"/>
            <a:ext cx="73152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37160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3 — RISQUE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71600" y="5074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Autoriser la pose de préfiltres avant la mise en service ?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371600" y="5440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ventilo-convecteurs sont situés au-dessus de l'extrudeur. Sans préfiltres industriels, le brouillard de matières grasses encrassera rapidement les batteries et dégradera les performances.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26880" y="4846320"/>
            <a:ext cx="22860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0" y="4937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SUIVANTE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418320" y="5166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et pose des préfiltres avant la mise en service en charge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Chiller FAMSUN — Note de synthèse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Chiller FAMSUN — Note de synthèse</dc:title>
  <dc:subject>PptxGenJS Presentation</dc:subject>
  <dc:creator>Pet Factory Morocco</dc:creator>
  <cp:lastModifiedBy>Pet Factory Morocco</cp:lastModifiedBy>
  <cp:revision>1</cp:revision>
  <dcterms:created xsi:type="dcterms:W3CDTF">2026-05-06T17:16:03Z</dcterms:created>
  <dcterms:modified xsi:type="dcterms:W3CDTF">2026-05-06T17:16:03Z</dcterms:modified>
</cp:coreProperties>
</file>