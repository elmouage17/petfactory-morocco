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Clarifications Techniques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Chaudières à Vapeur — Offres N°315/26 &amp; N°336/26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PetFactory Morocco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d'Osmose Inverse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Bâche Alimentaire &amp; Économiseur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Débitmètre Vapeur &amp; Pompes Alimentaires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Clapet Anti-Retour &amp; Supervision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de Rechange (PDR)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Incohérences de Rédaction à Corriger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389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d'Osmose Inverse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Retenue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m³/h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unique pour les deux configurations, dans un souci de standardisation et d'optimisation économique.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Requises pour Dimensionnement Optimisé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Taux réel de retour des condensats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359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Débit d'eau d'appoint souhaité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066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Taux de purge des chaudières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054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Autres consommations d'eau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Qualité de l'eau brute disponible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actuel basé sur des hypothèses — données définitives attendues pour recalcul.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Bâche Alimentaire &amp; Économiseur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Bâche Alimentaire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8 000 litres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frappe corrigée. Capacité confirmée à 8 000 litres comme prévu dans l'offre N°336/26.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Économiseur de Chaleur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garanti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Dimensionnés selon les débits de fumées et puissances respectives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154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Prix non linéaire : dépend de la conception, surface d'échange, matériaux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Surface d'échange communiquée après bon de commande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Débitmètre Vapeur &amp; Pompes Alimentaires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Débitmètre Vapeur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 le débit retenu pour la chaudière 4 t/h est bien 4 t/h (erreur de frappe mentionnant 6 t/h).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diamètre du débitmètre dépend de 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 de débitmètre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Fabricant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Pression de vapeur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Plage de mesure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Pompes Alimentaires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 chaudière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23774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352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 1 — En service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continu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20040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Pompe 2 — En secours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520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Redondance / sécurité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double comptage — la 2ème pompe est le secours prévu.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Clapet Anti-Retour &amp; Supervision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Clapet Anti-Retour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 fait pas partie de la robinetterie standard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Chiffré séparément — pas de double comptage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Nécessaire pour 2 chaudières sur un même réseau vapeur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Évite les retours de vapeur vers une chaudière à l'arrêt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1B3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Supervision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propres à chaque chaudière 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 dédié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Armoire de commande dédiée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mutualisés 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PC de supervision commun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Logiciel de supervision commun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poste sera détaillé dans la prochaine offre.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de Rechange (PDR)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nature de pièces dans les deux offres, mais références différentes selon le modèle de brûleur.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743200" cy="4114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560320"/>
            <a:ext cx="2743200" cy="4114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Brûleur 6 t/h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560320"/>
            <a:ext cx="2743200" cy="4114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Brûleur 4 t/h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971800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 6000.1 PR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2971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 4000.1 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5584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355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de combustion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35584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83280" y="3355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6000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35584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33558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4000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39896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739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Servomoteur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739896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383280" y="3739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6000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739896"/>
            <a:ext cx="27432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26480" y="37398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4000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12394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Électrodes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412394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8328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6000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123944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6480" y="4123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spécifique 4000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désignations similaires ne signifient pas des pièces identiques — chaque référence est adaptée au modèle de brûleur.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Incohérences de Rédaction à Corriger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53312"/>
            <a:ext cx="182880" cy="1828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315/26 — « FO2 » au lieu de Propane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bordereau mentionne « FO2 » mais l'offre technique décrit un brûleur propane ECOFLAM BLU6000.1 PR. Erreur de frappe confirmée.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148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336/26 — Quantités Q=2 erronées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Débitmètre, économiseur et analyseur O₂ affichés en Q=2 pour une seule chaudière. Le bordereau (Q=1) fait foi. Sera harmonisé.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017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Eau d'Alimentation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337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à harmoniser pour les deux chaudières 12 bars. Erreur d'unité dans le devis 336/26 à corriger.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« Amiante » — Devis 336/26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document non mis à jour. Aucun matériau amianté dans la fourniture. Mention à supprimer.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des offres révisées N°315/26 et N°336/26 avec toutes les corrections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299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 l'annexe eau d'alimentation harmonisée pour chaudières 12 bars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6883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8833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du poste supervision : équipements propres vs. mutualisés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3467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3467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des données d'entrée client pour dimensionnement optimisé de l'osmose inverse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0050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05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technique disponible pour reprendre les différents points si nécessaire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restons disponibles pour toute précision complémentaire.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2026-09-18T11:09:24Z</dcterms:created>
  <dcterms:modified xsi:type="dcterms:W3CDTF">2026-09-18T11:09:24Z</dcterms:modified>
</cp:coreProperties>
</file>